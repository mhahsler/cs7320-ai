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514" r:id="rId3"/>
    <p:sldId id="457" r:id="rId4"/>
    <p:sldId id="513" r:id="rId5"/>
    <p:sldId id="515" r:id="rId6"/>
    <p:sldId id="260" r:id="rId7"/>
    <p:sldId id="516" r:id="rId8"/>
    <p:sldId id="517" r:id="rId9"/>
    <p:sldId id="518" r:id="rId10"/>
    <p:sldId id="269" r:id="rId11"/>
    <p:sldId id="519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12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3 1188 0 0,'0'0'4331'0'0,"-10"-3"910"0"0,-13 203-1894 0 0,-62 243 0 0 0,33-180-1825 0 0,-26 368 0 0 0,48-408-594 0 0,4-51 110 0 0,24-159-962 0 0,-1 15-1680 0 0,3-11-2351 0 0,16-43-4974 0 0,-15 25 8718 0 0,6-35-1985 0 0,-5-7-721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8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5288 0 0,'0'0'8935'0'0,"5"32"-7500"0"0,13 997 1931 0 0,-62-205-1467 0 0,42-708-1759 0 0,0-3-354 0 0,-2-40-3627 0 0,2-90-2897 0 0,-7-8 4663 0 0,2 5 649 0 0,-8-34-2615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2008 0 0,'13'10'10286'0'0,"16"-3"-7367"0"0,37 1-3606 0 0,-54-7 2070 0 0,255 9 1353 0 0,-68-4-2284 0 0,959-8 775 0 0,-929 0-745 0 0,49-5 495 0 0,622-15 725 0 0,-862 24-2085 0 0,12 3-4869 0 0,-37 3-8 0 0,-9 7 3428 0 0,-5-14 1085 0 0,1 0 618 0 0,-1 0 0 0 0,1 0 0 0 0,-1-1 0 0 0,0 1 0 0 0,1 0 0 0 0,-1 0 0 0 0,0-1 0 0 0,0 1 0 0 0,1-1 0 0 0,-1 1 1 0 0,0-1-1 0 0,0 1 0 0 0,0-1 0 0 0,0 1 0 0 0,0-1 0 0 0,0 0 0 0 0,0 1 0 0 0,0-1 0 0 0,0 0 0 0 0,0 0 0 0 0,0 0 0 0 0,1 0 1 0 0,-3 0-1 0 0,-42 4-4060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2 127 6009 0 0,'0'0'5791'0'0,"0"0"-5600"0"0,0-1-1 0 0,0 1 1 0 0,0 0 0 0 0,-1-1 0 0 0,1 1-1 0 0,0 0 1 0 0,0-1 0 0 0,0 1 0 0 0,0-1-1 0 0,-1 1 1 0 0,1-1 0 0 0,0 1 0 0 0,0 0-1 0 0,0-1 1 0 0,0 1 0 0 0,0-1 0 0 0,0 1-1 0 0,0-1 1 0 0,0 1 0 0 0,1 0 0 0 0,-1-1-1 0 0,0 1 1 0 0,0-1 0 0 0,0 1 0 0 0,0 0-1 0 0,0-1 1 0 0,1 0 0 0 0,72-9 986 0 0,122-4-1 0 0,-6 3-1114 0 0,902-36 1949 0 0,-1065 47-1991 0 0,130-5 162 0 0,110 3 141 0 0,619 8 974 0 0,-630-11-633 0 0,502-7-285 0 0,-688 7-5475 0 0,-28 0-6496 0 0,-72 0 6576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3052 0 0,'-1'-2'3305'0'0,"-2"-11"6632"0"0,31 30-9815 0 0,0 2-1 0 0,-1 0 1 0 0,-1 1-1 0 0,44 46 1 0 0,24 41-175 0 0,-40-34 95 0 0,-35-44-343 0 0,28 59-8383 0 0,-35-55 7575 0 0,-12-31 953 0 0,1 1 0 0 0,0-1 1 0 0,-1 0-1 0 0,0 1 0 0 0,1-1 1 0 0,-1 0-1 0 0,0 1 1 0 0,0-1-1 0 0,0 0 0 0 0,0 1 1 0 0,-2 3-1 0 0,-10 9-2045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1 286 6717 0 0,'0'0'6684'0'0,"20"-31"-1042"0"0,35-8-4094 0 0,3 3-3933 0 0,-4 3-2418 0 0,17-8 716 0 0,-48 28 2905 0 0,-1-1-1 0 0,35-27 1 0 0,-16 4-1859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4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1728 0 0,'0'0'8632'0'0,"19"-3"-7426"0"0,-5 6-972 0 0,1 0 0 0 0,-1 1-1 0 0,0 0 1 0 0,-1 1-1 0 0,1 1 1 0 0,-1 0 0 0 0,18 12-1 0 0,84 66 1519 0 0,-82-57-3083 0 0,62 38 0 0 0,-77-55-94 0 0,-1 1 0 0 0,0 0 0 0 0,16 15-1 0 0,-19-15 174 0 0,-10-7-1592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12 506 4828 0 0,'-1'-1'452'0'0,"0"1"0"0"0,1 0 0 0 0,-1-1 0 0 0,0 1 0 0 0,1-1 0 0 0,-1 1 0 0 0,0-1 0 0 0,1 1-1 0 0,-1-1 1 0 0,1 1 0 0 0,-1-1 0 0 0,1 0 0 0 0,-1 1 0 0 0,1-1 0 0 0,-1 0 0 0 0,1 1 0 0 0,0-1-1 0 0,-1 0 1 0 0,1 0 0 0 0,0 1 0 0 0,0-1 0 0 0,0 0 0 0 0,-1-1 0 0 0,11-14 3047 0 0,32-13-4545 0 0,-30 23 2018 0 0,73-48-611 0 0,44-36-697 0 0,-98 66-1283 0 0,-1-2-1 0 0,-1-1 0 0 0,-1-1 0 0 0,36-49 1 0 0,-33 27-1675 0 0,-30 48 3174 0 0,0 0 1 0 0,-1 0-1 0 0,1 0 0 0 0,0 0 0 0 0,0 0 1 0 0,-1 0-1 0 0,1-1 0 0 0,-1 1 0 0 0,0 0 0 0 0,0 0 1 0 0,0 0-1 0 0,0 0 0 0 0,0-1 0 0 0,0 1 1 0 0,0 0-1 0 0,-1 0 0 0 0,1 0 0 0 0,-1 0 0 0 0,1 0 1 0 0,-1 0-1 0 0,-1-3 0 0 0,0 4-77 0 0,1-1-1 0 0,-1 1 1 0 0,1 0 0 0 0,-1 0-1 0 0,1-1 1 0 0,-1 1-1 0 0,0 0 1 0 0,0 0-1 0 0,1 1 1 0 0,-1-1 0 0 0,-3-1-1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6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1068 0 0,'2'3'945'0'0,"0"0"-1"0"0,0-1 1 0 0,0 1 0 0 0,1-1-1 0 0,-1 1 1 0 0,1-1 0 0 0,-1 0-1 0 0,1 0 1 0 0,3 2-1 0 0,50 27 2218 0 0,-43-25-2934 0 0,1-1-1 0 0,-1-1 1 0 0,29 6 0 0 0,-36-9 35 0 0,0 0-1 0 0,0-1 1 0 0,1 0 0 0 0,-1 0 0 0 0,0 0 0 0 0,7-2 0 0 0,-10 2-187 0 0,-1-1 0 0 0,1 1-1 0 0,-1-1 1 0 0,0 0 0 0 0,1 0 0 0 0,-1 0 0 0 0,1 0 0 0 0,-1 0 0 0 0,0 0-1 0 0,0-1 1 0 0,0 1 0 0 0,0-1 0 0 0,0 1 0 0 0,0-1 0 0 0,0 0 0 0 0,0 0 0 0 0,-1 0-1 0 0,1 0 1 0 0,-1 0 0 0 0,2-3 0 0 0,-2 2-52 0 0,0 0-1 0 0,-1 0 1 0 0,1 0 0 0 0,-1 0 0 0 0,1 0-1 0 0,-1 0 1 0 0,0 0 0 0 0,0 0 0 0 0,-1-1-1 0 0,1 1 1 0 0,-1 0 0 0 0,1 0 0 0 0,-1 0-1 0 0,0 0 1 0 0,0 0 0 0 0,0 1 0 0 0,-1-1-1 0 0,-1-3 1 0 0,1 3-71 0 0,-4-11 432 0 0,-2 0 1 0 0,0 1 0 0 0,-13-18-1 0 0,-5 10-3309 0 0,25 20 2754 0 0,0 1 0 0 0,1 0 0 0 0,-1 0 0 0 0,0 0 0 0 0,0-1 0 0 0,0 1 0 0 0,0 0 0 0 0,1 0 0 0 0,-1 0 0 0 0,0 0 0 0 0,0 1 0 0 0,0-1 0 0 0,0 0 0 0 0,1 0 0 0 0,-1 0 0 0 0,0 1 0 0 0,0-1 0 0 0,0 0 0 0 0,1 1 0 0 0,-1-1 0 0 0,0 1 0 0 0,0-1 0 0 0,1 1 0 0 0,-1-1 0 0 0,0 1 0 0 0,1-1 0 0 0,-1 1 0 0 0,0 1 0 0 0,-24 34-2403 0 0,-53 119-1688 0 0,51-92 1711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7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18 1944 0 0,'0'0'7832'0'0,"-23"7"-8593"0"0,19 1 991 0 0,1 0 1 0 0,0 0-1 0 0,0 1 1 0 0,1 0-1 0 0,0-1 1 0 0,1 1 0 0 0,0 0-1 0 0,0 0 1 0 0,1 0-1 0 0,0 0 1 0 0,1 0-1 0 0,-1-1 1 0 0,2 1-1 0 0,-1 0 1 0 0,5 12-1 0 0,-5-17-153 0 0,1 1 0 0 0,-1-1-1 0 0,1 0 1 0 0,-1 0 0 0 0,1 0 0 0 0,1-1-1 0 0,-1 1 1 0 0,0 0 0 0 0,1-1-1 0 0,0 0 1 0 0,0 1 0 0 0,0-1-1 0 0,0 0 1 0 0,0 0 0 0 0,1-1 0 0 0,-1 1-1 0 0,1-1 1 0 0,0 0 0 0 0,0 0-1 0 0,0 0 1 0 0,0 0 0 0 0,0-1 0 0 0,0 1-1 0 0,0-1 1 0 0,0 0 0 0 0,1 0-1 0 0,-1-1 1 0 0,0 1 0 0 0,1-1 0 0 0,-1 0-1 0 0,0 0 1 0 0,1-1 0 0 0,7-1-1 0 0,6-1 96 0 0,-1-2 0 0 0,0 0 0 0 0,0-1 0 0 0,0-1 0 0 0,0-1 0 0 0,19-12 0 0 0,-29 16-130 0 0,-1 1 1 0 0,0-2 0 0 0,0 1 0 0 0,0-1 0 0 0,0 0 0 0 0,-1 0-1 0 0,1-1 1 0 0,-2 0 0 0 0,1 1 0 0 0,0-2 0 0 0,-1 1 0 0 0,0 0-1 0 0,-1-1 1 0 0,0 0 0 0 0,0 0 0 0 0,0 0 0 0 0,2-11 0 0 0,-4 15-76 0 0,-1 1 1 0 0,1-1 0 0 0,-1 0-1 0 0,0 1 1 0 0,0-1-1 0 0,0 0 1 0 0,0 1 0 0 0,-1-1-1 0 0,1 0 1 0 0,-1 1 0 0 0,0-1-1 0 0,0 0 1 0 0,0 1 0 0 0,0-1-1 0 0,0 1 1 0 0,0 0 0 0 0,0-1-1 0 0,-1 1 1 0 0,0 0 0 0 0,-2-3-1 0 0,1 2-168 0 0,0 1 0 0 0,-1-1-1 0 0,1 1 1 0 0,-1 0 0 0 0,1 0-1 0 0,-1 0 1 0 0,0 0 0 0 0,0 1 0 0 0,0 0-1 0 0,0 0 1 0 0,-8-2 0 0 0,-2 2-422 0 0,1 0 1 0 0,-1 1 0 0 0,1 0-1 0 0,-1 1 1 0 0,1 0-1 0 0,-1 1 1 0 0,-14 5 0 0 0,-35 17-729 0 0,-159 85-1961 0 0,162-77 1491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0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70 139 576 0 0,'-31'-38'7195'0'0,"27"32"-6769"0"0,1-1 0 0 0,0-1 1 0 0,0 1-1 0 0,1 0 1 0 0,0-1-1 0 0,0 1 0 0 0,-1-12 1 0 0,-3-12 5039 0 0,-5 61-2753 0 0,17 144 683 0 0,29 87-2744 0 0,-20-161-291 0 0,17 102-251 0 0,21 183 941 0 0,-27-140-892 0 0,-4-61 72 0 0,-2-13-2444 0 0,-15-56-6730 0 0,-5-112 8679 0 0,1 8-462 0 0,-1 0 1 0 0,0 0-1 0 0,0 0 1 0 0,-1 0 0 0 0,-1 0-1 0 0,0 0 1 0 0,0 0-1 0 0,-1 0 1 0 0,-1-1 0 0 0,-5 14-1 0 0,8-23 558 0 0,1 0 0 0 0,-1 0 0 0 0,1-1 0 0 0,-1 1 0 0 0,0 0 0 0 0,1-1 0 0 0,-1 1 0 0 0,0-1 0 0 0,0 1 0 0 0,1 0 0 0 0,-1-1 0 0 0,0 0 0 0 0,0 1 0 0 0,0-1-1 0 0,0 1 1 0 0,1-1 0 0 0,-1 0 0 0 0,-2 1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1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6941 0 0,'0'0'2109'0'0,"-13"20"7165"0"0,21 324-5756 0 0,-1-68-3160 0 0,-8-93 639 0 0,1 332 972 0 0,22-258-1882 0 0,24-4-3319 0 0,-42-206-4023 0 0,-6-12 3445 0 0,2-34 3726 0 0,0-1 0 0 0,0 1 0 0 0,0-1 0 0 0,0 1 0 0 0,0-1 0 0 0,0 1 0 0 0,0-1 0 0 0,0 1 0 0 0,0-1 1 0 0,0 1-1 0 0,0-1 0 0 0,0 1 0 0 0,0-1 0 0 0,-1 1 0 0 0,1-1 0 0 0,0 1 0 0 0,0-1 0 0 0,-1 0 0 0 0,1 1 0 0 0,0-1 0 0 0,0 1 0 0 0,-1-1 1 0 0,1 0-1 0 0,-1 1 0 0 0,1-1 0 0 0,0 0 0 0 0,-1 0 0 0 0,1 1 0 0 0,-1-1 0 0 0,1 0 0 0 0,0 0 0 0 0,-1 1 0 0 0,1-1 0 0 0,-1 0 1 0 0,1 0-1 0 0,-1 0 0 0 0,1 0 0 0 0,-1 0 0 0 0,1 0 0 0 0,-1 0 0 0 0,1 0 0 0 0,-1 0 0 0 0,0 0 0 0 0,-26-12-4451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6377 0 0,'2'-12'6243'0'0,"3"-13"-1663"0"0,-1 21-4352 0 0,1 1 0 0 0,-1 1 1 0 0,1-1-1 0 0,-1 1 0 0 0,1-1 0 0 0,0 1 0 0 0,0 1 0 0 0,0-1 0 0 0,0 1 0 0 0,0 0 0 0 0,8-1 0 0 0,58-3 341 0 0,349 7 2653 0 0,191-9-1679 0 0,-440 5-1162 0 0,323 35 0 0 0,-300-13 16 0 0,-149-16-375 0 0,34 3-1141 0 0,-33-4-3316 0 0,-42-3 1676 0 0,12 4-4734 0 0,-29-11 3872 0 0,-19-2-676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6257 0 0,'1'-4'666'0'0,"1"0"0"0"0,0 1 1 0 0,0-1-1 0 0,1 0 0 0 0,-1 1 1 0 0,1 0-1 0 0,-1-1 0 0 0,1 1 1 0 0,0 0-1 0 0,0 1 1 0 0,1-1-1 0 0,-1 0 0 0 0,1 1 1 0 0,-1 0-1 0 0,5-2 0 0 0,4-2 68 0 0,1 0-1 0 0,0 1 0 0 0,0 1 0 0 0,22-5 0 0 0,-4 4-568 0 0,57-3 0 0 0,-20 9 524 0 0,79 8 251 0 0,233 8 501 0 0,43 0-592 0 0,-73 0-755 0 0,-171-14 21 0 0,199 5 180 0 0,-126 6-1094 0 0,-116 2-1471 0 0,170 50-9592 0 0,-214-33 8500 0 0,-50-11-954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4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2224 0 0,'0'0'5377'0'0,"27"23"-2074"0"0,-11-8-2856 0 0,0 1 1 0 0,-1 1 0 0 0,0 0 0 0 0,18 29 0 0 0,-15-19-1529 0 0,37 40 1 0 0,-42-55 171 0 0,0 0 0 0 0,1 0 0 0 0,17 10-1 0 0,-10-7 409 0 0,-6-4-158 0 0,0 0-1 0 0,1-1 0 0 0,29 13 0 0 0,-10-15-817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1 435 1624 0 0,'14'-48'10253'0'0,"-11"40"-9815"0"0,0 1 0 0 0,1 0 0 0 0,0 0 0 0 0,1 1 0 0 0,-1-1 0 0 0,1 1 0 0 0,8-8 0 0 0,-1 2-224 0 0,121-119-972 0 0,-24 43-5838 0 0,-89 75 5989 0 0,-4 3-106 0 0,-1-1 0 0 0,0 0 0 0 0,16-17 0 0 0,-15 8-1341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5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132 188 2572 0 0,'0'0'5075'0'0,"16"34"-548"0"0,-12-32-4457 0 0,-1 1 0 0 0,1 0 0 0 0,0-1 0 0 0,0 0 0 0 0,0 0 0 0 0,0 0 0 0 0,1 0 1 0 0,-1-1-1 0 0,0 0 0 0 0,1 0 0 0 0,-1 0 0 0 0,1 0 0 0 0,-1-1 0 0 0,1 1 0 0 0,-1-1 0 0 0,1 0 1 0 0,-1-1-1 0 0,10-1 0 0 0,-6 1 47 0 0,0-2 0 0 0,1 1 0 0 0,-1-1 0 0 0,0 0 0 0 0,0 0 0 0 0,-1-1 0 0 0,1 0 0 0 0,-1-1 0 0 0,0 0 0 0 0,8-6 0 0 0,-11 7 23 0 0,0 1 1 0 0,0-1-1 0 0,0 0 1 0 0,0 0-1 0 0,-1-1 1 0 0,0 1 0 0 0,0-1-1 0 0,0 1 1 0 0,0-1-1 0 0,-1 0 1 0 0,1 0-1 0 0,-1 0 1 0 0,-1-1-1 0 0,1 1 1 0 0,0-8 0 0 0,-1 9 34 0 0,-1 0 1 0 0,-1 0 0 0 0,1 0 0 0 0,-1 0-1 0 0,0 0 1 0 0,0 0 0 0 0,0 0-1 0 0,0 0 1 0 0,-1 0 0 0 0,1 0 0 0 0,-1 1-1 0 0,0-1 1 0 0,0 0 0 0 0,0 1 0 0 0,-1 0-1 0 0,1-1 1 0 0,-1 1 0 0 0,0 0 0 0 0,0 0-1 0 0,0 1 1 0 0,0-1 0 0 0,-1 1 0 0 0,-3-3-1 0 0,1 1-182 0 0,0 0-1 0 0,0 0 1 0 0,0 1-1 0 0,0 0 1 0 0,-1 1-1 0 0,0-1 1 0 0,1 1-1 0 0,-1 0 1 0 0,0 1-1 0 0,0-1 1 0 0,0 1-1 0 0,0 1 1 0 0,0-1-1 0 0,0 1 1 0 0,-12 2-1 0 0,12-1-490 0 0,0 1 0 0 0,-1 0 0 0 0,1 1 0 0 0,0-1 0 0 0,1 1 0 0 0,-1 1-1 0 0,0-1 1 0 0,1 1 0 0 0,0 1 0 0 0,0-1 0 0 0,0 1 0 0 0,0 0 0 0 0,1 0 0 0 0,-1 0-1 0 0,1 1 1 0 0,1 0 0 0 0,-5 6 0 0 0,-73 119-5489 0 0,67-95 2529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3224 0 0,'0'0'7536'0'0,"21"17"-4189"0"0,2-6-3159 0 0,1-2 0 0 0,0 0 1 0 0,0-1-1 0 0,1-2 0 0 0,0 0 1 0 0,35 2-1 0 0,5 3-3393 0 0,88 26-4034 0 0,-149-36 4986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6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0 439 7345 0 0,'6'-19'2272'0'0,"8"4"360"0"0,1-1-340 0 0,2 2-395 0 0,0-1-461 0 0,1-2-188 0 0,2 2-284 0 0,4-3-184 0 0,3-2-308 0 0,12-5-868 0 0,0 2-568 0 0,1-1-1220 0 0,-11 6-765 0 0,115-69-2099 0 0,-77 22 2560 0 0,-24 17-2093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1500 0 0,'0'0'4338'0'0,"-14"9"-1481"0"0,9-2-2511 0 0,1 1 1 0 0,0 1-1 0 0,0-1 0 0 0,1 1 1 0 0,0-1-1 0 0,0 1 1 0 0,1 0-1 0 0,0 0 0 0 0,0 0 1 0 0,1 12-1 0 0,0-15-323 0 0,1-1 0 0 0,0 1 0 0 0,1 0 0 0 0,-1-1 0 0 0,1 1 0 0 0,0-1 0 0 0,1 0 0 0 0,-1 1 0 0 0,1-1 0 0 0,0 0 0 0 0,0 0 0 0 0,1 0 0 0 0,0 0 0 0 0,0 0 0 0 0,0-1 0 0 0,0 1 0 0 0,1-1 0 0 0,4 5 0 0 0,-6-8 31 0 0,0 1-1 0 0,0-1 1 0 0,0 0 0 0 0,1 0 0 0 0,-1 0 0 0 0,0 0 0 0 0,1-1-1 0 0,-1 1 1 0 0,0-1 0 0 0,1 1 0 0 0,-1-1 0 0 0,1 0 0 0 0,-1 0-1 0 0,1 0 1 0 0,-1 0 0 0 0,0 0 0 0 0,1-1 0 0 0,-1 1-1 0 0,1-1 1 0 0,-1 1 0 0 0,0-1 0 0 0,1 0 0 0 0,-1 0 0 0 0,0 0-1 0 0,0 0 1 0 0,0-1 0 0 0,0 1 0 0 0,3-3 0 0 0,4-2 183 0 0,0 0 1 0 0,-1-1 0 0 0,0 0-1 0 0,14-16 1 0 0,-18 19-64 0 0,-1 0 0 0 0,1 0 0 0 0,-1 0 1 0 0,0 0-1 0 0,0 0 0 0 0,-1-1 0 0 0,1 1 0 0 0,-1-1 0 0 0,0 0 1 0 0,0 0-1 0 0,0 1 0 0 0,-1-1 0 0 0,0-1 0 0 0,0 1 1 0 0,0 0-1 0 0,0 0 0 0 0,-1 0 0 0 0,0-7 0 0 0,-1 11-251 0 0,1 0-1 0 0,-1-1 0 0 0,1 1 0 0 0,-1 0 0 0 0,0 0 1 0 0,1 0-1 0 0,-1 0 0 0 0,0 0 0 0 0,0 0 0 0 0,0 0 0 0 0,0 0 1 0 0,0 0-1 0 0,0 0 0 0 0,0 1 0 0 0,0-1 0 0 0,0 0 1 0 0,0 1-1 0 0,0-1 0 0 0,0 1 0 0 0,-1-1 0 0 0,1 1 0 0 0,0-1 1 0 0,0 1-1 0 0,0 0 0 0 0,-1 0 0 0 0,1 0 0 0 0,0-1 1 0 0,-1 1-1 0 0,1 0 0 0 0,-2 1 0 0 0,-35 4-3066 0 0,10 12 961 0 0,-100 82-3153 0 0,85-63 2139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3 1188 0 0,'0'0'4331'0'0,"-10"-3"910"0"0,-13 203-1894 0 0,-62 243 0 0 0,33-180-1825 0 0,-26 368 0 0 0,48-408-594 0 0,4-51 110 0 0,24-159-962 0 0,-1 15-1680 0 0,3-11-2351 0 0,16-43-4974 0 0,-15 25 8718 0 0,6-35-1985 0 0,-5-7-721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8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5288 0 0,'0'0'8935'0'0,"5"32"-7500"0"0,13 997 1931 0 0,-62-205-1467 0 0,42-708-1759 0 0,0-3-354 0 0,-2-40-3627 0 0,2-90-2897 0 0,-7-8 4663 0 0,2 5 649 0 0,-8-34-2615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2008 0 0,'13'10'10286'0'0,"16"-3"-7367"0"0,37 1-3606 0 0,-54-7 2070 0 0,255 9 1353 0 0,-68-4-2284 0 0,959-8 775 0 0,-929 0-745 0 0,49-5 495 0 0,622-15 725 0 0,-862 24-2085 0 0,12 3-4869 0 0,-37 3-8 0 0,-9 7 3428 0 0,-5-14 1085 0 0,1 0 618 0 0,-1 0 0 0 0,1 0 0 0 0,-1-1 0 0 0,0 1 0 0 0,1 0 0 0 0,-1 0 0 0 0,0-1 0 0 0,0 1 0 0 0,1-1 0 0 0,-1 1 1 0 0,0-1-1 0 0,0 1 0 0 0,0-1 0 0 0,0 1 0 0 0,0-1 0 0 0,0 0 0 0 0,0 1 0 0 0,0-1 0 0 0,0 0 0 0 0,0 0 0 0 0,0 0 0 0 0,1 0 1 0 0,-3 0-1 0 0,-42 4-4060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2 127 6009 0 0,'0'0'5791'0'0,"0"0"-5600"0"0,0-1-1 0 0,0 1 1 0 0,0 0 0 0 0,-1-1 0 0 0,1 1-1 0 0,0 0 1 0 0,0-1 0 0 0,0 1 0 0 0,0-1-1 0 0,-1 1 1 0 0,1-1 0 0 0,0 1 0 0 0,0 0-1 0 0,0-1 1 0 0,0 1 0 0 0,0-1 0 0 0,0 1-1 0 0,0-1 1 0 0,0 1 0 0 0,1 0 0 0 0,-1-1-1 0 0,0 1 1 0 0,0-1 0 0 0,0 1 0 0 0,0 0-1 0 0,0-1 1 0 0,1 0 0 0 0,72-9 986 0 0,122-4-1 0 0,-6 3-1114 0 0,902-36 1949 0 0,-1065 47-1991 0 0,130-5 162 0 0,110 3 141 0 0,619 8 974 0 0,-630-11-633 0 0,502-7-285 0 0,-688 7-5475 0 0,-28 0-6496 0 0,-72 0 6576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3052 0 0,'-1'-2'3305'0'0,"-2"-11"6632"0"0,31 30-9815 0 0,0 2-1 0 0,-1 0 1 0 0,-1 1-1 0 0,44 46 1 0 0,24 41-175 0 0,-40-34 95 0 0,-35-44-343 0 0,28 59-8383 0 0,-35-55 7575 0 0,-12-31 953 0 0,1 1 0 0 0,0-1 1 0 0,-1 0-1 0 0,0 1 0 0 0,1-1 1 0 0,-1 0-1 0 0,0 1 1 0 0,0-1-1 0 0,0 0 0 0 0,0 1 1 0 0,-2 3-1 0 0,-10 9-2045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1 286 6717 0 0,'0'0'6684'0'0,"20"-31"-1042"0"0,35-8-4094 0 0,3 3-3933 0 0,-4 3-2418 0 0,17-8 716 0 0,-48 28 2905 0 0,-1-1-1 0 0,35-27 1 0 0,-16 4-1859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4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1728 0 0,'0'0'8632'0'0,"19"-3"-7426"0"0,-5 6-972 0 0,1 0 0 0 0,-1 1-1 0 0,0 0 1 0 0,-1 1-1 0 0,1 1 1 0 0,-1 0 0 0 0,18 12-1 0 0,84 66 1519 0 0,-82-57-3083 0 0,62 38 0 0 0,-77-55-94 0 0,-1 1 0 0 0,0 0 0 0 0,16 15-1 0 0,-19-15 174 0 0,-10-7-1592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12 506 4828 0 0,'-1'-1'452'0'0,"0"1"0"0"0,1 0 0 0 0,-1-1 0 0 0,0 1 0 0 0,1-1 0 0 0,-1 1 0 0 0,0-1 0 0 0,1 1-1 0 0,-1-1 1 0 0,1 1 0 0 0,-1-1 0 0 0,1 0 0 0 0,-1 1 0 0 0,1-1 0 0 0,-1 0 0 0 0,1 1 0 0 0,0-1-1 0 0,-1 0 1 0 0,1 0 0 0 0,0 1 0 0 0,0-1 0 0 0,0 0 0 0 0,-1-1 0 0 0,11-14 3047 0 0,32-13-4545 0 0,-30 23 2018 0 0,73-48-611 0 0,44-36-697 0 0,-98 66-1283 0 0,-1-2-1 0 0,-1-1 0 0 0,-1-1 0 0 0,36-49 1 0 0,-33 27-1675 0 0,-30 48 3174 0 0,0 0 1 0 0,-1 0-1 0 0,1 0 0 0 0,0 0 0 0 0,0 0 1 0 0,-1 0-1 0 0,1-1 0 0 0,-1 1 0 0 0,0 0 0 0 0,0 0 1 0 0,0 0-1 0 0,0 0 0 0 0,0-1 0 0 0,0 1 1 0 0,0 0-1 0 0,-1 0 0 0 0,1 0 0 0 0,-1 0 0 0 0,1 0 1 0 0,-1 0-1 0 0,-1-3 0 0 0,0 4-77 0 0,1-1-1 0 0,-1 1 1 0 0,1 0 0 0 0,-1 0-1 0 0,1-1 1 0 0,-1 1-1 0 0,0 0 1 0 0,0 0-1 0 0,1 1 1 0 0,-1-1 0 0 0,-3-1-1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6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1068 0 0,'2'3'945'0'0,"0"0"-1"0"0,0-1 1 0 0,0 1 0 0 0,1-1-1 0 0,-1 1 1 0 0,1-1 0 0 0,-1 0-1 0 0,1 0 1 0 0,3 2-1 0 0,50 27 2218 0 0,-43-25-2934 0 0,1-1-1 0 0,-1-1 1 0 0,29 6 0 0 0,-36-9 35 0 0,0 0-1 0 0,0-1 1 0 0,1 0 0 0 0,-1 0 0 0 0,0 0 0 0 0,7-2 0 0 0,-10 2-187 0 0,-1-1 0 0 0,1 1-1 0 0,-1-1 1 0 0,0 0 0 0 0,1 0 0 0 0,-1 0 0 0 0,1 0 0 0 0,-1 0 0 0 0,0 0-1 0 0,0-1 1 0 0,0 1 0 0 0,0-1 0 0 0,0 1 0 0 0,0-1 0 0 0,0 0 0 0 0,0 0 0 0 0,-1 0-1 0 0,1 0 1 0 0,-1 0 0 0 0,2-3 0 0 0,-2 2-52 0 0,0 0-1 0 0,-1 0 1 0 0,1 0 0 0 0,-1 0 0 0 0,1 0-1 0 0,-1 0 1 0 0,0 0 0 0 0,0 0 0 0 0,-1-1-1 0 0,1 1 1 0 0,-1 0 0 0 0,1 0 0 0 0,-1 0-1 0 0,0 0 1 0 0,0 0 0 0 0,0 1 0 0 0,-1-1-1 0 0,-1-3 1 0 0,1 3-71 0 0,-4-11 432 0 0,-2 0 1 0 0,0 1 0 0 0,-13-18-1 0 0,-5 10-3309 0 0,25 20 2754 0 0,0 1 0 0 0,1 0 0 0 0,-1 0 0 0 0,0 0 0 0 0,0-1 0 0 0,0 1 0 0 0,0 0 0 0 0,1 0 0 0 0,-1 0 0 0 0,0 0 0 0 0,0 1 0 0 0,0-1 0 0 0,0 0 0 0 0,1 0 0 0 0,-1 0 0 0 0,0 1 0 0 0,0-1 0 0 0,0 0 0 0 0,1 1 0 0 0,-1-1 0 0 0,0 1 0 0 0,0-1 0 0 0,1 1 0 0 0,-1-1 0 0 0,0 1 0 0 0,1-1 0 0 0,-1 1 0 0 0,0 1 0 0 0,-24 34-2403 0 0,-53 119-1688 0 0,51-92 1711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7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18 1944 0 0,'0'0'7832'0'0,"-23"7"-8593"0"0,19 1 991 0 0,1 0 1 0 0,0 0-1 0 0,0 1 1 0 0,1 0-1 0 0,0-1 1 0 0,1 1 0 0 0,0 0-1 0 0,0 0 1 0 0,1 0-1 0 0,0 0 1 0 0,1 0-1 0 0,-1-1 1 0 0,2 1-1 0 0,-1 0 1 0 0,5 12-1 0 0,-5-17-153 0 0,1 1 0 0 0,-1-1-1 0 0,1 0 1 0 0,-1 0 0 0 0,1 0 0 0 0,1-1-1 0 0,-1 1 1 0 0,0 0 0 0 0,1-1-1 0 0,0 0 1 0 0,0 1 0 0 0,0-1-1 0 0,0 0 1 0 0,0 0 0 0 0,1-1 0 0 0,-1 1-1 0 0,1-1 1 0 0,0 0 0 0 0,0 0-1 0 0,0 0 1 0 0,0 0 0 0 0,0-1 0 0 0,0 1-1 0 0,0-1 1 0 0,0 0 0 0 0,1 0-1 0 0,-1-1 1 0 0,0 1 0 0 0,1-1 0 0 0,-1 0-1 0 0,0 0 1 0 0,1-1 0 0 0,7-1-1 0 0,6-1 96 0 0,-1-2 0 0 0,0 0 0 0 0,0-1 0 0 0,0-1 0 0 0,0-1 0 0 0,19-12 0 0 0,-29 16-130 0 0,-1 1 1 0 0,0-2 0 0 0,0 1 0 0 0,0-1 0 0 0,0 0 0 0 0,-1 0-1 0 0,1-1 1 0 0,-2 0 0 0 0,1 1 0 0 0,0-2 0 0 0,-1 1 0 0 0,0 0-1 0 0,-1-1 1 0 0,0 0 0 0 0,0 0 0 0 0,0 0 0 0 0,2-11 0 0 0,-4 15-76 0 0,-1 1 1 0 0,1-1 0 0 0,-1 0-1 0 0,0 1 1 0 0,0-1-1 0 0,0 0 1 0 0,0 1 0 0 0,-1-1-1 0 0,1 0 1 0 0,-1 1 0 0 0,0-1-1 0 0,0 0 1 0 0,0 1 0 0 0,0-1-1 0 0,0 1 1 0 0,0 0 0 0 0,0-1-1 0 0,-1 1 1 0 0,0 0 0 0 0,-2-3-1 0 0,1 2-168 0 0,0 1 0 0 0,-1-1-1 0 0,1 1 1 0 0,-1 0 0 0 0,1 0-1 0 0,-1 0 1 0 0,0 0 0 0 0,0 1 0 0 0,0 0-1 0 0,0 0 1 0 0,-8-2 0 0 0,-2 2-422 0 0,1 0 1 0 0,-1 1 0 0 0,1 0-1 0 0,-1 1 1 0 0,1 0-1 0 0,-1 1 1 0 0,-14 5 0 0 0,-35 17-729 0 0,-159 85-1961 0 0,162-77 1491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10:53.38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 34 1408,'-7'-9'555,"6"-14"9579,2 22-9933,0 1-24,-1 0-1,1 0 1,0 0-1,-1 0 1,1 0-1,0 0 1,0 0-1,-1 0 1,1 0-1,0 1 1,-1-1-1,1 0 1,0 0-1,-1 1 0,1-1 1,0 0-1,-1 1 1,2 0-1,9 8 372,-1 0 0,0 1 0,-1 0 0,0 1-1,0 0 1,-1 1 0,0-1 0,7 17 0,1 0-122,-3-7-257,19 32 171,53 65 0,-73-104-341,1 0-1,1 0 1,0-1 0,0-1 0,1 0 0,1-1-1,0-1 1,31 15 0,-22-20-1781,-56-17-11096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10:53.39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4 358 6769,'-4'-14'3033,"8"8"-792,7-1 95,6-3-640,7-3-319,7-1-153,6-9-512,8-1-168,8-7-304,7-4-104,12-10-136,0-1-296,-5-1-1712,-10 5 1208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11:06.71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45 3 2937,'-3'0'438,"1"-1"1,-1 1 0,1-1 0,-1 1 0,1 0 0,-1 0-1,1 0 1,-1 0 0,1 1 0,-1-1 0,-11 6 3297,13-6-3530,1 1 0,0-1 0,-1 1 0,1 0 0,0-1 0,0 1-93,0 0 1,0 0-1,0 0 0,0 0 1,0-1-1,1 1 0,-1-1 1,0 1-1,1 0 1,-1 0-1,0 0 0,1-1 1,-1 1-1,1 0 0,-1 0 1,1-1-1,0 0 0,0 2 1,14 13 492,-2 0 1,0 1-1,-1 1 0,17 29 1,28 78-420,-28-59-44,14 36-2069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11:06.71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25 246 6609,'-24'6'7970,"53"-13"-6290,8-5-343,15-10-321,4-2-376,-2-5-264,1-7-136,-7 0-336,0-6-720,-1-1 512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11:06.71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7 237 1856,'-2'3'540,"1"1"0,0 0-1,0 0 1,0 0 0,1-1 0,0 2-1,-1-2 1,2 2 0,-1-2-1,0 1 1,1 0 0,0 0-1,0 0 1,0 0 0,1-1-1,-1 1 1,1-1 0,4 8 0,-2-7-216,0 0 0,0 1 0,1-1 0,-1 0 0,1 0 0,0 0 0,1 0 0,-1-1 0,1 0 0,-1-1 0,1 1 0,7 2 0,-5-2-165,-1-1-1,1 1 1,0-1-1,0-1 1,0 1-1,14 0 1,-18-2-127,1 0 0,-1-1 0,1 1 1,-1-1-1,1 0 0,-1 0 1,0 0-1,0-1 0,0 1 1,1-1-1,-2 0 0,1 0 1,0 0-1,3-3 0,0 1 10,-1-1 0,0-1 0,-1 1 0,0 0 0,0-1 0,0 0 0,0 0 0,-1 0 0,-1-1 0,1 1 0,-1-1 0,3-11 0,-3 8 73,0 0 0,-1-1 1,-1 1-1,0-1 0,-1 0 0,0 1 0,-1-1 0,-3-13 0,2 14-190,0 0-1,-2 0 0,1 0 0,-2 1 0,1 0 0,-1-1 0,-1 2 0,-11-17 1,12 20-255,0 0 1,-1 0-1,1 0 1,-1 0-1,0 1 1,0 0-1,-1 0 1,0 1 0,1-1-1,-1 1 1,-1 0-1,1 1 1,-11-4-1,12 5-532,0 0 0,0 0 0,-1 0 0,-10 1 0,-20 6-1734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11:06.71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54 19 1592,'-2'-3'149,"0"2"-1,0 0 0,0-1 0,0 0 1,-1 1-1,1 0 0,0-1 0,-1 1 0,1 0 1,-5-1-1,5 2 231,1-1 0,-1 1 0,1 0-1,-1-1 1,0 1 0,1 0 0,-1 0 0,1 0 0,-1 0 0,0 0 0,1 1 0,-3-1-1,4 1-251,0-1 0,0 0-1,-1 1 1,1-1-1,0 0 1,0 0-1,0 0 1,0 0-1,0 1 1,0-1-1,0 0 1,0 1 0,0-1-1,0 0 1,0 1-1,0-1 1,3 4 1771,-3-4-1771,10 12 1426,-10-12-1492,21 20 1274,1 1-1,34 24 1,-37-32-1197,0 0 1,1-1-1,1-2 0,0 0 0,0-1 0,43 13 1,-39-16-269,-6-1-2,31 12 0,-45-16-469,1 2-1,-1 0 0,0-1 0,0 2 0,7 5 0,-3 1-1117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11:06.71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1 260 17436,'11'-22'352,"20"4"-368,3-3-24,4-6 64,7-2 24,-2-8-8,1 2-216,2-2-1841,1 3 1409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11:06.71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12 148 1432,'-3'4'361,"2"0"0,-1 1 0,0-2 0,1 1 0,0 1 0,0-1-1,1 0 1,-1 1 0,1-1 0,0 0 0,1 1 0,-1-1 0,1 0 0,0 1-1,0-1 1,0 0 0,1 0 0,-1 0 0,4 6 0,-1-3 36,0-1 0,0 1 0,1-1 0,0 0 0,0 0-1,0-1 1,1 1 0,0-1 0,0 1 0,12 6 0,-12-10-330,0 2-1,0-2 1,0 1-1,0-1 1,1 0-1,0 0 1,-1 0 0,1-1-1,0 0 1,-1-1-1,1 1 1,0-1-1,0 0 1,0 0-1,7-1 1,-6 0 7,1-1 0,-1-1 0,0 2 0,0-2 0,0 0 1,-1-1-1,1 1 0,-1-1 0,0 0 0,0-1 0,7-5 0,-6 4-28,-1 0 0,0 0 0,0-1 0,-1 0 1,0 0-1,-1-1 0,1 0 0,-2 1 0,1-1 0,-1 0 0,-1-1 0,0 1 0,0-1 0,-1 1 1,0-1-1,0 0 0,-1 0 0,-1 1 0,0-1 0,-2-16 0,0 20-63,1 0 0,-1 1-1,-1 0 1,1-1 0,-1 1 0,0 0-1,0-1 1,0 2 0,-1-2 0,0 2-1,0-1 1,0 1 0,0 0 0,0 0-1,-1-1 1,0 2 0,0-1-1,-9-3 1,0 1-568,0 0 0,-1 0-1,0 0 1,0 2 0,-27-3 0,29 4-529,0 2 0,-21 1 1,-27 5-892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11:06.71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 5297,'-1'-2'3159,"9"3"-143,11 7 1131,29 24-1178,60 28 0,36 25-5818,-137-78-49,-6 1 699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11:06.71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2 253 15243,'-2'-24'672,"22"0"561,10-2-1233,7-6 208,4-1 64,-4 2 64,0 2-32,-4 5-552,-1 5-1128,3 9 831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3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70 139 576 0 0,'-31'-38'7195'0'0,"27"32"-6769"0"0,1-1 0 0 0,0-1 1 0 0,0 1-1 0 0,1 0 1 0 0,0-1-1 0 0,0 1 0 0 0,-1-12 1 0 0,-3-12 5039 0 0,-5 61-2753 0 0,17 144 683 0 0,29 87-2744 0 0,-20-161-291 0 0,17 102-251 0 0,21 183 941 0 0,-27-140-892 0 0,-4-61 72 0 0,-2-13-2444 0 0,-15-56-6730 0 0,-5-112 8679 0 0,1 8-462 0 0,-1 0 1 0 0,0 0-1 0 0,0 0 1 0 0,-1 0 0 0 0,-1 0-1 0 0,0 0 1 0 0,0 0-1 0 0,-1 0 1 0 0,-1-1 0 0 0,-5 14-1 0 0,8-23 558 0 0,1 0 0 0 0,-1 0 0 0 0,1-1 0 0 0,-1 1 0 0 0,0 0 0 0 0,1-1 0 0 0,-1 1 0 0 0,0-1 0 0 0,0 1 0 0 0,1 0 0 0 0,-1-1 0 0 0,0 0 0 0 0,0 1 0 0 0,0-1-1 0 0,0 1 1 0 0,1-1 0 0 0,-1 0 0 0 0,-2 1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6941 0 0,'0'0'2109'0'0,"-13"20"7165"0"0,21 324-5756 0 0,-1-68-3160 0 0,-8-93 639 0 0,1 332 972 0 0,22-258-1882 0 0,24-4-3319 0 0,-42-206-4023 0 0,-6-12 3445 0 0,2-34 3726 0 0,0-1 0 0 0,0 1 0 0 0,0-1 0 0 0,0 1 0 0 0,0-1 0 0 0,0 1 0 0 0,0-1 0 0 0,0 1 0 0 0,0-1 1 0 0,0 1-1 0 0,0-1 0 0 0,0 1 0 0 0,0-1 0 0 0,-1 1 0 0 0,1-1 0 0 0,0 1 0 0 0,0-1 0 0 0,-1 0 0 0 0,1 1 0 0 0,0-1 0 0 0,0 1 0 0 0,-1-1 1 0 0,1 0-1 0 0,-1 1 0 0 0,1-1 0 0 0,0 0 0 0 0,-1 0 0 0 0,1 1 0 0 0,-1-1 0 0 0,1 0 0 0 0,0 0 0 0 0,-1 1 0 0 0,1-1 0 0 0,-1 0 1 0 0,1 0-1 0 0,-1 0 0 0 0,1 0 0 0 0,-1 0 0 0 0,1 0 0 0 0,-1 0 0 0 0,1 0 0 0 0,-1 0 0 0 0,0 0 0 0 0,-26-12-4451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6377 0 0,'2'-12'6243'0'0,"3"-13"-1663"0"0,-1 21-4352 0 0,1 1 0 0 0,-1 1 1 0 0,1-1-1 0 0,-1 1 0 0 0,1-1 0 0 0,0 1 0 0 0,0 1 0 0 0,0-1 0 0 0,0 1 0 0 0,0 0 0 0 0,8-1 0 0 0,58-3 341 0 0,349 7 2653 0 0,191-9-1679 0 0,-440 5-1162 0 0,323 35 0 0 0,-300-13 16 0 0,-149-16-375 0 0,34 3-1141 0 0,-33-4-3316 0 0,-42-3 1676 0 0,12 4-4734 0 0,-29-11 3872 0 0,-19-2-676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4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6257 0 0,'1'-4'666'0'0,"1"0"0"0"0,0 1 1 0 0,0-1-1 0 0,1 0 0 0 0,-1 1 1 0 0,1 0-1 0 0,-1-1 0 0 0,1 1 1 0 0,0 0-1 0 0,0 1 1 0 0,1-1-1 0 0,-1 0 0 0 0,1 1 1 0 0,-1 0-1 0 0,5-2 0 0 0,4-2 68 0 0,1 0-1 0 0,0 1 0 0 0,0 1 0 0 0,22-5 0 0 0,-4 4-568 0 0,57-3 0 0 0,-20 9 524 0 0,79 8 251 0 0,233 8 501 0 0,43 0-592 0 0,-73 0-755 0 0,-171-14 21 0 0,199 5 180 0 0,-126 6-1094 0 0,-116 2-1471 0 0,170 50-9592 0 0,-214-33 8500 0 0,-50-11-954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4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2224 0 0,'0'0'5377'0'0,"27"23"-2074"0"0,-11-8-2856 0 0,0 1 1 0 0,-1 1 0 0 0,0 0 0 0 0,18 29 0 0 0,-15-19-1529 0 0,37 40 1 0 0,-42-55 171 0 0,0 0 0 0 0,1 0 0 0 0,17 10-1 0 0,-10-7 409 0 0,-6-4-158 0 0,0 0-1 0 0,1-1 0 0 0,29 13 0 0 0,-10-15-817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4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1 435 1624 0 0,'14'-48'10253'0'0,"-11"40"-9815"0"0,0 1 0 0 0,1 0 0 0 0,0 0 0 0 0,1 1 0 0 0,-1-1 0 0 0,1 1 0 0 0,8-8 0 0 0,-1 2-224 0 0,121-119-972 0 0,-24 43-5838 0 0,-89 75 5989 0 0,-4 3-106 0 0,-1-1 0 0 0,0 0 0 0 0,16-17 0 0 0,-15 8-1341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4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132 188 2572 0 0,'0'0'5075'0'0,"16"34"-548"0"0,-12-32-4457 0 0,-1 1 0 0 0,1 0 0 0 0,0-1 0 0 0,0 0 0 0 0,0 0 0 0 0,0 0 0 0 0,1 0 1 0 0,-1-1-1 0 0,0 0 0 0 0,1 0 0 0 0,-1 0 0 0 0,1 0 0 0 0,-1-1 0 0 0,1 1 0 0 0,-1-1 0 0 0,1 0 1 0 0,-1-1-1 0 0,10-1 0 0 0,-6 1 47 0 0,0-2 0 0 0,1 1 0 0 0,-1-1 0 0 0,0 0 0 0 0,0 0 0 0 0,-1-1 0 0 0,1 0 0 0 0,-1-1 0 0 0,0 0 0 0 0,8-6 0 0 0,-11 7 23 0 0,0 1 1 0 0,0-1-1 0 0,0 0 1 0 0,0 0-1 0 0,-1-1 1 0 0,0 1 0 0 0,0-1-1 0 0,0 1 1 0 0,0-1-1 0 0,-1 0 1 0 0,1 0-1 0 0,-1 0 1 0 0,-1-1-1 0 0,1 1 1 0 0,0-8 0 0 0,-1 9 34 0 0,-1 0 1 0 0,-1 0 0 0 0,1 0 0 0 0,-1 0-1 0 0,0 0 1 0 0,0 0 0 0 0,0 0-1 0 0,0 0 1 0 0,-1 0 0 0 0,1 0 0 0 0,-1 1-1 0 0,0-1 1 0 0,0 0 0 0 0,0 1 0 0 0,-1 0-1 0 0,1-1 1 0 0,-1 1 0 0 0,0 0 0 0 0,0 0-1 0 0,0 1 1 0 0,0-1 0 0 0,-1 1 0 0 0,-3-3-1 0 0,1 1-182 0 0,0 0-1 0 0,0 0 1 0 0,0 1-1 0 0,0 0 1 0 0,-1 1-1 0 0,0-1 1 0 0,1 1-1 0 0,-1 0 1 0 0,0 1-1 0 0,0-1 1 0 0,0 1-1 0 0,0 1 1 0 0,0-1-1 0 0,0 1 1 0 0,-12 2-1 0 0,12-1-490 0 0,0 1 0 0 0,-1 0 0 0 0,1 1 0 0 0,0-1 0 0 0,1 1 0 0 0,-1 1-1 0 0,0-1 1 0 0,1 1 0 0 0,0 1 0 0 0,0-1 0 0 0,0 1 0 0 0,0 0 0 0 0,1 0 0 0 0,-1 0-1 0 0,1 1 1 0 0,1 0 0 0 0,-5 6 0 0 0,-73 119-5489 0 0,67-95 2529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4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3224 0 0,'0'0'7536'0'0,"21"17"-4189"0"0,2-6-3159 0 0,1-2 0 0 0,0 0 1 0 0,0-1-1 0 0,1-2 0 0 0,0 0 1 0 0,35 2-1 0 0,5 3-3393 0 0,88 26-4034 0 0,-149-36 4986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4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0 439 7345 0 0,'6'-19'2272'0'0,"8"4"360"0"0,1-1-340 0 0,2 2-395 0 0,0-1-461 0 0,1-2-188 0 0,2 2-284 0 0,4-3-184 0 0,3-2-308 0 0,12-5-868 0 0,0 2-568 0 0,1-1-1220 0 0,-11 6-765 0 0,115-69-2099 0 0,-77 22 2560 0 0,-24 17-2093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4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1500 0 0,'0'0'4338'0'0,"-14"9"-1481"0"0,9-2-2511 0 0,1 1 1 0 0,0 1-1 0 0,0-1 0 0 0,1 1 1 0 0,0-1-1 0 0,0 1 1 0 0,1 0-1 0 0,0 0 0 0 0,0 0 1 0 0,1 12-1 0 0,0-15-323 0 0,1-1 0 0 0,0 1 0 0 0,1 0 0 0 0,-1-1 0 0 0,1 1 0 0 0,0-1 0 0 0,1 0 0 0 0,-1 1 0 0 0,1-1 0 0 0,0 0 0 0 0,0 0 0 0 0,1 0 0 0 0,0 0 0 0 0,0 0 0 0 0,0-1 0 0 0,0 1 0 0 0,1-1 0 0 0,4 5 0 0 0,-6-8 31 0 0,0 1-1 0 0,0-1 1 0 0,0 0 0 0 0,1 0 0 0 0,-1 0 0 0 0,0 0 0 0 0,1-1-1 0 0,-1 1 1 0 0,0-1 0 0 0,1 1 0 0 0,-1-1 0 0 0,1 0 0 0 0,-1 0-1 0 0,1 0 1 0 0,-1 0 0 0 0,0 0 0 0 0,1-1 0 0 0,-1 1-1 0 0,1-1 1 0 0,-1 1 0 0 0,0-1 0 0 0,1 0 0 0 0,-1 0 0 0 0,0 0-1 0 0,0 0 1 0 0,0-1 0 0 0,0 1 0 0 0,3-3 0 0 0,4-2 183 0 0,0 0 1 0 0,-1-1 0 0 0,0 0-1 0 0,14-16 1 0 0,-18 19-64 0 0,-1 0 0 0 0,1 0 0 0 0,-1 0 1 0 0,0 0-1 0 0,0 0 0 0 0,-1-1 0 0 0,1 1 0 0 0,-1-1 0 0 0,0 0 1 0 0,0 0-1 0 0,0 1 0 0 0,-1-1 0 0 0,0-1 0 0 0,0 1 1 0 0,0 0-1 0 0,0 0 0 0 0,-1 0 0 0 0,0-7 0 0 0,-1 11-251 0 0,1 0-1 0 0,-1-1 0 0 0,1 1 0 0 0,-1 0 0 0 0,0 0 1 0 0,1 0-1 0 0,-1 0 0 0 0,0 0 0 0 0,0 0 0 0 0,0 0 0 0 0,0 0 1 0 0,0 0-1 0 0,0 0 0 0 0,0 1 0 0 0,0-1 0 0 0,0 0 1 0 0,0 1-1 0 0,0-1 0 0 0,0 1 0 0 0,-1-1 0 0 0,1 1 0 0 0,0-1 1 0 0,0 1-1 0 0,0 0 0 0 0,-1 0 0 0 0,1 0 0 0 0,0-1 1 0 0,-1 1-1 0 0,1 0 0 0 0,-2 1 0 0 0,-35 4-3066 0 0,10 12 961 0 0,-100 82-3153 0 0,85-63 2139 0 0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4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3 1188 0 0,'0'0'4331'0'0,"-10"-3"910"0"0,-13 203-1894 0 0,-62 243 0 0 0,33-180-1825 0 0,-26 368 0 0 0,48-408-594 0 0,4-51 110 0 0,24-159-962 0 0,-1 15-1680 0 0,3-11-2351 0 0,16-43-4974 0 0,-15 25 8718 0 0,6-35-1985 0 0,-5-7-721 0 0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4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5288 0 0,'0'0'8935'0'0,"5"32"-7500"0"0,13 997 1931 0 0,-62-205-1467 0 0,42-708-1759 0 0,0-3-354 0 0,-2-40-3627 0 0,2-90-2897 0 0,-7-8 4663 0 0,2 5 649 0 0,-8-34-2615 0 0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5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2008 0 0,'13'10'10286'0'0,"16"-3"-7367"0"0,37 1-3606 0 0,-54-7 2070 0 0,255 9 1353 0 0,-68-4-2284 0 0,959-8 775 0 0,-929 0-745 0 0,49-5 495 0 0,622-15 725 0 0,-862 24-2085 0 0,12 3-4869 0 0,-37 3-8 0 0,-9 7 3428 0 0,-5-14 1085 0 0,1 0 618 0 0,-1 0 0 0 0,1 0 0 0 0,-1-1 0 0 0,0 1 0 0 0,1 0 0 0 0,-1 0 0 0 0,0-1 0 0 0,0 1 0 0 0,1-1 0 0 0,-1 1 1 0 0,0-1-1 0 0,0 1 0 0 0,0-1 0 0 0,0 1 0 0 0,0-1 0 0 0,0 0 0 0 0,0 1 0 0 0,0-1 0 0 0,0 0 0 0 0,0 0 0 0 0,0 0 0 0 0,1 0 1 0 0,-3 0-1 0 0,-42 4-4060 0 0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5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2 127 6009 0 0,'0'0'5791'0'0,"0"0"-5600"0"0,0-1-1 0 0,0 1 1 0 0,0 0 0 0 0,-1-1 0 0 0,1 1-1 0 0,0 0 1 0 0,0-1 0 0 0,0 1 0 0 0,0-1-1 0 0,-1 1 1 0 0,1-1 0 0 0,0 1 0 0 0,0 0-1 0 0,0-1 1 0 0,0 1 0 0 0,0-1 0 0 0,0 1-1 0 0,0-1 1 0 0,0 1 0 0 0,1 0 0 0 0,-1-1-1 0 0,0 1 1 0 0,0-1 0 0 0,0 1 0 0 0,0 0-1 0 0,0-1 1 0 0,1 0 0 0 0,72-9 986 0 0,122-4-1 0 0,-6 3-1114 0 0,902-36 1949 0 0,-1065 47-1991 0 0,130-5 162 0 0,110 3 141 0 0,619 8 974 0 0,-630-11-633 0 0,502-7-285 0 0,-688 7-5475 0 0,-28 0-6496 0 0,-72 0 6576 0 0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5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3052 0 0,'-1'-2'3305'0'0,"-2"-11"6632"0"0,31 30-9815 0 0,0 2-1 0 0,-1 0 1 0 0,-1 1-1 0 0,44 46 1 0 0,24 41-175 0 0,-40-34 95 0 0,-35-44-343 0 0,28 59-8383 0 0,-35-55 7575 0 0,-12-31 953 0 0,1 1 0 0 0,0-1 1 0 0,-1 0-1 0 0,0 1 0 0 0,1-1 1 0 0,-1 0-1 0 0,0 1 1 0 0,0-1-1 0 0,0 0 0 0 0,0 1 1 0 0,-2 3-1 0 0,-10 9-2045 0 0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53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1 286 6717 0 0,'0'0'6684'0'0,"20"-31"-1042"0"0,35-8-4094 0 0,3 3-3933 0 0,-4 3-2418 0 0,17-8 716 0 0,-48 28 2905 0 0,-1-1-1 0 0,35-27 1 0 0,-16 4-1859 0 0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5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1728 0 0,'0'0'8632'0'0,"19"-3"-7426"0"0,-5 6-972 0 0,1 0 0 0 0,-1 1-1 0 0,0 0 1 0 0,-1 1-1 0 0,1 1 1 0 0,-1 0 0 0 0,18 12-1 0 0,84 66 1519 0 0,-82-57-3083 0 0,62 38 0 0 0,-77-55-94 0 0,-1 1 0 0 0,0 0 0 0 0,16 15-1 0 0,-19-15 174 0 0,-10-7-1592 0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5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12 506 4828 0 0,'-1'-1'452'0'0,"0"1"0"0"0,1 0 0 0 0,-1-1 0 0 0,0 1 0 0 0,1-1 0 0 0,-1 1 0 0 0,0-1 0 0 0,1 1-1 0 0,-1-1 1 0 0,1 1 0 0 0,-1-1 0 0 0,1 0 0 0 0,-1 1 0 0 0,1-1 0 0 0,-1 0 0 0 0,1 1 0 0 0,0-1-1 0 0,-1 0 1 0 0,1 0 0 0 0,0 1 0 0 0,0-1 0 0 0,0 0 0 0 0,-1-1 0 0 0,11-14 3047 0 0,32-13-4545 0 0,-30 23 2018 0 0,73-48-611 0 0,44-36-697 0 0,-98 66-1283 0 0,-1-2-1 0 0,-1-1 0 0 0,-1-1 0 0 0,36-49 1 0 0,-33 27-1675 0 0,-30 48 3174 0 0,0 0 1 0 0,-1 0-1 0 0,1 0 0 0 0,0 0 0 0 0,0 0 1 0 0,-1 0-1 0 0,1-1 0 0 0,-1 1 0 0 0,0 0 0 0 0,0 0 1 0 0,0 0-1 0 0,0 0 0 0 0,0-1 0 0 0,0 1 1 0 0,0 0-1 0 0,-1 0 0 0 0,1 0 0 0 0,-1 0 0 0 0,1 0 1 0 0,-1 0-1 0 0,-1-3 0 0 0,0 4-77 0 0,1-1-1 0 0,-1 1 1 0 0,1 0 0 0 0,-1 0-1 0 0,1-1 1 0 0,-1 1-1 0 0,0 0 1 0 0,0 0-1 0 0,1 1 1 0 0,-1-1 0 0 0,-3-1-1 0 0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1068 0 0,'2'3'945'0'0,"0"0"-1"0"0,0-1 1 0 0,0 1 0 0 0,1-1-1 0 0,-1 1 1 0 0,1-1 0 0 0,-1 0-1 0 0,1 0 1 0 0,3 2-1 0 0,50 27 2218 0 0,-43-25-2934 0 0,1-1-1 0 0,-1-1 1 0 0,29 6 0 0 0,-36-9 35 0 0,0 0-1 0 0,0-1 1 0 0,1 0 0 0 0,-1 0 0 0 0,0 0 0 0 0,7-2 0 0 0,-10 2-187 0 0,-1-1 0 0 0,1 1-1 0 0,-1-1 1 0 0,0 0 0 0 0,1 0 0 0 0,-1 0 0 0 0,1 0 0 0 0,-1 0 0 0 0,0 0-1 0 0,0-1 1 0 0,0 1 0 0 0,0-1 0 0 0,0 1 0 0 0,0-1 0 0 0,0 0 0 0 0,0 0 0 0 0,-1 0-1 0 0,1 0 1 0 0,-1 0 0 0 0,2-3 0 0 0,-2 2-52 0 0,0 0-1 0 0,-1 0 1 0 0,1 0 0 0 0,-1 0 0 0 0,1 0-1 0 0,-1 0 1 0 0,0 0 0 0 0,0 0 0 0 0,-1-1-1 0 0,1 1 1 0 0,-1 0 0 0 0,1 0 0 0 0,-1 0-1 0 0,0 0 1 0 0,0 0 0 0 0,0 1 0 0 0,-1-1-1 0 0,-1-3 1 0 0,1 3-71 0 0,-4-11 432 0 0,-2 0 1 0 0,0 1 0 0 0,-13-18-1 0 0,-5 10-3309 0 0,25 20 2754 0 0,0 1 0 0 0,1 0 0 0 0,-1 0 0 0 0,0 0 0 0 0,0-1 0 0 0,0 1 0 0 0,0 0 0 0 0,1 0 0 0 0,-1 0 0 0 0,0 0 0 0 0,0 1 0 0 0,0-1 0 0 0,0 0 0 0 0,1 0 0 0 0,-1 0 0 0 0,0 1 0 0 0,0-1 0 0 0,0 0 0 0 0,1 1 0 0 0,-1-1 0 0 0,0 1 0 0 0,0-1 0 0 0,1 1 0 0 0,-1-1 0 0 0,0 1 0 0 0,1-1 0 0 0,-1 1 0 0 0,0 1 0 0 0,-24 34-2403 0 0,-53 119-1688 0 0,51-92 1711 0 0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12-01T17:48:17.85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18 1944 0 0,'0'0'7832'0'0,"-23"7"-8593"0"0,19 1 991 0 0,1 0 1 0 0,0 0-1 0 0,0 1 1 0 0,1 0-1 0 0,0-1 1 0 0,1 1 0 0 0,0 0-1 0 0,0 0 1 0 0,1 0-1 0 0,0 0 1 0 0,1 0-1 0 0,-1-1 1 0 0,2 1-1 0 0,-1 0 1 0 0,5 12-1 0 0,-5-17-153 0 0,1 1 0 0 0,-1-1-1 0 0,1 0 1 0 0,-1 0 0 0 0,1 0 0 0 0,1-1-1 0 0,-1 1 1 0 0,0 0 0 0 0,1-1-1 0 0,0 0 1 0 0,0 1 0 0 0,0-1-1 0 0,0 0 1 0 0,0 0 0 0 0,1-1 0 0 0,-1 1-1 0 0,1-1 1 0 0,0 0 0 0 0,0 0-1 0 0,0 0 1 0 0,0 0 0 0 0,0-1 0 0 0,0 1-1 0 0,0-1 1 0 0,0 0 0 0 0,1 0-1 0 0,-1-1 1 0 0,0 1 0 0 0,1-1 0 0 0,-1 0-1 0 0,0 0 1 0 0,1-1 0 0 0,7-1-1 0 0,6-1 96 0 0,-1-2 0 0 0,0 0 0 0 0,0-1 0 0 0,0-1 0 0 0,0-1 0 0 0,19-12 0 0 0,-29 16-130 0 0,-1 1 1 0 0,0-2 0 0 0,0 1 0 0 0,0-1 0 0 0,0 0 0 0 0,-1 0-1 0 0,1-1 1 0 0,-2 0 0 0 0,1 1 0 0 0,0-2 0 0 0,-1 1 0 0 0,0 0-1 0 0,-1-1 1 0 0,0 0 0 0 0,0 0 0 0 0,0 0 0 0 0,2-11 0 0 0,-4 15-76 0 0,-1 1 1 0 0,1-1 0 0 0,-1 0-1 0 0,0 1 1 0 0,0-1-1 0 0,0 0 1 0 0,0 1 0 0 0,-1-1-1 0 0,1 0 1 0 0,-1 1 0 0 0,0-1-1 0 0,0 0 1 0 0,0 1 0 0 0,0-1-1 0 0,0 1 1 0 0,0 0 0 0 0,0-1-1 0 0,-1 1 1 0 0,0 0 0 0 0,-2-3-1 0 0,1 2-168 0 0,0 1 0 0 0,-1-1-1 0 0,1 1 1 0 0,-1 0 0 0 0,1 0-1 0 0,-1 0 1 0 0,0 0 0 0 0,0 1 0 0 0,0 0-1 0 0,0 0 1 0 0,-8-2 0 0 0,-2 2-422 0 0,1 0 1 0 0,-1 1 0 0 0,1 0-1 0 0,-1 1 1 0 0,1 0-1 0 0,-1 1 1 0 0,-14 5 0 0 0,-35 17-729 0 0,-159 85-1961 0 0,162-77 1491 0 0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7:49:48.7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0 24575,'4'0'0,"-1"1"0,0 0 0,0-1 0,0 1 0,0 0 0,0 1 0,5 2 0,13 4 0,21-2 0,-33-5 0,0 0 0,0 1 0,0 0 0,0 0 0,0 1 0,13 5 0,-12-3 0,1-1 0,-1 0 0,1-1 0,0-1 0,0 1 0,13 0 0,68 1 0,-90-4 0,54-1 0,-31-1 0,1 2 0,-1 1 0,1 1 0,27 6 0,-8 0 0,0-3 0,1-1 0,-1-2 0,51-5 0,-3 1 0,210-7 0,-120 8 0,0-1 0,-106-9 0,-49 6 0,40-2 0,23 5 0,89-5 0,-121 6 0,63 6 0,9 0 0,-125-5 342,-12 0-2049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7:49:52.0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0 24520,'128'1421'0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0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70 139 576 0 0,'-31'-38'7195'0'0,"27"32"-6769"0"0,1-1 0 0 0,0-1 1 0 0,0 1-1 0 0,1 0 1 0 0,0-1-1 0 0,0 1 0 0 0,-1-12 1 0 0,-3-12 5039 0 0,-5 61-2753 0 0,17 144 683 0 0,29 87-2744 0 0,-20-161-291 0 0,17 102-251 0 0,21 183 941 0 0,-27-140-892 0 0,-4-61 72 0 0,-2-13-2444 0 0,-15-56-6730 0 0,-5-112 8679 0 0,1 8-462 0 0,-1 0 1 0 0,0 0-1 0 0,0 0 1 0 0,-1 0 0 0 0,-1 0-1 0 0,0 0 1 0 0,0 0-1 0 0,-1 0 1 0 0,-1-1 0 0 0,-5 14-1 0 0,8-23 558 0 0,1 0 0 0 0,-1 0 0 0 0,1-1 0 0 0,-1 1 0 0 0,0 0 0 0 0,1-1 0 0 0,-1 1 0 0 0,0-1 0 0 0,0 1 0 0 0,1 0 0 0 0,-1-1 0 0 0,0 0 0 0 0,0 1 0 0 0,0-1-1 0 0,0 1 1 0 0,1-1 0 0 0,-1 0 0 0 0,-2 1 0 0 0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1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6941 0 0,'0'0'2109'0'0,"-13"20"7165"0"0,21 324-5756 0 0,-1-68-3160 0 0,-8-93 639 0 0,1 332 972 0 0,22-258-1882 0 0,24-4-3319 0 0,-42-206-4023 0 0,-6-12 3445 0 0,2-34 3726 0 0,0-1 0 0 0,0 1 0 0 0,0-1 0 0 0,0 1 0 0 0,0-1 0 0 0,0 1 0 0 0,0-1 0 0 0,0 1 0 0 0,0-1 1 0 0,0 1-1 0 0,0-1 0 0 0,0 1 0 0 0,0-1 0 0 0,-1 1 0 0 0,1-1 0 0 0,0 1 0 0 0,0-1 0 0 0,-1 0 0 0 0,1 1 0 0 0,0-1 0 0 0,0 1 0 0 0,-1-1 1 0 0,1 0-1 0 0,-1 1 0 0 0,1-1 0 0 0,0 0 0 0 0,-1 0 0 0 0,1 1 0 0 0,-1-1 0 0 0,1 0 0 0 0,0 0 0 0 0,-1 1 0 0 0,1-1 0 0 0,-1 0 1 0 0,1 0-1 0 0,-1 0 0 0 0,1 0 0 0 0,-1 0 0 0 0,1 0 0 0 0,-1 0 0 0 0,1 0 0 0 0,-1 0 0 0 0,0 0 0 0 0,-26-12-4451 0 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6377 0 0,'2'-12'6243'0'0,"3"-13"-1663"0"0,-1 21-4352 0 0,1 1 0 0 0,-1 1 1 0 0,1-1-1 0 0,-1 1 0 0 0,1-1 0 0 0,0 1 0 0 0,0 1 0 0 0,0-1 0 0 0,0 1 0 0 0,0 0 0 0 0,8-1 0 0 0,58-3 341 0 0,349 7 2653 0 0,191-9-1679 0 0,-440 5-1162 0 0,323 35 0 0 0,-300-13 16 0 0,-149-16-375 0 0,34 3-1141 0 0,-33-4-3316 0 0,-42-3 1676 0 0,12 4-4734 0 0,-29-11 3872 0 0,-19-2-676 0 0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6257 0 0,'1'-4'666'0'0,"1"0"0"0"0,0 1 1 0 0,0-1-1 0 0,1 0 0 0 0,-1 1 1 0 0,1 0-1 0 0,-1-1 0 0 0,1 1 1 0 0,0 0-1 0 0,0 1 1 0 0,1-1-1 0 0,-1 0 0 0 0,1 1 1 0 0,-1 0-1 0 0,5-2 0 0 0,4-2 68 0 0,1 0-1 0 0,0 1 0 0 0,0 1 0 0 0,22-5 0 0 0,-4 4-568 0 0,57-3 0 0 0,-20 9 524 0 0,79 8 251 0 0,233 8 501 0 0,43 0-592 0 0,-73 0-755 0 0,-171-14 21 0 0,199 5 180 0 0,-126 6-1094 0 0,-116 2-1471 0 0,170 50-9592 0 0,-214-33 8500 0 0,-50-11-954 0 0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4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2224 0 0,'0'0'5377'0'0,"27"23"-2074"0"0,-11-8-2856 0 0,0 1 1 0 0,-1 1 0 0 0,0 0 0 0 0,18 29 0 0 0,-15-19-1529 0 0,37 40 1 0 0,-42-55 171 0 0,0 0 0 0 0,1 0 0 0 0,17 10-1 0 0,-10-7 409 0 0,-6-4-158 0 0,0 0-1 0 0,1-1 0 0 0,29 13 0 0 0,-10-15-817 0 0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1 435 1624 0 0,'14'-48'10253'0'0,"-11"40"-9815"0"0,0 1 0 0 0,1 0 0 0 0,0 0 0 0 0,1 1 0 0 0,-1-1 0 0 0,1 1 0 0 0,8-8 0 0 0,-1 2-224 0 0,121-119-972 0 0,-24 43-5838 0 0,-89 75 5989 0 0,-4 3-106 0 0,-1-1 0 0 0,0 0 0 0 0,16-17 0 0 0,-15 8-1341 0 0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5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132 188 2572 0 0,'0'0'5075'0'0,"16"34"-548"0"0,-12-32-4457 0 0,-1 1 0 0 0,1 0 0 0 0,0-1 0 0 0,0 0 0 0 0,0 0 0 0 0,0 0 0 0 0,1 0 1 0 0,-1-1-1 0 0,0 0 0 0 0,1 0 0 0 0,-1 0 0 0 0,1 0 0 0 0,-1-1 0 0 0,1 1 0 0 0,-1-1 0 0 0,1 0 1 0 0,-1-1-1 0 0,10-1 0 0 0,-6 1 47 0 0,0-2 0 0 0,1 1 0 0 0,-1-1 0 0 0,0 0 0 0 0,0 0 0 0 0,-1-1 0 0 0,1 0 0 0 0,-1-1 0 0 0,0 0 0 0 0,8-6 0 0 0,-11 7 23 0 0,0 1 1 0 0,0-1-1 0 0,0 0 1 0 0,0 0-1 0 0,-1-1 1 0 0,0 1 0 0 0,0-1-1 0 0,0 1 1 0 0,0-1-1 0 0,-1 0 1 0 0,1 0-1 0 0,-1 0 1 0 0,-1-1-1 0 0,1 1 1 0 0,0-8 0 0 0,-1 9 34 0 0,-1 0 1 0 0,-1 0 0 0 0,1 0 0 0 0,-1 0-1 0 0,0 0 1 0 0,0 0 0 0 0,0 0-1 0 0,0 0 1 0 0,-1 0 0 0 0,1 0 0 0 0,-1 1-1 0 0,0-1 1 0 0,0 0 0 0 0,0 1 0 0 0,-1 0-1 0 0,1-1 1 0 0,-1 1 0 0 0,0 0 0 0 0,0 0-1 0 0,0 1 1 0 0,0-1 0 0 0,-1 1 0 0 0,-3-3-1 0 0,1 1-182 0 0,0 0-1 0 0,0 0 1 0 0,0 1-1 0 0,0 0 1 0 0,-1 1-1 0 0,0-1 1 0 0,1 1-1 0 0,-1 0 1 0 0,0 1-1 0 0,0-1 1 0 0,0 1-1 0 0,0 1 1 0 0,0-1-1 0 0,0 1 1 0 0,-12 2-1 0 0,12-1-490 0 0,0 1 0 0 0,-1 0 0 0 0,1 1 0 0 0,0-1 0 0 0,1 1 0 0 0,-1 1-1 0 0,0-1 1 0 0,1 1 0 0 0,0 1 0 0 0,0-1 0 0 0,0 1 0 0 0,0 0 0 0 0,1 0 0 0 0,-1 0-1 0 0,1 1 1 0 0,1 0 0 0 0,-5 6 0 0 0,-73 119-5489 0 0,67-95 2529 0 0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3224 0 0,'0'0'7536'0'0,"21"17"-4189"0"0,2-6-3159 0 0,1-2 0 0 0,0 0 1 0 0,0-1-1 0 0,1-2 0 0 0,0 0 1 0 0,35 2-1 0 0,5 3-3393 0 0,88 26-4034 0 0,-149-36 4986 0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6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0 439 7345 0 0,'6'-19'2272'0'0,"8"4"360"0"0,1-1-340 0 0,2 2-395 0 0,0-1-461 0 0,1-2-188 0 0,2 2-284 0 0,4-3-184 0 0,3-2-308 0 0,12-5-868 0 0,0 2-568 0 0,1-1-1220 0 0,-11 6-765 0 0,115-69-2099 0 0,-77 22 2560 0 0,-24 17-2093 0 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1500 0 0,'0'0'4338'0'0,"-14"9"-1481"0"0,9-2-2511 0 0,1 1 1 0 0,0 1-1 0 0,0-1 0 0 0,1 1 1 0 0,0-1-1 0 0,0 1 1 0 0,1 0-1 0 0,0 0 0 0 0,0 0 1 0 0,1 12-1 0 0,0-15-323 0 0,1-1 0 0 0,0 1 0 0 0,1 0 0 0 0,-1-1 0 0 0,1 1 0 0 0,0-1 0 0 0,1 0 0 0 0,-1 1 0 0 0,1-1 0 0 0,0 0 0 0 0,0 0 0 0 0,1 0 0 0 0,0 0 0 0 0,0 0 0 0 0,0-1 0 0 0,0 1 0 0 0,1-1 0 0 0,4 5 0 0 0,-6-8 31 0 0,0 1-1 0 0,0-1 1 0 0,0 0 0 0 0,1 0 0 0 0,-1 0 0 0 0,0 0 0 0 0,1-1-1 0 0,-1 1 1 0 0,0-1 0 0 0,1 1 0 0 0,-1-1 0 0 0,1 0 0 0 0,-1 0-1 0 0,1 0 1 0 0,-1 0 0 0 0,0 0 0 0 0,1-1 0 0 0,-1 1-1 0 0,1-1 1 0 0,-1 1 0 0 0,0-1 0 0 0,1 0 0 0 0,-1 0 0 0 0,0 0-1 0 0,0 0 1 0 0,0-1 0 0 0,0 1 0 0 0,3-3 0 0 0,4-2 183 0 0,0 0 1 0 0,-1-1 0 0 0,0 0-1 0 0,14-16 1 0 0,-18 19-64 0 0,-1 0 0 0 0,1 0 0 0 0,-1 0 1 0 0,0 0-1 0 0,0 0 0 0 0,-1-1 0 0 0,1 1 0 0 0,-1-1 0 0 0,0 0 1 0 0,0 0-1 0 0,0 1 0 0 0,-1-1 0 0 0,0-1 0 0 0,0 1 1 0 0,0 0-1 0 0,0 0 0 0 0,-1 0 0 0 0,0-7 0 0 0,-1 11-251 0 0,1 0-1 0 0,-1-1 0 0 0,1 1 0 0 0,-1 0 0 0 0,0 0 1 0 0,1 0-1 0 0,-1 0 0 0 0,0 0 0 0 0,0 0 0 0 0,0 0 0 0 0,0 0 1 0 0,0 0-1 0 0,0 0 0 0 0,0 1 0 0 0,0-1 0 0 0,0 0 1 0 0,0 1-1 0 0,0-1 0 0 0,0 1 0 0 0,-1-1 0 0 0,1 1 0 0 0,0-1 1 0 0,0 1-1 0 0,0 0 0 0 0,-1 0 0 0 0,1 0 0 0 0,0-1 1 0 0,-1 1-1 0 0,1 0 0 0 0,-2 1 0 0 0,-35 4-3066 0 0,10 12 961 0 0,-100 82-3153 0 0,85-63 2139 0 0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3 1188 0 0,'0'0'4331'0'0,"-10"-3"910"0"0,-13 203-1894 0 0,-62 243 0 0 0,33-180-1825 0 0,-26 368 0 0 0,48-408-594 0 0,4-51 110 0 0,24-159-962 0 0,-1 15-1680 0 0,3-11-2351 0 0,16-43-4974 0 0,-15 25 8718 0 0,6-35-1985 0 0,-5-7-721 0 0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8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5288 0 0,'0'0'8935'0'0,"5"32"-7500"0"0,13 997 1931 0 0,-62-205-1467 0 0,42-708-1759 0 0,0-3-354 0 0,-2-40-3627 0 0,2-90-2897 0 0,-7-8 4663 0 0,2 5 649 0 0,-8-34-2615 0 0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2008 0 0,'13'10'10286'0'0,"16"-3"-7367"0"0,37 1-3606 0 0,-54-7 2070 0 0,255 9 1353 0 0,-68-4-2284 0 0,959-8 775 0 0,-929 0-745 0 0,49-5 495 0 0,622-15 725 0 0,-862 24-2085 0 0,12 3-4869 0 0,-37 3-8 0 0,-9 7 3428 0 0,-5-14 1085 0 0,1 0 618 0 0,-1 0 0 0 0,1 0 0 0 0,-1-1 0 0 0,0 1 0 0 0,1 0 0 0 0,-1 0 0 0 0,0-1 0 0 0,0 1 0 0 0,1-1 0 0 0,-1 1 1 0 0,0-1-1 0 0,0 1 0 0 0,0-1 0 0 0,0 1 0 0 0,0-1 0 0 0,0 0 0 0 0,0 1 0 0 0,0-1 0 0 0,0 0 0 0 0,0 0 0 0 0,0 0 0 0 0,1 0 1 0 0,-3 0-1 0 0,-42 4-4060 0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2 127 6009 0 0,'0'0'5791'0'0,"0"0"-5600"0"0,0-1-1 0 0,0 1 1 0 0,0 0 0 0 0,-1-1 0 0 0,1 1-1 0 0,0 0 1 0 0,0-1 0 0 0,0 1 0 0 0,0-1-1 0 0,-1 1 1 0 0,1-1 0 0 0,0 1 0 0 0,0 0-1 0 0,0-1 1 0 0,0 1 0 0 0,0-1 0 0 0,0 1-1 0 0,0-1 1 0 0,0 1 0 0 0,1 0 0 0 0,-1-1-1 0 0,0 1 1 0 0,0-1 0 0 0,0 1 0 0 0,0 0-1 0 0,0-1 1 0 0,1 0 0 0 0,72-9 986 0 0,122-4-1 0 0,-6 3-1114 0 0,902-36 1949 0 0,-1065 47-1991 0 0,130-5 162 0 0,110 3 141 0 0,619 8 974 0 0,-630-11-633 0 0,502-7-285 0 0,-688 7-5475 0 0,-28 0-6496 0 0,-72 0 6576 0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3052 0 0,'-1'-2'3305'0'0,"-2"-11"6632"0"0,31 30-9815 0 0,0 2-1 0 0,-1 0 1 0 0,-1 1-1 0 0,44 46 1 0 0,24 41-175 0 0,-40-34 95 0 0,-35-44-343 0 0,28 59-8383 0 0,-35-55 7575 0 0,-12-31 953 0 0,1 1 0 0 0,0-1 1 0 0,-1 0-1 0 0,0 1 0 0 0,1-1 1 0 0,-1 0-1 0 0,0 1 1 0 0,0-1-1 0 0,0 0 0 0 0,0 1 1 0 0,-2 3-1 0 0,-10 9-2045 0 0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1 286 6717 0 0,'0'0'6684'0'0,"20"-31"-1042"0"0,35-8-4094 0 0,3 3-3933 0 0,-4 3-2418 0 0,17-8 716 0 0,-48 28 2905 0 0,-1-1-1 0 0,35-27 1 0 0,-16 4-1859 0 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4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1728 0 0,'0'0'8632'0'0,"19"-3"-7426"0"0,-5 6-972 0 0,1 0 0 0 0,-1 1-1 0 0,0 0 1 0 0,-1 1-1 0 0,1 1 1 0 0,-1 0 0 0 0,18 12-1 0 0,84 66 1519 0 0,-82-57-3083 0 0,62 38 0 0 0,-77-55-94 0 0,-1 1 0 0 0,0 0 0 0 0,16 15-1 0 0,-19-15 174 0 0,-10-7-1592 0 0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12 506 4828 0 0,'-1'-1'452'0'0,"0"1"0"0"0,1 0 0 0 0,-1-1 0 0 0,0 1 0 0 0,1-1 0 0 0,-1 1 0 0 0,0-1 0 0 0,1 1-1 0 0,-1-1 1 0 0,1 1 0 0 0,-1-1 0 0 0,1 0 0 0 0,-1 1 0 0 0,1-1 0 0 0,-1 0 0 0 0,1 1 0 0 0,0-1-1 0 0,-1 0 1 0 0,1 0 0 0 0,0 1 0 0 0,0-1 0 0 0,0 0 0 0 0,-1-1 0 0 0,11-14 3047 0 0,32-13-4545 0 0,-30 23 2018 0 0,73-48-611 0 0,44-36-697 0 0,-98 66-1283 0 0,-1-2-1 0 0,-1-1 0 0 0,-1-1 0 0 0,36-49 1 0 0,-33 27-1675 0 0,-30 48 3174 0 0,0 0 1 0 0,-1 0-1 0 0,1 0 0 0 0,0 0 0 0 0,0 0 1 0 0,-1 0-1 0 0,1-1 0 0 0,-1 1 0 0 0,0 0 0 0 0,0 0 1 0 0,0 0-1 0 0,0 0 0 0 0,0-1 0 0 0,0 1 1 0 0,0 0-1 0 0,-1 0 0 0 0,1 0 0 0 0,-1 0 0 0 0,1 0 1 0 0,-1 0-1 0 0,-1-3 0 0 0,0 4-77 0 0,1-1-1 0 0,-1 1 1 0 0,1 0 0 0 0,-1 0-1 0 0,1-1 1 0 0,-1 1-1 0 0,0 0 1 0 0,0 0-1 0 0,1 1 1 0 0,-1-1 0 0 0,-3-1-1 0 0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6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1068 0 0,'2'3'945'0'0,"0"0"-1"0"0,0-1 1 0 0,0 1 0 0 0,1-1-1 0 0,-1 1 1 0 0,1-1 0 0 0,-1 0-1 0 0,1 0 1 0 0,3 2-1 0 0,50 27 2218 0 0,-43-25-2934 0 0,1-1-1 0 0,-1-1 1 0 0,29 6 0 0 0,-36-9 35 0 0,0 0-1 0 0,0-1 1 0 0,1 0 0 0 0,-1 0 0 0 0,0 0 0 0 0,7-2 0 0 0,-10 2-187 0 0,-1-1 0 0 0,1 1-1 0 0,-1-1 1 0 0,0 0 0 0 0,1 0 0 0 0,-1 0 0 0 0,1 0 0 0 0,-1 0 0 0 0,0 0-1 0 0,0-1 1 0 0,0 1 0 0 0,0-1 0 0 0,0 1 0 0 0,0-1 0 0 0,0 0 0 0 0,0 0 0 0 0,-1 0-1 0 0,1 0 1 0 0,-1 0 0 0 0,2-3 0 0 0,-2 2-52 0 0,0 0-1 0 0,-1 0 1 0 0,1 0 0 0 0,-1 0 0 0 0,1 0-1 0 0,-1 0 1 0 0,0 0 0 0 0,0 0 0 0 0,-1-1-1 0 0,1 1 1 0 0,-1 0 0 0 0,1 0 0 0 0,-1 0-1 0 0,0 0 1 0 0,0 0 0 0 0,0 1 0 0 0,-1-1-1 0 0,-1-3 1 0 0,1 3-71 0 0,-4-11 432 0 0,-2 0 1 0 0,0 1 0 0 0,-13-18-1 0 0,-5 10-3309 0 0,25 20 2754 0 0,0 1 0 0 0,1 0 0 0 0,-1 0 0 0 0,0 0 0 0 0,0-1 0 0 0,0 1 0 0 0,0 0 0 0 0,1 0 0 0 0,-1 0 0 0 0,0 0 0 0 0,0 1 0 0 0,0-1 0 0 0,0 0 0 0 0,1 0 0 0 0,-1 0 0 0 0,0 1 0 0 0,0-1 0 0 0,0 0 0 0 0,1 1 0 0 0,-1-1 0 0 0,0 1 0 0 0,0-1 0 0 0,1 1 0 0 0,-1-1 0 0 0,0 1 0 0 0,1-1 0 0 0,-1 1 0 0 0,0 1 0 0 0,-24 34-2403 0 0,-53 119-1688 0 0,51-92 1711 0 0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7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18 1944 0 0,'0'0'7832'0'0,"-23"7"-8593"0"0,19 1 991 0 0,1 0 1 0 0,0 0-1 0 0,0 1 1 0 0,1 0-1 0 0,0-1 1 0 0,1 1 0 0 0,0 0-1 0 0,0 0 1 0 0,1 0-1 0 0,0 0 1 0 0,1 0-1 0 0,-1-1 1 0 0,2 1-1 0 0,-1 0 1 0 0,5 12-1 0 0,-5-17-153 0 0,1 1 0 0 0,-1-1-1 0 0,1 0 1 0 0,-1 0 0 0 0,1 0 0 0 0,1-1-1 0 0,-1 1 1 0 0,0 0 0 0 0,1-1-1 0 0,0 0 1 0 0,0 1 0 0 0,0-1-1 0 0,0 0 1 0 0,0 0 0 0 0,1-1 0 0 0,-1 1-1 0 0,1-1 1 0 0,0 0 0 0 0,0 0-1 0 0,0 0 1 0 0,0 0 0 0 0,0-1 0 0 0,0 1-1 0 0,0-1 1 0 0,0 0 0 0 0,1 0-1 0 0,-1-1 1 0 0,0 1 0 0 0,1-1 0 0 0,-1 0-1 0 0,0 0 1 0 0,1-1 0 0 0,7-1-1 0 0,6-1 96 0 0,-1-2 0 0 0,0 0 0 0 0,0-1 0 0 0,0-1 0 0 0,0-1 0 0 0,19-12 0 0 0,-29 16-130 0 0,-1 1 1 0 0,0-2 0 0 0,0 1 0 0 0,0-1 0 0 0,0 0 0 0 0,-1 0-1 0 0,1-1 1 0 0,-2 0 0 0 0,1 1 0 0 0,0-2 0 0 0,-1 1 0 0 0,0 0-1 0 0,-1-1 1 0 0,0 0 0 0 0,0 0 0 0 0,0 0 0 0 0,2-11 0 0 0,-4 15-76 0 0,-1 1 1 0 0,1-1 0 0 0,-1 0-1 0 0,0 1 1 0 0,0-1-1 0 0,0 0 1 0 0,0 1 0 0 0,-1-1-1 0 0,1 0 1 0 0,-1 1 0 0 0,0-1-1 0 0,0 0 1 0 0,0 1 0 0 0,0-1-1 0 0,0 1 1 0 0,0 0 0 0 0,0-1-1 0 0,-1 1 1 0 0,0 0 0 0 0,-2-3-1 0 0,1 2-168 0 0,0 1 0 0 0,-1-1-1 0 0,1 1 1 0 0,-1 0 0 0 0,1 0-1 0 0,-1 0 1 0 0,0 0 0 0 0,0 1 0 0 0,0 0-1 0 0,0 0 1 0 0,-8-2 0 0 0,-2 2-422 0 0,1 0 1 0 0,-1 1 0 0 0,1 0-1 0 0,-1 1 1 0 0,1 0-1 0 0,-1 1 1 0 0,-14 5 0 0 0,-35 17-729 0 0,-159 85-1961 0 0,162-77 1491 0 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4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5 154 1464,'-4'-6'7295,"3"5"-6734,3-7 3673,-1 6-3776,1-1 0,0 1 1,0-1-1,4-2 0,2-3 19,3-3 271,-1-1 0,2 2 0,0 0 0,15-10 0,-26 19-713,-1 1 0,1 0 0,0-1 1,0 1-1,-1 0 0,1 0 0,0-1 1,0 1-1,0 0 0,-1 0 0,2 0 1,-2 0-1,1 0 0,0 0 0,0 0 1,-1 0-1,1 0 0,0 0 0,1 0 1,17 7 128,-4-1-100,27 0 52,-31-5 12,0 0-1,17 4 1,-23-4-175,2 1 0,-1-1 0,0 0 0,0-1 0,0 1 0,1-1 0,-2 0 0,2-1 0,-1 1 0,0-1 0,0-1 0,1 1 0,-2 0 0,2-1 0,-2 0 0,1 0 0,-1 0 0,1-1 0,-1 0 0,0 1 0,0-1 0,0-1 0,-1 1 0,1-1 0,-1 0 0,1 0 0,3-5 0,-7 7-476,0 1 1,0 0 0,0-1 0,-1 1 0,1-1 0,0 1-1,-1 0 1,0-1 0,0 0 0,1-2 0,-2-5-2342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4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 61 1152,'-4'-7'6779,"4"6"-6422,5-8 2885,15-7-1796,-13 10-71,-5 5-1254,1-2 165,1 0-1,0 0 1,0 0 0,6-3 0,-9 6-240,-1 0 0,1-1-1,-1 1 1,2 0 0,-2 0 0,1-1-1,0 1 1,0 0 0,0 0-1,-1 0 1,1 0 0,0-1 0,0 1-1,0 0 1,0 0 0,-1 0-1,2 1 1,-2-1 0,1 0-1,0 0 1,0 0 0,-1 0 0,1 1-1,0-1 1,0 0 0,-1 1-1,1-1 1,0 0 0,-1 1 0,1-1-1,0 1 1,-1-1 0,1 0-1,0 2 1,2 1 38,-1-1-1,0 0 1,1 1 0,-1-1-1,1 0 1,0 0-1,0 0 1,0 0 0,0-1-1,1 1 1,-1 0 0,1-1-1,-1 0 1,1 0-1,-1 0 1,1 0 0,0-1-1,0 1 1,6 0-1,25 0 410,0-2 0,69-9 0,-97 9-782,-1-1 0,1 1 0,-1-2 0,0 1 0,12-6 0,-17 8 186,17-7-732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4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20 65 1872,'2'-32'2171,"1"-1"8260,1 42-7325,-1 1-2425,-1 0-1,-1 0 1,-1 0 0,0 17 0,-10 42 478,5-42-701,0 0-132,-1 9-87,1 1-1,1 37 0,4-73-264,0-1 0,0 1 0,0 1 0,1-1-1,-1 0 1,0-1 0,0 1 0,0 0 0,1 0-1,-1 0 1,1 0 0,-1 0 0,1 0 0,-1 0-1,1-1 1,0 2 0,0-2-202,0 0 0,-1 0 0,0 0 0,1 1 0,0-1 0,-1 0 0,1 0 0,-1 0 0,0 0 0,1 0 0,0 0 0,-1 0 0,1 0 0,0 0 0,-1 0 0,0 0 0,1-1 0,-1 1 0,1 0 0,-1 0 0,1 0 0,-1 0 0,1-1 0,-1 1 0,1 0 0,-1 0 0,0-1 0,1 1 0,0 0 0,-1-1 0,1 0 0,5-4-3254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4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76 7242,'0'-3'7616,"8"-1"-4119,18-1-2330,-14 2-43,168-41 3153,-149 39-4037,1 0 0,0 2 0,-1 1 0,1 1 0,32 3 0,-51-2-768,1 2 1,0-1-1,-1 2 1,20 5-1,-21-4-664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4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98 33 3785,'-1'0'224,"0"1"0,0-1 0,0 0 0,0 0 0,0 0 0,0 1 0,0-1 0,0 1 0,0-1 0,0 0 0,0 1 0,1-1 0,-1 1 0,0 0 0,0 0 0,0-1 1,1 1-1,-1 0 0,0-1 0,1 1 0,0 0 0,-1-1 0,1 1 0,-1 0 0,1 0 0,-1 0 0,1 0 0,0 0 0,0-1 0,0 1 0,0 1 0,-2 5 1016,2 1-1,-1 13 1,2-14-660,-1 10 499,0 15 145,-1-1-1,-9 49 1,6-64-1131,1 1 52,-12 32 0,15-49-141,-1 1 0,1-1 1,0 0-1,0 1 1,0-1-1,0 1 0,-1 0 1,1-1-1,-1 1 1,1-1-1,0 0 0,0 1 1,-1-1-1,0 1 1,1-1-1,0 0 0,-1 1 1,0-1-1,1 0 1,0 0-1,-1 1 0,1-1 1,-1 0-1,0 0 1,1 0-1,-1 1 0,0-1 1,0 0-1,1 0-5,-1-1 0,0 1-1,1 0 1,-1 0 0,0-1 0,1 1-1,0 0 1,-1-1 0,0 1 0,1-1-1,0 1 1,-1-1 0,1 1 0,0 0-1,0-1 1,-1 1 0,1-1-1,-1 0 1,1 1 0,0-1 0,0 1-1,0-1 1,0 1 0,0-1 0,0 0-1,0 0 1,-4-57-509,4 40 441,-5-30 0,2 33 84,-4-21-1,7 33-10,-1 0 1,1 0 0,0 0 0,1-1 0,-1 1-1,0 0 1,1 0 0,1-4 0,-2 6 3,0 1 1,1-1-1,-1 1 0,0-1 1,1 1-1,-1-1 0,0 0 1,0 1-1,1 0 1,-1-1-1,1 1 0,-1-1 1,1 1-1,-1 0 0,1-1 1,-1 1-1,1 0 0,-1-1 1,1 1-1,-1 0 1,1 0-1,-1 0 0,1-1 1,1 1-1,-2 0 17,1 0-1,0 0 1,0 0-1,0 1 1,-1-1 0,2 0-1,-2 0 1,1 0 0,-1 1-1,2-1 1,-2 0-1,1 1 1,0-1 0,-1 1-1,1-1 1,0 1-1,4 3 184,-1 0 0,0 1 0,5 7-1,-7-10-162,27 37 1243,68 69-1,-85-98-1191,1 1 0,1-1 0,0-1 0,1 0 0,0-1 0,0 0 0,1-1-1,0 0 1,1-1 0,-1-1 0,1 0 0,27 4 0,-44-9-88,1 0 0,-1 0-1,0 0 1,1 0 0,0 0-1,-1 0 1,0 0 0,1 0 0,-1 0-1,0 0 1,1 0 0,-1 0 0,1-1-1,-1 1 1,0 0 0,1 0-1,-1 0 1,1-1 0,-1 1 0,0 0-1,0 0 1,1 0 0,-1-1-1,1 1 1,-1 0 0,0-1 0,0 1-1,0 0 1,1-1 0,-1 1 0,0 0-1,0 0 1,0-1 0,0 0-1,0 1 1,0 0 0,0-1 0,2-18 68,-3 12-58,0-175 31,-2 133-31,-20-82 0,22 126-1222,2 15-735,3 2 794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4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882 26 3113,'1'-1'458,"-1"0"1,0 0 0,0 0 0,0 0 0,0 1-1,0-1 1,0 0 0,0 0 0,0 0-1,0 0 1,-1 0 0,1 1 0,0-1 0,0 0-1,-1 0 1,1 1 0,-1-1 0,1 0-1,-1 0 1,0 0 0,0 0 0,0 0-120,0 0 1,-1 1 0,1-1-1,0 1 1,-1-1 0,1 1-1,0-1 1,0 1 0,-1 0-1,1 0 1,-1-1 0,1 1-1,-3 0 1,-4 0 83,0 1 0,0 0-1,0 0 1,-12 2 0,-35 13-18,0 1 0,2 2 0,-58 28 0,61-23-280,-62 41 1,-39 36 61,138-92-161,0 0 19,-14 12 1,25-19-32,-1 0 1,1 0 0,0 1 0,0-1-1,0 0 1,0 1 0,0-1-1,1 1 1,-1 0 0,1-1-1,-1 6 1,2-7-9,0-1-1,0 1 1,0-1-1,0 1 1,0-1-1,0 1 1,0 0-1,0-1 1,0 0-1,0 1 1,0-1-1,0 1 1,1-1-1,-1 0 1,1 1-1,-1-1 1,0 1-1,0-1 1,1 0 0,-1 1-1,0-1 1,1 0-1,-1 1 1,1-1-1,-1 0 1,1 0-1,-1 1 1,1-1-1,-1 0 1,1 1-1,0-1 1,-1 0-1,0 0 1,1 0-1,1 0 1,19 1 126,-18-1-116,8 0 32,0-1 0,0-1 0,1 0 0,16-5 0,43-16 26,-38 11-45,-9 4-18,0 0 1,1 2-1,0 0 1,0 2 0,1 0-1,42-2 1,-64 6-9,0 0 1,-1 1-1,1-1 0,0 0 0,0 2 1,5 0-1,-9-2-1,1 0 0,0 0 0,-1 0 0,1 1 0,-1-1 0,1 0 0,0 0-1,-1 1 1,1-1 0,0 1 0,-1-1 0,0 0 0,1 1 0,0 0 0,-1-1 0,0 1 0,0-1 0,1 1 0,-1-1 0,0 1 0,0-1 0,0 1 0,1-1 0,-1 1 0,0-1 0,0 1-1,0-1 1,1 1 0,-1 0 0,-1-1 0,1 1 0,0 0 0,0-1 0,0 1 0,0-1 0,-1 1 0,1-1 0,0 1 0,0-1 0,-1 1 0,1-1 0,-1 2 0,-4 3 13,0 1 1,0 0 0,0-1-1,-2 0 1,2 0-1,-2 0 1,0-1 0,-7 5-1,6-4-6,-67 43 92,-85 71 1,125-91-63,-73 65 119,75-61-38,-31 37 0,56-60-88,-1 1 0,2 1 0,0-1 0,1 0 0,0 2 0,1-1 0,1 0 0,-1 1 0,2 0 0,1-1 0,-2 14 0,3-9 12,0 0 0,2 0 0,0 0 0,6 24 0,-5-34-20,0 0 1,0 0-1,1 0 1,-1-1 0,2 1-1,4 6 1,-5-9 1,0 1-1,0-1 1,0 0-1,1 0 1,-1-1 0,1 1-1,0 0 1,0-1-1,0 0 1,8 3 0,-3-2 47,1 0 1,-1-1-1,1 0 0,-1 0 1,1-1-1,0-1 1,0 1-1,15-2 0,6-1 266,44-9 1,141-42 877,-52 11-599,-154 39-589,1 1 1,-1 0-1,1 1 0,-1 0 1,0 1-1,1 0 1,11 1-1,-18-1-264,1 1 1,-2 0-1,2 0 1,-1 1-1,0-1 0,0 0 1,0 1-1,0 0 1,-1 0-1,0 0 0,1 0 1,-1 0-1,1 1 0,-1-1 1,0 1-1,-1 0 1,2-1-1,-2 2 0,3 3 1,10 17-1557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5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46 10 7810,'-16'-10'6745,"12"18"-5129,-1 3-335,-1 7-305,2 3-216,-1 5-168,3 0-128,-1 0-208,2-3-88,1-3-272,0-2-320,1-6-1096,2 0-1665,3-8 1289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5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32 11466,'7'-13'1473,"-6"6"1911,2 1-2255,0 3-281,1 0-192,-1 3-504,2 0-336,3 1-1632,2 3-2505,0 4 1856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5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23 14507,'-8'-1'2761,"8"3"-1721,1 2-248,3 0-112,6-3-184,4-1-128,8-4-144,4-2-64,3-1-95,-2 0-41,-2 2-209,-3 1-263,-6 4-904,-3 0-1040,-7 3 1159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5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38 9178,'1'-2'1920,"8"-3"1561,4 2-1176,4-3-305,1 2-640,4 1-319,-1-1-249,-1 3-352,-3-3-168,1 2-352,0 0-288,1 1-969,-2 1-975,-3 4 944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5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3 7666,'-8'-3'2136,"3"11"3089,-1 6-2984,-2 10-377,0 6-392,1 8-391,1 2-145,2 1-352,3-3-208,1-6-216,0-4-184,5-9-760,3-3-720,4-8 711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5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61 50 7554,'0'0'106,"0"0"1,-1-1-1,1 1 1,0 0-1,0 0 1,0 0-1,0 0 1,0-1-1,-1 1 1,1 0 0,-1 0-1,1 0 1,0 0-1,0 0 1,0 0-1,-1-1 1,1 1-1,-1 0 1,1 0-1,0 0 1,0 0-1,0 0 1,-1 0 0,1 0-1,0 0 1,0 0-1,-1 0 1,1 0-1,-1 0 1,1 0-1,0 0 1,0 0-1,0 0 1,-1 1 0,1-1-1,-1 0 1,1 0-1,0 0 1,0 0-1,0 0 1,-1 0-1,1 1 1,0-1-1,-1 0 1,1 0-1,0 0 1,0 1 0,0-1-1,0 0 1,0 0-1,0 0 1,-1 1-1,1-1 1,0 0-1,0 0 1,0 0-1,0 1 1,-4 18 3380,3-14-3311,-9 53 1172,3 0 1,2 77 0,7-124-1337,-2-11-11,0 0-1,0 0 1,1 0-1,-1 0 1,0 0-1,0 0 1,0 0-1,1 0 1,-1-1-1,0 1 1,0 0-1,0 0 1,0 0 0,0 0-1,0 0 1,0 0-1,0 0 1,0 0-1,0 0 1,1 0-1,-1 0 1,0 0-1,0 0 1,0-1-1,0 1 1,0 0-1,0 0 1,0 0-1,1 0 1,-1 0-1,0 0 1,0 0-1,0 0 1,0-1-1,0 1 1,0 0 0,0 0-1,0 0 1,0 0-1,0 0 1,5-21-43,-3-9-43,-2 1 0,0-1 0,-3 1 0,-13-58-1,1 47 715,30 62 552,-10-14-1096,33 65 418,-29-61-420,-1 1 0,2-1 0,15 16 0,-14-17-40,1 0 0,0-2 0,1 1 0,0-1-1,15 8 1,-23-14-25,0-1-1,0 0 0,0 0 1,1 0-1,-1-1 0,1 0 1,-1 1-1,8-1 0,-9 0 8,-1-1-1,1 0 0,0-1 1,0 1-1,-1 0 1,0-1-1,1 0 1,0 0-1,-1 0 0,0 0 1,1 0-1,-1 0 1,7-4-1,-5 1 6,0 1 0,-1-1 0,1 0 0,-1 0-1,1-1 1,-1 1 0,-1 0 0,1-1 0,-1 0-1,0 0 1,-1 0 0,1 0 0,-1 0 0,2-8 0,0-2 8,-1 0 1,0-1-1,-1-29 1,-2 28 6,-6-33-1,4 42-35,0 0 1,0 0-1,-1 1 0,-1-1 0,1 0 0,-7-8 0,9 15-25,1 0 0,0 1-1,-1-1 1,0 0 0,1 0 0,-1 0 0,0 1-1,0-1 1,1 0 0,-1 1 0,0-1-1,0 1 1,0-1 0,0 1 0,0 0 0,-2-1-1,2 1-11,1-1-1,-1 1 0,0 1 0,1-1 0,0 0 1,-1 0-1,0 0 0,1 0 0,-1 0 1,0 0-1,1 0 0,-1 1 0,1-1 0,-1 0 1,1 0-1,-1 1 0,1-1 0,-1 0 1,1 0-1,-1 1 0,1-1 0,-1 1 1,0 1-79,-1 0 1,1-1-1,0 1 1,0 0 0,0-1-1,0 2 1,0-1-1,0 0 1,0 0-1,1 0 1,0 0 0,0 0-1,-1 3 1,4 13-758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5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114 2 3873,'-1'0'266,"-1"0"-1,1 0 1,-1-1 0,1 1-1,0 0 1,-1 0 0,0 0 0,1 0-1,-1 0 1,1 1 0,0-1-1,-1 0 1,1 0 0,-1 1 0,1-1-1,0 1 1,-1-1 0,1 1-1,0-1 1,0 1 0,-1 0-1,1-1 1,0 1 0,0 0 0,0 0-1,0 0 1,0 0 0,-1 1-1,-2 2 234,1 0-1,-1 1 0,1-1 1,1 1-1,-4 6 0,-33 84 3000,36-82-3239,-1 0 0,1 1 0,1 0 0,1-1 0,1 18 0,0-27-223,1 0 1,-1 0-1,2 0 0,-2 0 0,2 0 0,-1 0 1,1 0-1,0 0 0,0-1 0,1 1 0,-1 0 1,1-1-1,0 1 0,4 3 0,-4-5-23,-1 0 0,1 0 0,0 0-1,0-1 1,0 1 0,0 0 0,0-1-1,0 0 1,1 0 0,-1 0 0,0 0-1,1 0 1,-1 0 0,1-1 0,-1 0-1,1 1 1,-1-1 0,1 0 0,-1 0-1,7-2 1,-6 1 0,1 0 0,-1 0 0,1-1 0,-2 1 0,2-1 1,-1 0-1,0 0 0,-1 0 0,1 0 0,-1-1 0,1 1 0,-1-1 0,0 0 0,0 0 0,5-6 0,0-2 16,0-1 0,0 0 0,6-15 0,-8 13 4,0 0-1,-1-1 0,-1 0 1,2-17-1,-4 25-18,-2-2 0,0 1 1,0 0-1,0 0 0,-2 0 0,1 1 1,-1-1-1,0 0 0,-5-12 1,6 19 339,-1 4-59,1 9 152,0 17 158,-1 70 611,0 34-494,2-130-812,0 0 0,0 0 0,0-1 0,1 2 0,-1-2 0,1 1 0,0 0-1,0 0 1,0-1 0,0 1 0,1 0 0,-1-1 0,1 1 0,0-1 0,0 1 0,2 2 0,-1-2-578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5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80 7 4161,'-1'-1'197,"1"1"1,-1-1-1,0 1 1,1-1-1,-2 1 0,2-1 1,-1 1-1,0 0 1,0-1-1,1 1 1,-2 0-1,2 0 1,-2 0-1,2-1 0,-1 1 1,0 0-1,0 0 1,0 0-1,0 0 1,-2 0-1,2 1 129,0-1 1,0 1-1,0-1 0,0 0 1,0 1-1,0 0 1,0-1-1,0 1 0,0-1 1,0 1-1,0 0 0,1 0 1,-1 0-1,0 0 1,1-1-1,-1 1 0,0 1 1,-3 6 704,0-1 0,1 0 0,0 1 0,-2 13 0,-4 33 941,6-32-1368,-3 11-20,1-4-1000,3-16-3891,2-18 2360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5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4 15099,'1'-4'1072,"3"4"417,-2 1-209,-1 2-552,1 2-320,1-1-312,0 0-32,0 1-592,0-1-824,-3 5 656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5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181 18 6257,'2'-1'211,"-1"0"-1,0 0 1,0 1-1,0-1 1,0 0 0,0 0-1,0 0 1,1-1-1,-2-3 1792,-9 2 717,7 3-2469,0 0-1,0 0 1,1 0-1,-1 0 0,0 0 1,0 1-1,1-1 0,-1 0 1,0 1-1,1-1 1,-1 1-1,0-1 0,0 1 1,1 0-1,-1-1 0,1 1 1,-1 0-1,1 1 0,-3 0 1,-2 4 254,0-1-1,-9 12 1,14-15-361,-15 17 493,2 2-1,0-1 1,2 1 0,1 1 0,1-1 0,-12 41-1,15-33-447,2 0-1,0 0 1,2 0-1,4 58 1,0-74-284,1-1 1,0 1-1,1-1 1,7 17 0,-7-23-304,0 0 1,0-1 0,0 1 0,1 0 0,0-1-1,1 0 1,-1 0 0,1 0 0,0-1 0,8 7 0,10 2-796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6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184 2 6425,'-3'-1'519,"-1"1"0,0 0 0,0 0-1,0 1 1,1-1 0,-1 1 0,0-1-1,0 1 1,0 0 0,1 0 0,-1 0-1,1 1 1,-4 1 0,-5 4 294,0 0 0,-13 9-1,11-6-656,5-4 90,0 1-1,-14 13 1,20-17-185,1 0 0,-1 1 0,1-1 0,-1 0 0,1 0 0,0 1 0,0 0 0,0-1 0,1 1 0,-1 4 0,2-6-47,0 1 1,0-1-1,0 0 0,0 1 0,1-1 0,0 0 0,-1 0 0,1 0 0,0 1 0,0-1 0,1 0 0,-1 0 0,0 0 0,0 0 0,1 0 0,0 0 0,-1 0 0,1-1 0,0 1 0,1-1 0,-1 1 0,3 1 0,4 3 76,0-2 0,1 1 0,-1-1 0,14 5 0,73 16 1615,-88-23-1466,-7-2-185,-1 0 0,1 0 1,0 1-1,0-1 0,0 0 0,0 0 0,-1 1 1,1-1-1,0 0 0,0 1 0,-1-1 1,1 0-1,0 1 0,-1 0 0,2 0 0,-2-1-29,0 1 0,0-1 0,0 0 0,0 0 0,0 0-1,0 1 1,0-1 0,0 0 0,0 0 0,0 1 0,0-1 0,0 0-1,0 0 1,0 1 0,0-1 0,-1 0 0,1 0 0,0 0-1,0 1 1,0-1 0,-1 0 0,1 1 0,0-1 0,0 0 0,0 0-1,0 0 1,-1 0 0,0 1 0,-2 1 109,-1 0-1,0 0 1,0 0 0,-5 1-1,4-1-173,-21 9-88,-58 22 454,29-9-3281,46-20 1981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6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17 5857,'1'-2'325,"-1"1"0,0 1 1,0-1-1,1 0 0,-1 0 0,1 0 0,-1 0 0,1 1 0,0-2 0,-1 2 0,1-1 0,-1 0 1,1 1-1,0-1 0,-1 0 0,2 1 0,-2-1 0,2 0 0,-1 1-112,-1 0 0,0 0-1,1 0 1,-1 0 0,1 0-1,-1-1 1,0 1-1,1 0 1,0 0 0,-1 0-1,0 0 1,0 0 0,1 0-1,-1 1 1,0-1 0,1 0-1,0 0 1,-1 0 0,0 0-1,0 0 1,2 0 0,-2 1-30,1-1 0,0 1 1,-1-1-1,1 1 0,-1 0 1,1-1-1,0 1 0,-1 0 1,1-1-1,0 1 0,-1 0 1,1 1-1,4 12 853,0 0 0,-1 0 0,3 22 0,-3-17-550,19 150 1430,-22-140-1808,-1 0 0,-2 0 1,-12 55-1,2-41-1018,-32 66 0,20-57 156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6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 2 1448,'-5'-2'5412,"5"2"-5265,-1 7 2736,6 15-867,-4-17-1219,51 219 5561,-10-36-5632,-41-182-712,8 24 66,-8-27-81,0-1 0,0 0 0,0 0 0,0 0 0,1 0 0,-1 0 0,1 0 0,-1 0 0,1-1 0,2 3 0,-4-4-21,0 0 1,0 1 0,0-1 0,0 0 0,0 0 0,0 0-1,1 0 1,-1 0 0,0 0 0,0 0 0,0 0 0,0 0 0,1 0-1,-1 0 1,0 0 0,0 0 0,0 0 0,0 0 0,0 0-1,0 0 1,0 0 0,1 0 0,-1 0 0,0 0 0,0 0-1,0 0 1,1 0 0,-1 0 0,0 0 0,0 0 0,0 0 0,0 0-1,0 0 1,0 0 0,0 0 0,0 0 0,1 0 0,-1 0-1,0 0 1,0 0 0,0 0 0,0-1 0,0 1 0,0 0-1,0 0 1,0 0 0,0 0 0,0 0 0,0 0 0,0 0 0,0-1-1,2-5-971,-2 5 759,2-29-6539,-2 26 6086,-2-21-2442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6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8 72 4033,'-1'-4'925,"-1"0"1,1 0-1,0 0 1,0 0 0,-1-6-1,2 9-772,0 0-1,0 1 1,0-2 0,0 2-1,1-1 1,-1 0-1,0 0 1,0 1 0,0-1-1,1 0 1,-1 1 0,1-1-1,-1 0 1,1 0-1,-1 1 1,0-1 0,1 0-1,0 1 1,-1-1 0,1 1-1,0-1 1,0 1-1,0 0 1,-1-1 0,1 1-1,-1-1 1,2 1 0,-2 0-1,2 0 1,-2-1-1,1 1 1,0-1 0,0 1-1,0 0 1,2 0 0,-2 0-38,1 0 1,0 0 0,0 0-1,-1 1 1,1-1-1,0 1 1,0-1 0,-1 1-1,1-1 1,0 1 0,-1-1-1,1 1 1,0 0 0,0 0-1,-1 0 1,0 0 0,0 0-1,1 0 1,-1 0 0,0 0-1,0 0 1,1 0-1,-2 1 1,2-1 0,-1 2-1,5 5 162,-2 0 0,0 0-1,4 11 1,-5-11-166,2 1 2,19 42 225,-22-46-327,1 0 0,1-1-1,-1 0 1,1 0 0,-1 1-1,1-2 1,1 1 0,4 4-1,-7-7-6,-1 0-1,1 0 1,0-1-1,-1 1 1,1 0-1,0-1 1,0 2-1,0-2 1,0 0-1,0 1 1,0-1-1,0 0 1,0 0-1,0 0 0,0 0 1,0 0-1,0 0 1,0 0-1,0 0 1,0-1-1,0 1 1,0-1-1,0 0 1,0 1-1,-1-1 1,1 0-1,0 0 1,0 1-1,-1-1 1,1 0-1,-1 0 1,2-2-1,3-2 16,-1 1-1,0-2 1,0 2 0,0-2-1,-1 1 1,0-1 0,3-6-1,0-1 27,-1 1 0,-1-1 0,0 1 0,-1-1 0,-1-1 0,0 1 0,0-23 0,-4 22 238,1 14-267,0 0 1,0 0-1,0 0 0,0-1 1,0 1-1,0 0 0,0 0 1,0 0-1,0 0 0,0 0 0,0-1 1,0 1-1,0 0 0,-1 0 1,1 0-1,0 0 0,0 0 1,0-1-1,0 1 0,-1 0 0,1 0 1,0 0-1,0 0 0,0 0 1,0 0-1,0 0 0,-1 0 1,1-1-1,0 1 0,0 0 1,-1 0-1,-3 5 546,1 2-305,0 0-1,1 1 0,0-1 1,1 1-1,-1 10 1,0 43 367,2-53-534,2 27 113,1 0 0,9 37 0,-6-47-262,2 0-1,0-1 1,21 38 0,-26-55-160,1-1 0,1 1 1,-1-1-1,1 0 0,0 0 1,1 0-1,10 7 0,-12-10-207,0-1-1,0 1 1,0-1 0,0 0-1,0 0 1,7 2 0,-7-3-313,0 0 0,0 0 0,1-1 0,-1 1 0,0-1 1,0 0-1,0 0 0,5 0 0,14-3-2943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6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53 166 8250,'-2'1'331,"0"0"-1,0 0 1,1 0 0,-1 1 0,1-1 0,-1 0-1,1 0 1,-1 0 0,1 1 0,0 0 0,0-1-1,0 0 1,0 1 0,0-1 0,0 1 0,0 0-1,1 0 1,-1-1 0,1 1 0,-1 0 0,1 0-1,0-1 1,0 1 0,0 0 0,0 2 0,0 2-27,1-1 0,0 0 1,0 0-1,0 0 0,1 0 1,-1 0-1,6 9 0,-6-12-261,1 1 0,1 0 0,-1 0 0,0-1 0,1 1 0,-1 0 0,2-1 0,-2 0 0,1 0 0,0 0 0,1 0 0,-1 0 0,0 0 0,1-1 0,0 1 0,-1-1 0,1 0-1,-1 0 1,1 0 0,0 0 0,0-1 0,0 1 0,0-1 0,7 0 0,-5 0-35,0-1-1,0 1 1,0-1-1,0 0 1,0-1-1,0 0 1,-1 1-1,0-1 1,1-1-1,-1 1 1,0 0-1,0-2 1,0 2-1,0-1 1,0-1-1,3-3 1,-2 1 13,-1 0-1,1 0 1,-1-1 0,0 0-1,-1 1 1,0-2-1,-1 2 1,0-2 0,4-10-1,-5 8 10,1 0 0,-2-1 0,0 0 0,0 0 0,-2 1 0,-1-15 0,2 20-16,-2 0 0,1 0 0,-1 0 0,0 1 0,0-1 0,0 0-1,-1 0 1,1 0 0,-1 1 0,-1 0 0,1 0 0,-1 0 0,-6-5 0,7 6-6,-1 0 0,1 1 0,-1 0 0,0-1 1,0 1-1,0 0 0,-1 1 0,1-1 0,-1 0 0,1 1 0,0 0 1,-1 0-1,0 1 0,1-1 0,-1 1 0,0-1 0,-8 2 1,6-1-43,1 1 1,0 1 0,-1-1 0,1 1-1,-1 0 1,1 0 0,0 0 0,0 1-1,0 0 1,1 0 0,-1 1 0,-8 6-1,7-5-64,0 1-1,1 0 0,0 0 1,1 0-1,-1 0 0,1 1 1,0-1-1,-6 15 0,10-19-111,0 1 0,0 0 0,0-1 0,1 2 0,0-2 0,-1 1 0,1 0 0,0 0 0,0 0 0,0-1 0,1 4-1,0-3-266,0-1-1,0 0 0,0 1 1,0-1-1,1 0 0,-1 0 1,1 0-1,-1 0 0,1 1 0,0-2 1,0 1-1,0 0 0,3 2 1,25 12-2741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6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19 43 8410,'-4'12'2567,"0"-1"0,-3 22 0,5-24-2055,1 2 0,1-2-1,0 1 1,0 0 0,1 0 0,5 16 0,-6-25-493,1 1 1,-1-1-1,0 1 1,1-1-1,0 0 1,0 1-1,-1-1 1,2 1-1,-2-1 1,2 0-1,-2 0 1,1 0-1,1 0 1,-1 0-1,2 2 1,-2-3-17,1 0 1,-1 1-1,0-1 1,1 0 0,-1 0-1,0 1 1,0-1-1,0 0 1,0 0 0,0 0-1,1 0 1,-1 0-1,0 0 1,1-1 0,-1 1-1,0 0 1,0 0-1,1-1 1,-2 1 0,2-1-1,-1 1 1,2-2-1,6-3-23,0 0 1,-1 0-1,0-1 0,0 0 0,9-9 0,32-36-439,-47 48 421,20-21-470,-3-1-1,21-33 1,-46 68 1007,1 0 0,0 1 0,1 0 0,0-1 0,-1 13 0,4-19-466,0 0 0,1 1 0,-1-1 0,1 1 0,0-1 0,1 0 0,-1 1 0,1-1 0,0 1 1,0-1-1,1 0 0,0 0 0,0 0 0,0 0 0,0 0 0,4 4 0,-4-6-88,-1-1-1,1 1 1,0 0-1,0-1 1,-1 0 0,1 1-1,0-1 1,1 0-1,-1 0 1,0 0-1,0 0 1,1 0 0,-1-1-1,0 1 1,1 0-1,-1-1 1,1 0-1,-1 1 1,5-1-1,-2 0-459,-2-1 0,2 1 0,-1-1 0,0 1 0,0-1 0,0 0 0,0-1 0,0 1 0,0-1 0,0 1 0,3-3 0,16-12-2305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6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18 30 8010,'-15'-29'9129,"15"29"-8891,-2 5 1946,1 11-1053,5 25 588,12 50 0,20 40-998,8-1-390,-34-108-798,0 0-1,2-1 0,25 34 1,-53-83-2318,10 19 2433,-33-46-904,34 48 1243,-1 0 1,0 1-1,-1-1 1,0 1-1,-12-7 1,19 12 19,-2 0 47,1 0 0,-1 0 1,1 0-1,-1 0 0,1 1 1,-1-1-1,0 0 0,0 0 1,1 1-1,-1-1 0,-2 1 1,28-1 689,0-1 0,33-6 0,53-13-619,-91 17-124,0-2 1,0 0-1,27-12 1,-40 15-61,0 0 0,-1 0 0,0 0 0,10-8 0,-14 10 40,1-1 1,-1 1-1,0 0 0,0 0 1,0 0-1,0 0 1,0-1-1,0 1 0,0-1 1,-1 1-1,1-1 1,0 1-1,-1-1 1,0 1-1,1-1 0,-1 1 1,0-1-1,0 0 1,0 1-1,0 0 0,-1-4 1,1 4 17,0 0 0,-1 0 0,0 0 0,1 0 1,-1 1-1,1-1 0,-1 0 0,0 0 0,0 0 0,0 0 1,1 1-1,-2-1 0,2 1 0,-1-1 0,0 0 0,0 1 1,-1 0-1,2-1 0,-2 1 0,1-1 0,0 1 0,0-1 0,-2 1 1,0-1 63,0 1 0,0 0 1,-1 0-1,1 0 0,1 0 0,-1 0 1,-1 0-1,-1 1 0,4-1-58,0 0 0,1 0-1,-1 0 1,1 0 0,0 0-1,-1 0 1,0 0 0,1 0-1,0 0 1,-1 0 0,1 0-1,-1-1 1,1 1 0,0 0-1,-1 0 1,0 0 0,1-1-1,0 1 1,0 0 0,-1 0-1,1-1 1,0 1 0,0 0-1,-1-1 1,1 1 0,-1 0-1,1-1 1,0 0 0,0 1-1,-1-1 1,0 0 0,1 1 0,0-1 0,-1 1 0,1-1 0,-1 1-1,0-1 1,1 1 0,-1-1 0,0 1 0,1-1 0,-1 1-1,0 0 1,0 0 0,1-1 0,-1 1 0,0-1 0,-1 1-1,0 0 17,1 0 0,-1 0 0,0 0 0,0 1 0,0 0 0,0-1 0,1 0-1,-1 1 1,0 0 0,1-1 0,-1 1 0,1 0 0,-1 0 0,0-1 0,1 2 0,-1-1-1,0 1 1,-5 4 90,1-1 0,-5 8 0,9-11-83,-4 4 72,1 0 0,0 1 0,1-1 1,0 1-1,0 0 0,1 0 0,-1 0 1,2 0-1,-2 9 0,3-13-55,1 1-1,-1-1 1,1 0 0,0 0-1,1 1 1,-1-1 0,1 1-1,0-1 1,-1 0 0,2 0-1,-1 0 1,0 1 0,1-1-1,0-1 1,0 2 0,0-2-1,0 1 1,0 0 0,1-1-1,-1 1 1,1 0 0,6 3-1,-2-2-11,1 1-1,0-1 1,0 0-1,1-1 1,0 0-1,-1 0 1,1-1-1,0 1 1,1-2-1,17 3 0,-13-3-135,0 0-1,0-1 0,0-1 0,-1 0 0,1-1 1,25-5-1,-1-4-839,-2-4 263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6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249 7 4601,'-2'-1'270,"0"0"0,0 0 0,0 1 0,0-1 0,0 0 0,0 1 0,1-1 0,-1 1-1,-1 0 1,1 0 0,0 0 0,0-1 0,0 1 0,0 1 0,0-1 0,0 0 0,0 0 0,0 1 0,0-1 0,0 0 0,0 1 0,0 0 0,0-1 0,0 1 0,0 0-1,-3 2 1,-3 2 688,1 1-1,-2 0 0,2 0 1,-8 9-1,8-8-848,-10 10 565,0 1 1,2 1-1,0 0 1,2 0-1,-17 33 0,24-39-543,0 0-1,2 0 0,-1 0 1,2 0-1,0 1 0,1-1 1,1 1-1,0-1 0,1 1 0,3 20 1,-2-27-149,1 0 1,1 0 0,-1 0-1,2 0 1,-1-1-1,1 1 1,-1 0 0,2-2-1,0 2 1,-1-1-1,2 0 1,0-1 0,8 8-1,-9-10-161,-1 0 0,0-1 0,0 1 0,1-1 0,-1 0 1,1 0-1,0 1 0,0-2 0,0 1 0,0-1 0,0 0 0,0 0 0,1 0 0,-1-1 0,0 1 0,1-1 0,-1 0 0,0 0 0,1-1 0,-1 1 0,0-2 0,10-1 0,-11 2-309,1-1-1,0 0 0,0 0 1,-1 0-1,1-1 0,-1 1 1,0-1-1,0 0 0,0 0 1,-1 0-1,1 0 0,-1 0 1,5-7-1,-7 8 300,0 1 0,0-1-1,0 1 1,-1-2 0,2 2 0,-2-1 0,0 1-1,1-1 1,-1 0 0,1 0 0,-1 0 0,0 1 0,0-1-1,0 0 1,-1 0 0,1 1 0,-1-2 0,0-1-1,0 3 236,-1-2-1,1 2 0,0-1 0,0 0 0,-1 1 0,1-1 0,-1 0 0,0 1 1,0-1-1,1 0 0,-5-1 0,5 3 129,0-1 1,0 1-1,0-1 1,0 1-1,0-1 1,0 1-1,0-1 0,-1 1 1,2-1-1,-2 1 1,1 0-1,0 0 0,0 0 1,0 0-1,0 0 1,-1 0-1,0 0 1,1 0 33,1 0 1,-2 0 0,2 1 0,-1 0 0,0-1 0,1 0-1,-1 1 1,1-1 0,-2 0 0,2 1 0,0-1 0,-1 1 0,0-1-1,1 1 1,-1-1 0,1 1 0,0 0 0,-1 0 0,-1 2 249,1-1 0,0 2 0,0-2 0,0 1 0,1 0 0,0 0 0,-1-1 0,1 2 0,1 4 0,-1-6-408,0 1 0,0-1-1,1 0 1,-1 0 0,1 1 0,0-1 0,0 0-1,0 0 1,0 0 0,0 0 0,1 0 0,-1 0 0,1 0-1,-1 0 1,1-1 0,0 1 0,0 0 0,0-1-1,0 0 1,1 1 0,-2-1 0,2 1 0,0-1-1,-2 0 1,2-1 0,-1 1 0,1 0 0,0-1 0,-1 1-1,4 0 1,3-1-48,0 1-1,-1-1 1,0-1-1,0 1 1,1-1-1,-1-1 0,1 1 1,-2-1-1,1 0 1,13-5-1,-7 2-15,-1-1 0,0-1 0,-1 0-1,1 0 1,12-10 0,-21 14 12,0 0-1,-1 0 1,0 0 0,0-1-1,1 1 1,-2-1 0,1 1 0,-1-1-1,1 0 1,2-8 0,-5 9 8,1 0-1,0 0 1,-1 0 0,1-1 0,-1 1-1,0 0 1,-1 0 0,1 0 0,0-1-1,-1 1 1,0 0 0,0 0 0,0 0-1,-4-6 1,3 5 23,-1 0 0,0 0 0,-1 0 0,1 0 0,-1 0 0,0 1 0,0-1 0,0 1 0,-1 0 0,0 0 0,1 1 0,-1-1 0,0 1 0,0 0 0,0 0 0,-1 0 0,1 0 0,-1 1 0,0 0 0,1 0 0,-1 0 0,0 1 0,1-1 0,-1 1 0,0 0 0,0 0 0,1 1 0,-1 0 0,0-1 0,1 1 0,0 1 0,-1-1 0,1 1 0,-1 0-1,1 0 1,-7 4 0,4-1 67,1 0-1,0 1 0,0 0 0,1-1 0,0 1 0,0 1 0,1 0 0,0 0 0,1 0 0,-1 0 0,1 0 0,-3 10 1,5-14-68,1 2 1,0-1 0,0 0-1,0 0 1,1 1 0,-1-1-1,1 0 1,1 1 0,-1-1 0,3 8-1,-2-9-27,0 0-1,0 0 1,1 0-1,0 0 1,0-1-1,0 1 1,0 0 0,0-1-1,1 1 1,-1-1-1,1 1 1,0-1-1,0 0 1,0 0-1,6 3 1,-2-2-13,0 0 0,0 0 1,1-1-1,0 0 0,0 0 1,-1 0-1,2-1 0,-1 0 1,-1-1-1,2 0 0,10 0 1,-7-1-21,1 0 1,0-1 0,-1 0 0,0 0-1,0-1 1,19-7 0,-27 9 27,0-1 0,0 0 1,0 0-1,-1 0 0,1 0 0,-1-1 1,0 1-1,0-1 0,0 0 0,0 0 1,0 1-1,0-2 0,1-3 0,-3 5 7,1 0-1,-1-1 0,0 1 0,0 0 1,0-1-1,0 0 0,-1 1 1,0-1-1,0 1 0,0-1 1,0 0-1,0 1 0,0-1 1,0 0-1,-1 1 0,0 0 0,1-1 1,-2 0-1,-1-3 0,3 6-1,0 0 0,0-1 0,0 1-1,0 0 1,0-1 0,0 1 0,0 0 0,0 0-1,-1-1 1,1 1 0,0 0 0,-1 0-1,1 0 1,0-1 0,0 1 0,0 0 0,-1 0-1,1 0 1,0-1 0,-1 1 0,1 0 0,0 0-1,0 0 1,-1 0 0,1 0 0,0 0-1,-1 0 1,1-1 0,-1 1 0,1 0 0,0 0-1,0 0 1,-1 0 0,1 0 0,-1 0-1,1 0 1,0 0 0,-1 1 0,1-1 0,0 0-1,0 0 1,-1 0 0,1 0 0,-1 0-1,1 0 1,0 0 0,0 1 0,-1-1 0,0 1-1,0-1 1,0 1-1,1 0 1,-1-1 0,1 1-1,-1 1 1,0-2-1,1 1 1,-1 0 0,1 0-1,-1 0 1,1 0-1,0 2 1,-1-2-1,1 0 0,0 0-1,0 1 1,0-1 0,1 0 0,-1 1 0,0-1-1,0 0 1,1 0 0,0 0 0,-1 0 0,0 1-1,1-1 1,0 0 0,0 0 0,-1 0 0,2 0-1,0 2 1,0-2 0,0 1 0,0-1 1,0 0-1,0 1 0,1-1 0,-1 0 0,1-1 0,0 1 0,-2 0 1,5 0-1,-1 0-15,0 0 1,0 0-1,0-1 0,0 1 1,1-1-1,-1 0 1,0-1-1,0 1 0,0-1 1,9-2-1,-10 2-30,-1 0 0,1-1 0,-1 1 0,0-1 0,-1 0 0,2 1 0,-2-1 0,1-1 0,0 1 0,-1 0 0,1 0 1,-1-1-1,3-3 0,-2 1-7,0 1 1,-1-1 0,0 0 0,0 0 0,0 1-1,-1-1 1,2-9 0,-2 2-4,-1 0 0,0 0 0,-1 0 0,-1 0 0,0 0 0,-5-15 0,4 20 34,1 1 13,0 0 1,0-1-1,-1 1 0,1 1 1,-8-10-1,7 12 114,4 8 47,5 8 106,49 64 179,-47-64-417,-1 1 1,0 1-1,7 27 1,-11-31-60,-2-3-29,6 16 1,-6-23-30,-1 0 0,1 1 0,0-1 0,-1 1 0,1-1 0,0 0 0,0 0 0,0 0 0,0 1 0,0-1 1,0 0-1,1 0 0,-1 0 0,0 0 0,0-1 0,1 1 0,1 1 0,-1-1-94,-1-1 1,0 0-1,1 0 0,-2 0 0,1 0 0,1 0 1,-1 0-1,0 0 0,1 0 0,-1 0 0,0 0 1,0 0-1,1 0 0,-1-1 0,0 1 1,0 0-1,0-1 0,0 0 0,0 1 0,1-2 1,2 0-627,-1 0 1,0 0-1,0-1 1,0 1 0,3-5-1,11-16-1967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6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42 1 12987,'-1'1'325,"-1"0"0,0 0 1,0 0-1,1 0 0,-1 0 1,0 0-1,1 1 0,-1-1 1,1 0-1,0 1 0,-1-1 1,1 0-1,0 1 0,0 0 1,0 0-1,0-1 0,0 1 1,0 2-1,-2 5 349,1 0 0,-1 14 0,1-17-318,-1 33 539,0 0 0,7 66 0,0-75-765,1 1 0,2-1 1,22 56-1,-25-77-121,1 0-1,0-1 1,0 1 0,1-1-1,0 0 1,1 0 0,0-1-1,1 1 1,11 8 0,-14-12-8,0-1 1,0 0 0,0 0-1,0 0 1,0 0 0,1-1-1,0 0 1,0 0 0,0 0-1,0-1 1,0 0 0,0 0 0,1 0-1,-2 0 1,2-1 0,-1 0-1,0 0 1,10-1 0,-13 1-21,1-1 0,-1 0 1,0 0-1,0 0 0,0 0 1,0 0-1,-1-1 0,1 1 1,0 0-1,0-1 1,-1 0-1,1 0 0,-1 0 1,0 0-1,0 0 0,0 0 1,0 0-1,0 0 0,2-5 1,0 0-78,-1 0 0,0 0 1,0 0-1,-1 0 0,0-1 0,1-7 1,-3 12 70,0-1 1,1 1 0,-1 0-1,-1 0 1,1 0 0,0-1-1,-1 1 1,-1-3 0,2 5 23,-1 0 1,1 0 0,-1 1 0,1-1-1,0 0 1,-1 0 0,0 0 0,1 1-1,-1-1 1,0 0 0,1 1 0,-1-1-1,1 1 1,-1-1 0,0 1 0,0-1-1,0 0 1,1 1 0,-2-1 0,2 1-1,-1 0 1,0 0 0,0-1 0,0 1-1,0 0 1,0 0 0,0 0-1,0 0 1,0 0 0,0 0 0,0 0-1,0 0 1,0 0 0,-2 0 0,1 1 7,0-1 1,0 1 0,0 0 0,1 0-1,-1 0 1,0 0 0,0 0-1,1 0 1,-1 0 0,0 1-1,1-1 1,-1 1 0,1-1 0,0 0-1,0 1 1,0 0 0,-1-1-1,2 1 1,-1-1 0,0 1-1,0 0 1,1 0 0,-1 3 0,-1 0 34,1 1 0,0 0 0,1 0 0,0 0 0,0 0 1,0 7-1,1-9-31,0 0 1,0 0 0,1 0-1,-1 0 1,1 0 0,0 0-1,0 0 1,0-1 0,1 1-1,4 4 1,-5-6-9,-1-1 0,1 1 0,0 0-1,0-1 1,-1 0 0,1 0 0,1 1 0,-1-1 0,0 0 0,0 0 0,1 0 0,-1 0 0,0-1 0,1 1-1,-1-1 1,1 1 0,-1-1 0,1 0 0,-1 0 0,1 1 0,5-2 0,-5 1 1,1-1 0,0 1 0,0-1 0,0 0 0,-1 0 0,1 0 0,-1-1 0,1 0 1,-1 1-1,0-1 0,1 0 0,-1 0 0,0 0 0,0 0 0,0-1 0,-1 1 0,1 0 0,-1-1 0,3-3 0,-2 2 10,-1 0 1,1-1-1,0 0 0,-2 1 0,1-1 0,0 0 0,-1 0 1,-1 0-1,1 0 0,0 0 0,-1-10 0,-1 10-2,0 0 1,1-1-1,-1 1 0,-1 0 0,0 0 1,1 1-1,-2-1 0,0 0 0,1 0 1,-1 1-1,-6-7 0,6 8-11,1 0-1,-1 1 1,0-1 0,1 1-1,-2 0 1,1 0 0,-1 0-1,1 0 1,-1 0 0,1 1-1,-1-1 1,1 1 0,-1 0-1,0 0 1,0 0 0,0 1-1,0-1 1,-6 0 0,8 1-42,-1 0 1,1 0-1,0 0 1,-1 1-1,2-1 0,-2 0 1,1 1-1,0-1 1,0 1-1,0-1 1,-1 1-1,1 0 1,0 0-1,1 0 1,-5 2-1,5-2-91,0 0 0,0 0-1,-1 0 1,2 1 0,-1-1-1,0 0 1,0 0 0,1 1-1,-1-1 1,0 1 0,1-1-1,0 0 1,-1 0 0,1 1-1,-1 0 1,1-1 0,0 0-1,0 1 1,0-1 0,1 0 0,0 3-1,8 21-1322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6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238 27 4657,'-1'-1'310,"1"-1"0,-2 0 0,1 1 0,1-1 0,-2 1 0,1-1 0,0 1 0,0 0 0,-1 0 0,0-1 0,1 1 0,-1 0 0,1 0-1,-1 0 1,0 0 0,0 0 0,0 1 0,0-1 0,0 0 0,1 1 0,-1-1 0,0 1 0,-5-1 0,3 1 30,0 0 0,-1 1-1,1-1 1,-1 1 0,1-1-1,0 1 1,0 0 0,-1 0-1,1 1 1,-5 2 0,-15 6 645,-27 16 0,43-22-860,1 1 0,0 0 0,0 0-1,1 1 1,-1-1 0,1 1 0,-6 8-1,11-12-113,-1-1-1,2 1 1,-2 0-1,2-1 1,-1 1-1,1-1 0,-1 2 1,0-2-1,1 1 1,-1 0-1,1 0 1,0-1-1,0 1 1,0 0-1,0 0 0,0 0 1,1-1-1,0 4 1,0-3-11,0 1 0,1-1 1,-1 1-1,1-1 0,0 0 0,0 0 1,0 0-1,-1 0 0,2 0 0,0 0 0,4 3 1,13 7-5,1-2 0,2 1 0,28 8 0,-30-11 20,2 1-1,-3 1 1,36 19-1,-53-26 27,0-1 0,0 0-1,0 1 1,0-1 0,-1 0-1,1 1 1,-1 0 0,1 0-1,-1 0 1,0 0 0,0 0-1,-1 0 1,1 0 0,-1 1-1,0-1 1,0 0 0,0 1-1,-1-1 1,1 0 0,0 1-1,-1-1 1,0 1 0,-1-1-1,0 1 1,1-1 0,-1 0-1,0 1 1,0-1 0,0 0-1,-1 1 1,1-1 0,-4 3-1,-1 4 41,-2-1-1,1 1 0,-2-1 0,1 0 1,-1-1-1,0 0 0,-1 0 1,0-1-1,-1 0 0,0 0 0,0-2 1,-1 1-1,0 0 0,0-1 0,-1-1 1,-13 3-1,21-6-38,0 0 0,0 0 0,0-1 0,-1 0 0,1 0 0,-10-1 0,14 1-38,-1 0 0,0 0 0,0 0 0,1-1 0,-1 1 0,0-1 0,1 1 0,-1-1 0,1 0 0,-1 1 0,1-1 0,-1 0 0,1 0 0,0 0 0,-1 0 0,1 0 0,0 0 0,0 0 0,-1 0 0,2-1 0,-1 1 0,-1-3 0,1 3-33,1-1 0,-1 1 0,1 0 0,0 0 0,0-1 0,0 1 0,0-1 0,0 1 0,0 0 0,1 0 1,-1 0-1,1-1 0,-1 1 0,1 0 0,0-1 0,-1 1 0,1 0 0,-1 0 0,2 0 0,-2 0 0,2 0 0,-1-2 0,6-2-409,-1-1-1,13-7 1,-12 7 17,3-1-77,20-15-4865,49-27 0,-43 32 3161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7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1 7114,'3'14'1792,"-2"7"2041,2 2-801,-2 7-1191,2 2-385,1-2-592,2-4-200,6-5-312,2-5-127,2-9-169,-3-1-32,-1-6-305,-4-4-271,-5-5-944,1-3-1297,-5-6 1473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7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17 5 16075,'-9'-4'1409,"4"4"351,3 3-448,3 3-727,2 2-297,4 2-192,2 1-56,1 1-376,1 2-393,2 1-1535,2 2-3609,3 2 2744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72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 29 11995,'-3'18'3848,"-3"19"0,4 46-838,2-81-2967,4 34 593,-4-34-605,1 0 0,0 1 0,-1-1 0,1 0 0,0 1 0,0-1 0,0 0 0,0 0 0,1 0 0,0 0 0,-1 0-1,4 3 1,-4-4-26,0-1-1,-1 1 1,1-1-1,0 0 0,0 1 1,0-1-1,0 0 0,0 1 1,0-1-1,0 0 1,0 0-1,0 1 0,0-1 1,0 0-1,0 0 0,0 0 1,0 0-1,0 0 1,0 0-1,0 0 0,0-1 1,0 1-1,0 0 0,0 0 1,0-1-1,0 1 1,0 0-1,1-1 0,3-1 4,-2-1-1,1 0 0,0 1 0,5-6 0,-8 7-4,18-17-82,-1-1 1,-1-1 0,18-29-1,-19 27-215,0 1-1,31-31 0,-46 50 297,16-11-73,-16 12 77,-1 1 1,0 0-1,1 0 1,-1 0-1,0 0 1,0 0 0,0 0-1,0-1 1,1 1-1,-1 0 1,1 0-1,-1 0 1,0 0-1,0 0 1,0 0-1,1 0 1,-1 0-1,0 0 1,0 0 0,0 0-1,1 0 1,-1 0-1,1 0 1,-1 0-1,0 0 1,0 1 21,1-1 0,-1 1 0,0-1 0,1 0 0,-1 1 0,0-1 0,0 0 0,0 1 0,0-1 0,0 1 0,0-1 0,0 0 0,0 1 0,0-1 0,0 1 1,0-1-1,0 0 0,0 2 0,-10 42 1188,-3 25-246,12-61-914,1-1 0,0 1 0,0 0 0,1-1 0,0 1 0,5 14 0,-6-20-147,1-1 0,0 1 0,0 0 0,0-1 1,0 1-1,-1-1 0,2 1 0,-1-1 1,0 1-1,1-1 0,-1 0 0,1 1 0,-1-1 1,1 0-1,0 0 0,-1 0 0,1 0 0,0-1 1,0 1-1,0 0 0,0 0 0,-1 0 1,1-1-1,0 0 0,1 1 0,1-1 0,13 1-822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7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0 114 1888,'106'-112'12203,"-105"112"-12100,-1 0-1,0-1 0,0 1 0,1 0 0,-1 0 0,0 0 1,0 0-1,0 0 0,0 0 0,0 0 0,1 0 1,-1 0-1,0 0 0,0 0 0,1 0 0,-1 0 0,0 0 1,0 0-1,0 0 0,0 0 0,0 0 0,1 0 0,-1 0 1,1 1-1,1 6 1984,-3 19-813,1-16-555,0-5-653,0 3 248,0 0 0,0-1-1,1 1 1,4 14 0,-5-21-399,1 1 1,-1-1-1,1 0 1,0 0-1,-1 1 1,2-1-1,-2 1 1,1-1-1,0 0 1,0 1-1,1-1 1,-1 0-1,0 0 1,0 0 0,1-1-1,0 1 1,-1 0-1,0 0 1,1 0-1,-1 0 1,1-1-1,-1 1 1,1-1-1,0 0 1,0 1-1,-1-1 1,1 0-1,0 0 1,0 1-1,-1-1 1,5-1-1,4 1-966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7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 42 18548,'3'-4'1528,"4"1"601,-1-1-633,3-1-248,-2-1-624,0 0-143,-2 1-289,0 1-64,-4 1-288,2 1-256,2 11-4313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2T14:07:37.17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10 150 1656,'-10'-1'5611,"11"1"-5156,1-2 1,-2 1-1,1 0 1,0 0-1,0 0 1,0 0-1,0 0 0,0 0 1,0 0-1,0-2 1,1-1 294,9-8-79,1 0 0,0 1-1,1 1 1,24-17 0,-18 14-452,-9 7-202,23-17-598,-8 11-2542,-7 7 1308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0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70 139 576 0 0,'-31'-38'7195'0'0,"27"32"-6769"0"0,1-1 0 0 0,0-1 1 0 0,0 1-1 0 0,1 0 1 0 0,0-1-1 0 0,0 1 0 0 0,-1-12 1 0 0,-3-12 5039 0 0,-5 61-2753 0 0,17 144 683 0 0,29 87-2744 0 0,-20-161-291 0 0,17 102-251 0 0,21 183 941 0 0,-27-140-892 0 0,-4-61 72 0 0,-2-13-2444 0 0,-15-56-6730 0 0,-5-112 8679 0 0,1 8-462 0 0,-1 0 1 0 0,0 0-1 0 0,0 0 1 0 0,-1 0 0 0 0,-1 0-1 0 0,0 0 1 0 0,0 0-1 0 0,-1 0 1 0 0,-1-1 0 0 0,-5 14-1 0 0,8-23 558 0 0,1 0 0 0 0,-1 0 0 0 0,1-1 0 0 0,-1 1 0 0 0,0 0 0 0 0,1-1 0 0 0,-1 1 0 0 0,0-1 0 0 0,0 1 0 0 0,1 0 0 0 0,-1-1 0 0 0,0 0 0 0 0,0 1 0 0 0,0-1-1 0 0,0 1 1 0 0,1-1 0 0 0,-1 0 0 0 0,-2 1 0 0 0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1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6941 0 0,'0'0'2109'0'0,"-13"20"7165"0"0,21 324-5756 0 0,-1-68-3160 0 0,-8-93 639 0 0,1 332 972 0 0,22-258-1882 0 0,24-4-3319 0 0,-42-206-4023 0 0,-6-12 3445 0 0,2-34 3726 0 0,0-1 0 0 0,0 1 0 0 0,0-1 0 0 0,0 1 0 0 0,0-1 0 0 0,0 1 0 0 0,0-1 0 0 0,0 1 0 0 0,0-1 1 0 0,0 1-1 0 0,0-1 0 0 0,0 1 0 0 0,0-1 0 0 0,-1 1 0 0 0,1-1 0 0 0,0 1 0 0 0,0-1 0 0 0,-1 0 0 0 0,1 1 0 0 0,0-1 0 0 0,0 1 0 0 0,-1-1 1 0 0,1 0-1 0 0,-1 1 0 0 0,1-1 0 0 0,0 0 0 0 0,-1 0 0 0 0,1 1 0 0 0,-1-1 0 0 0,1 0 0 0 0,0 0 0 0 0,-1 1 0 0 0,1-1 0 0 0,-1 0 1 0 0,1 0-1 0 0,-1 0 0 0 0,1 0 0 0 0,-1 0 0 0 0,1 0 0 0 0,-1 0 0 0 0,1 0 0 0 0,-1 0 0 0 0,0 0 0 0 0,-26-12-4451 0 0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6377 0 0,'2'-12'6243'0'0,"3"-13"-1663"0"0,-1 21-4352 0 0,1 1 0 0 0,-1 1 1 0 0,1-1-1 0 0,-1 1 0 0 0,1-1 0 0 0,0 1 0 0 0,0 1 0 0 0,0-1 0 0 0,0 1 0 0 0,0 0 0 0 0,8-1 0 0 0,58-3 341 0 0,349 7 2653 0 0,191-9-1679 0 0,-440 5-1162 0 0,323 35 0 0 0,-300-13 16 0 0,-149-16-375 0 0,34 3-1141 0 0,-33-4-3316 0 0,-42-3 1676 0 0,12 4-4734 0 0,-29-11 3872 0 0,-19-2-676 0 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6257 0 0,'1'-4'666'0'0,"1"0"0"0"0,0 1 1 0 0,0-1-1 0 0,1 0 0 0 0,-1 1 1 0 0,1 0-1 0 0,-1-1 0 0 0,1 1 1 0 0,0 0-1 0 0,0 1 1 0 0,1-1-1 0 0,-1 0 0 0 0,1 1 1 0 0,-1 0-1 0 0,5-2 0 0 0,4-2 68 0 0,1 0-1 0 0,0 1 0 0 0,0 1 0 0 0,22-5 0 0 0,-4 4-568 0 0,57-3 0 0 0,-20 9 524 0 0,79 8 251 0 0,233 8 501 0 0,43 0-592 0 0,-73 0-755 0 0,-171-14 21 0 0,199 5 180 0 0,-126 6-1094 0 0,-116 2-1471 0 0,170 50-9592 0 0,-214-33 8500 0 0,-50-11-954 0 0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4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2224 0 0,'0'0'5377'0'0,"27"23"-2074"0"0,-11-8-2856 0 0,0 1 1 0 0,-1 1 0 0 0,0 0 0 0 0,18 29 0 0 0,-15-19-1529 0 0,37 40 1 0 0,-42-55 171 0 0,0 0 0 0 0,1 0 0 0 0,17 10-1 0 0,-10-7 409 0 0,-6-4-158 0 0,0 0-1 0 0,1-1 0 0 0,29 13 0 0 0,-10-15-817 0 0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1 435 1624 0 0,'14'-48'10253'0'0,"-11"40"-9815"0"0,0 1 0 0 0,1 0 0 0 0,0 0 0 0 0,1 1 0 0 0,-1-1 0 0 0,1 1 0 0 0,8-8 0 0 0,-1 2-224 0 0,121-119-972 0 0,-24 43-5838 0 0,-89 75 5989 0 0,-4 3-106 0 0,-1-1 0 0 0,0 0 0 0 0,16-17 0 0 0,-15 8-1341 0 0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5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132 188 2572 0 0,'0'0'5075'0'0,"16"34"-548"0"0,-12-32-4457 0 0,-1 1 0 0 0,1 0 0 0 0,0-1 0 0 0,0 0 0 0 0,0 0 0 0 0,0 0 0 0 0,1 0 1 0 0,-1-1-1 0 0,0 0 0 0 0,1 0 0 0 0,-1 0 0 0 0,1 0 0 0 0,-1-1 0 0 0,1 1 0 0 0,-1-1 0 0 0,1 0 1 0 0,-1-1-1 0 0,10-1 0 0 0,-6 1 47 0 0,0-2 0 0 0,1 1 0 0 0,-1-1 0 0 0,0 0 0 0 0,0 0 0 0 0,-1-1 0 0 0,1 0 0 0 0,-1-1 0 0 0,0 0 0 0 0,8-6 0 0 0,-11 7 23 0 0,0 1 1 0 0,0-1-1 0 0,0 0 1 0 0,0 0-1 0 0,-1-1 1 0 0,0 1 0 0 0,0-1-1 0 0,0 1 1 0 0,0-1-1 0 0,-1 0 1 0 0,1 0-1 0 0,-1 0 1 0 0,-1-1-1 0 0,1 1 1 0 0,0-8 0 0 0,-1 9 34 0 0,-1 0 1 0 0,-1 0 0 0 0,1 0 0 0 0,-1 0-1 0 0,0 0 1 0 0,0 0 0 0 0,0 0-1 0 0,0 0 1 0 0,-1 0 0 0 0,1 0 0 0 0,-1 1-1 0 0,0-1 1 0 0,0 0 0 0 0,0 1 0 0 0,-1 0-1 0 0,1-1 1 0 0,-1 1 0 0 0,0 0 0 0 0,0 0-1 0 0,0 1 1 0 0,0-1 0 0 0,-1 1 0 0 0,-3-3-1 0 0,1 1-182 0 0,0 0-1 0 0,0 0 1 0 0,0 1-1 0 0,0 0 1 0 0,-1 1-1 0 0,0-1 1 0 0,1 1-1 0 0,-1 0 1 0 0,0 1-1 0 0,0-1 1 0 0,0 1-1 0 0,0 1 1 0 0,0-1-1 0 0,0 1 1 0 0,-12 2-1 0 0,12-1-490 0 0,0 1 0 0 0,-1 0 0 0 0,1 1 0 0 0,0-1 0 0 0,1 1 0 0 0,-1 1-1 0 0,0-1 1 0 0,1 1 0 0 0,0 1 0 0 0,0-1 0 0 0,0 1 0 0 0,0 0 0 0 0,1 0 0 0 0,-1 0-1 0 0,1 1 1 0 0,1 0 0 0 0,-5 6 0 0 0,-73 119-5489 0 0,67-95 2529 0 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3224 0 0,'0'0'7536'0'0,"21"17"-4189"0"0,2-6-3159 0 0,1-2 0 0 0,0 0 1 0 0,0-1-1 0 0,1-2 0 0 0,0 0 1 0 0,35 2-1 0 0,5 3-3393 0 0,88 26-4034 0 0,-149-36 4986 0 0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6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0 439 7345 0 0,'6'-19'2272'0'0,"8"4"360"0"0,1-1-340 0 0,2 2-395 0 0,0-1-461 0 0,1-2-188 0 0,2 2-284 0 0,4-3-184 0 0,3-2-308 0 0,12-5-868 0 0,0 2-568 0 0,1-1-1220 0 0,-11 6-765 0 0,115-69-2099 0 0,-77 22 2560 0 0,-24 17-2093 0 0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1500 0 0,'0'0'4338'0'0,"-14"9"-1481"0"0,9-2-2511 0 0,1 1 1 0 0,0 1-1 0 0,0-1 0 0 0,1 1 1 0 0,0-1-1 0 0,0 1 1 0 0,1 0-1 0 0,0 0 0 0 0,0 0 1 0 0,1 12-1 0 0,0-15-323 0 0,1-1 0 0 0,0 1 0 0 0,1 0 0 0 0,-1-1 0 0 0,1 1 0 0 0,0-1 0 0 0,1 0 0 0 0,-1 1 0 0 0,1-1 0 0 0,0 0 0 0 0,0 0 0 0 0,1 0 0 0 0,0 0 0 0 0,0 0 0 0 0,0-1 0 0 0,0 1 0 0 0,1-1 0 0 0,4 5 0 0 0,-6-8 31 0 0,0 1-1 0 0,0-1 1 0 0,0 0 0 0 0,1 0 0 0 0,-1 0 0 0 0,0 0 0 0 0,1-1-1 0 0,-1 1 1 0 0,0-1 0 0 0,1 1 0 0 0,-1-1 0 0 0,1 0 0 0 0,-1 0-1 0 0,1 0 1 0 0,-1 0 0 0 0,0 0 0 0 0,1-1 0 0 0,-1 1-1 0 0,1-1 1 0 0,-1 1 0 0 0,0-1 0 0 0,1 0 0 0 0,-1 0 0 0 0,0 0-1 0 0,0 0 1 0 0,0-1 0 0 0,0 1 0 0 0,3-3 0 0 0,4-2 183 0 0,0 0 1 0 0,-1-1 0 0 0,0 0-1 0 0,14-16 1 0 0,-18 19-64 0 0,-1 0 0 0 0,1 0 0 0 0,-1 0 1 0 0,0 0-1 0 0,0 0 0 0 0,-1-1 0 0 0,1 1 0 0 0,-1-1 0 0 0,0 0 1 0 0,0 0-1 0 0,0 1 0 0 0,-1-1 0 0 0,0-1 0 0 0,0 1 1 0 0,0 0-1 0 0,0 0 0 0 0,-1 0 0 0 0,0-7 0 0 0,-1 11-251 0 0,1 0-1 0 0,-1-1 0 0 0,1 1 0 0 0,-1 0 0 0 0,0 0 1 0 0,1 0-1 0 0,-1 0 0 0 0,0 0 0 0 0,0 0 0 0 0,0 0 0 0 0,0 0 1 0 0,0 0-1 0 0,0 0 0 0 0,0 1 0 0 0,0-1 0 0 0,0 0 1 0 0,0 1-1 0 0,0-1 0 0 0,0 1 0 0 0,-1-1 0 0 0,1 1 0 0 0,0-1 1 0 0,0 1-1 0 0,0 0 0 0 0,-1 0 0 0 0,1 0 0 0 0,0-1 1 0 0,-1 1-1 0 0,1 0 0 0 0,-2 1 0 0 0,-35 4-3066 0 0,10 12 961 0 0,-100 82-3153 0 0,85-63 2139 0 0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3 1188 0 0,'0'0'4331'0'0,"-10"-3"910"0"0,-13 203-1894 0 0,-62 243 0 0 0,33-180-1825 0 0,-26 368 0 0 0,48-408-594 0 0,4-51 110 0 0,24-159-962 0 0,-1 15-1680 0 0,3-11-2351 0 0,16-43-4974 0 0,-15 25 8718 0 0,6-35-1985 0 0,-5-7-721 0 0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8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5288 0 0,'0'0'8935'0'0,"5"32"-7500"0"0,13 997 1931 0 0,-62-205-1467 0 0,42-708-1759 0 0,0-3-354 0 0,-2-40-3627 0 0,2-90-2897 0 0,-7-8 4663 0 0,2 5 649 0 0,-8-34-2615 0 0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2008 0 0,'13'10'10286'0'0,"16"-3"-7367"0"0,37 1-3606 0 0,-54-7 2070 0 0,255 9 1353 0 0,-68-4-2284 0 0,959-8 775 0 0,-929 0-745 0 0,49-5 495 0 0,622-15 725 0 0,-862 24-2085 0 0,12 3-4869 0 0,-37 3-8 0 0,-9 7 3428 0 0,-5-14 1085 0 0,1 0 618 0 0,-1 0 0 0 0,1 0 0 0 0,-1-1 0 0 0,0 1 0 0 0,1 0 0 0 0,-1 0 0 0 0,0-1 0 0 0,0 1 0 0 0,1-1 0 0 0,-1 1 1 0 0,0-1-1 0 0,0 1 0 0 0,0-1 0 0 0,0 1 0 0 0,0-1 0 0 0,0 0 0 0 0,0 1 0 0 0,0-1 0 0 0,0 0 0 0 0,0 0 0 0 0,0 0 0 0 0,1 0 1 0 0,-3 0-1 0 0,-42 4-4060 0 0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2 127 6009 0 0,'0'0'5791'0'0,"0"0"-5600"0"0,0-1-1 0 0,0 1 1 0 0,0 0 0 0 0,-1-1 0 0 0,1 1-1 0 0,0 0 1 0 0,0-1 0 0 0,0 1 0 0 0,0-1-1 0 0,-1 1 1 0 0,1-1 0 0 0,0 1 0 0 0,0 0-1 0 0,0-1 1 0 0,0 1 0 0 0,0-1 0 0 0,0 1-1 0 0,0-1 1 0 0,0 1 0 0 0,1 0 0 0 0,-1-1-1 0 0,0 1 1 0 0,0-1 0 0 0,0 1 0 0 0,0 0-1 0 0,0-1 1 0 0,1 0 0 0 0,72-9 986 0 0,122-4-1 0 0,-6 3-1114 0 0,902-36 1949 0 0,-1065 47-1991 0 0,130-5 162 0 0,110 3 141 0 0,619 8 974 0 0,-630-11-633 0 0,502-7-285 0 0,-688 7-5475 0 0,-28 0-6496 0 0,-72 0 6576 0 0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3052 0 0,'-1'-2'3305'0'0,"-2"-11"6632"0"0,31 30-9815 0 0,0 2-1 0 0,-1 0 1 0 0,-1 1-1 0 0,44 46 1 0 0,24 41-175 0 0,-40-34 95 0 0,-35-44-343 0 0,28 59-8383 0 0,-35-55 7575 0 0,-12-31 953 0 0,1 1 0 0 0,0-1 1 0 0,-1 0-1 0 0,0 1 0 0 0,1-1 1 0 0,-1 0-1 0 0,0 1 1 0 0,0-1-1 0 0,0 0 0 0 0,0 1 1 0 0,-2 3-1 0 0,-10 9-2045 0 0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1 286 6717 0 0,'0'0'6684'0'0,"20"-31"-1042"0"0,35-8-4094 0 0,3 3-3933 0 0,-4 3-2418 0 0,17-8 716 0 0,-48 28 2905 0 0,-1-1-1 0 0,35-27 1 0 0,-16 4-1859 0 0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4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1728 0 0,'0'0'8632'0'0,"19"-3"-7426"0"0,-5 6-972 0 0,1 0 0 0 0,-1 1-1 0 0,0 0 1 0 0,-1 1-1 0 0,1 1 1 0 0,-1 0 0 0 0,18 12-1 0 0,84 66 1519 0 0,-82-57-3083 0 0,62 38 0 0 0,-77-55-94 0 0,-1 1 0 0 0,0 0 0 0 0,16 15-1 0 0,-19-15 174 0 0,-10-7-1592 0 0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12 506 4828 0 0,'-1'-1'452'0'0,"0"1"0"0"0,1 0 0 0 0,-1-1 0 0 0,0 1 0 0 0,1-1 0 0 0,-1 1 0 0 0,0-1 0 0 0,1 1-1 0 0,-1-1 1 0 0,1 1 0 0 0,-1-1 0 0 0,1 0 0 0 0,-1 1 0 0 0,1-1 0 0 0,-1 0 0 0 0,1 1 0 0 0,0-1-1 0 0,-1 0 1 0 0,1 0 0 0 0,0 1 0 0 0,0-1 0 0 0,0 0 0 0 0,-1-1 0 0 0,11-14 3047 0 0,32-13-4545 0 0,-30 23 2018 0 0,73-48-611 0 0,44-36-697 0 0,-98 66-1283 0 0,-1-2-1 0 0,-1-1 0 0 0,-1-1 0 0 0,36-49 1 0 0,-33 27-1675 0 0,-30 48 3174 0 0,0 0 1 0 0,-1 0-1 0 0,1 0 0 0 0,0 0 0 0 0,0 0 1 0 0,-1 0-1 0 0,1-1 0 0 0,-1 1 0 0 0,0 0 0 0 0,0 0 1 0 0,0 0-1 0 0,0 0 0 0 0,0-1 0 0 0,0 1 1 0 0,0 0-1 0 0,-1 0 0 0 0,1 0 0 0 0,-1 0 0 0 0,1 0 1 0 0,-1 0-1 0 0,-1-3 0 0 0,0 4-77 0 0,1-1-1 0 0,-1 1 1 0 0,1 0 0 0 0,-1 0-1 0 0,1-1 1 0 0,-1 1-1 0 0,0 0 1 0 0,0 0-1 0 0,1 1 1 0 0,-1-1 0 0 0,-3-1-1 0 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6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1068 0 0,'2'3'945'0'0,"0"0"-1"0"0,0-1 1 0 0,0 1 0 0 0,1-1-1 0 0,-1 1 1 0 0,1-1 0 0 0,-1 0-1 0 0,1 0 1 0 0,3 2-1 0 0,50 27 2218 0 0,-43-25-2934 0 0,1-1-1 0 0,-1-1 1 0 0,29 6 0 0 0,-36-9 35 0 0,0 0-1 0 0,0-1 1 0 0,1 0 0 0 0,-1 0 0 0 0,0 0 0 0 0,7-2 0 0 0,-10 2-187 0 0,-1-1 0 0 0,1 1-1 0 0,-1-1 1 0 0,0 0 0 0 0,1 0 0 0 0,-1 0 0 0 0,1 0 0 0 0,-1 0 0 0 0,0 0-1 0 0,0-1 1 0 0,0 1 0 0 0,0-1 0 0 0,0 1 0 0 0,0-1 0 0 0,0 0 0 0 0,0 0 0 0 0,-1 0-1 0 0,1 0 1 0 0,-1 0 0 0 0,2-3 0 0 0,-2 2-52 0 0,0 0-1 0 0,-1 0 1 0 0,1 0 0 0 0,-1 0 0 0 0,1 0-1 0 0,-1 0 1 0 0,0 0 0 0 0,0 0 0 0 0,-1-1-1 0 0,1 1 1 0 0,-1 0 0 0 0,1 0 0 0 0,-1 0-1 0 0,0 0 1 0 0,0 0 0 0 0,0 1 0 0 0,-1-1-1 0 0,-1-3 1 0 0,1 3-71 0 0,-4-11 432 0 0,-2 0 1 0 0,0 1 0 0 0,-13-18-1 0 0,-5 10-3309 0 0,25 20 2754 0 0,0 1 0 0 0,1 0 0 0 0,-1 0 0 0 0,0 0 0 0 0,0-1 0 0 0,0 1 0 0 0,0 0 0 0 0,1 0 0 0 0,-1 0 0 0 0,0 0 0 0 0,0 1 0 0 0,0-1 0 0 0,0 0 0 0 0,1 0 0 0 0,-1 0 0 0 0,0 1 0 0 0,0-1 0 0 0,0 0 0 0 0,1 1 0 0 0,-1-1 0 0 0,0 1 0 0 0,0-1 0 0 0,1 1 0 0 0,-1-1 0 0 0,0 1 0 0 0,1-1 0 0 0,-1 1 0 0 0,0 1 0 0 0,-24 34-2403 0 0,-53 119-1688 0 0,51-92 1711 0 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7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18 1944 0 0,'0'0'7832'0'0,"-23"7"-8593"0"0,19 1 991 0 0,1 0 1 0 0,0 0-1 0 0,0 1 1 0 0,1 0-1 0 0,0-1 1 0 0,1 1 0 0 0,0 0-1 0 0,0 0 1 0 0,1 0-1 0 0,0 0 1 0 0,1 0-1 0 0,-1-1 1 0 0,2 1-1 0 0,-1 0 1 0 0,5 12-1 0 0,-5-17-153 0 0,1 1 0 0 0,-1-1-1 0 0,1 0 1 0 0,-1 0 0 0 0,1 0 0 0 0,1-1-1 0 0,-1 1 1 0 0,0 0 0 0 0,1-1-1 0 0,0 0 1 0 0,0 1 0 0 0,0-1-1 0 0,0 0 1 0 0,0 0 0 0 0,1-1 0 0 0,-1 1-1 0 0,1-1 1 0 0,0 0 0 0 0,0 0-1 0 0,0 0 1 0 0,0 0 0 0 0,0-1 0 0 0,0 1-1 0 0,0-1 1 0 0,0 0 0 0 0,1 0-1 0 0,-1-1 1 0 0,0 1 0 0 0,1-1 0 0 0,-1 0-1 0 0,0 0 1 0 0,1-1 0 0 0,7-1-1 0 0,6-1 96 0 0,-1-2 0 0 0,0 0 0 0 0,0-1 0 0 0,0-1 0 0 0,0-1 0 0 0,19-12 0 0 0,-29 16-130 0 0,-1 1 1 0 0,0-2 0 0 0,0 1 0 0 0,0-1 0 0 0,0 0 0 0 0,-1 0-1 0 0,1-1 1 0 0,-2 0 0 0 0,1 1 0 0 0,0-2 0 0 0,-1 1 0 0 0,0 0-1 0 0,-1-1 1 0 0,0 0 0 0 0,0 0 0 0 0,0 0 0 0 0,2-11 0 0 0,-4 15-76 0 0,-1 1 1 0 0,1-1 0 0 0,-1 0-1 0 0,0 1 1 0 0,0-1-1 0 0,0 0 1 0 0,0 1 0 0 0,-1-1-1 0 0,1 0 1 0 0,-1 1 0 0 0,0-1-1 0 0,0 0 1 0 0,0 1 0 0 0,0-1-1 0 0,0 1 1 0 0,0 0 0 0 0,0-1-1 0 0,-1 1 1 0 0,0 0 0 0 0,-2-3-1 0 0,1 2-168 0 0,0 1 0 0 0,-1-1-1 0 0,1 1 1 0 0,-1 0 0 0 0,1 0-1 0 0,-1 0 1 0 0,0 0 0 0 0,0 1 0 0 0,0 0-1 0 0,0 0 1 0 0,-8-2 0 0 0,-2 2-422 0 0,1 0 1 0 0,-1 1 0 0 0,1 0-1 0 0,-1 1 1 0 0,1 0-1 0 0,-1 1 1 0 0,-14 5 0 0 0,-35 17-729 0 0,-159 85-1961 0 0,162-77 1491 0 0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0.50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70 139 576 0 0,'-31'-38'7195'0'0,"27"32"-6769"0"0,1-1 0 0 0,0-1 1 0 0,0 1-1 0 0,1 0 1 0 0,0-1-1 0 0,0 1 0 0 0,-1-12 1 0 0,-3-12 5039 0 0,-5 61-2753 0 0,17 144 683 0 0,29 87-2744 0 0,-20-161-291 0 0,17 102-251 0 0,21 183 941 0 0,-27-140-892 0 0,-4-61 72 0 0,-2-13-2444 0 0,-15-56-6730 0 0,-5-112 8679 0 0,1 8-462 0 0,-1 0 1 0 0,0 0-1 0 0,0 0 1 0 0,-1 0 0 0 0,-1 0-1 0 0,0 0 1 0 0,0 0-1 0 0,-1 0 1 0 0,-1-1 0 0 0,-5 14-1 0 0,8-23 558 0 0,1 0 0 0 0,-1 0 0 0 0,1-1 0 0 0,-1 1 0 0 0,0 0 0 0 0,1-1 0 0 0,-1 1 0 0 0,0-1 0 0 0,0 1 0 0 0,1 0 0 0 0,-1-1 0 0 0,0 0 0 0 0,0 1 0 0 0,0-1-1 0 0,0 1 1 0 0,1-1 0 0 0,-1 0 0 0 0,-2 1 0 0 0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1.13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 0 6941 0 0,'0'0'2109'0'0,"-13"20"7165"0"0,21 324-5756 0 0,-1-68-3160 0 0,-8-93 639 0 0,1 332 972 0 0,22-258-1882 0 0,24-4-3319 0 0,-42-206-4023 0 0,-6-12 3445 0 0,2-34 3726 0 0,0-1 0 0 0,0 1 0 0 0,0-1 0 0 0,0 1 0 0 0,0-1 0 0 0,0 1 0 0 0,0-1 0 0 0,0 1 0 0 0,0-1 1 0 0,0 1-1 0 0,0-1 0 0 0,0 1 0 0 0,0-1 0 0 0,-1 1 0 0 0,1-1 0 0 0,0 1 0 0 0,0-1 0 0 0,-1 0 0 0 0,1 1 0 0 0,0-1 0 0 0,0 1 0 0 0,-1-1 1 0 0,1 0-1 0 0,-1 1 0 0 0,1-1 0 0 0,0 0 0 0 0,-1 0 0 0 0,1 1 0 0 0,-1-1 0 0 0,1 0 0 0 0,0 0 0 0 0,-1 1 0 0 0,1-1 0 0 0,-1 0 1 0 0,1 0-1 0 0,-1 0 0 0 0,1 0 0 0 0,-1 0 0 0 0,1 0 0 0 0,-1 0 0 0 0,1 0 0 0 0,-1 0 0 0 0,0 0 0 0 0,-26-12-4451 0 0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1.82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76 6377 0 0,'2'-12'6243'0'0,"3"-13"-1663"0"0,-1 21-4352 0 0,1 1 0 0 0,-1 1 1 0 0,1-1-1 0 0,-1 1 0 0 0,1-1 0 0 0,0 1 0 0 0,0 1 0 0 0,0-1 0 0 0,0 1 0 0 0,0 0 0 0 0,8-1 0 0 0,58-3 341 0 0,349 7 2653 0 0,191-9-1679 0 0,-440 5-1162 0 0,323 35 0 0 0,-300-13 16 0 0,-149-16-375 0 0,34 3-1141 0 0,-33-4-3316 0 0,-42-3 1676 0 0,12 4-4734 0 0,-29-11 3872 0 0,-19-2-676 0 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2:02.56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94 6257 0 0,'1'-4'666'0'0,"1"0"0"0"0,0 1 1 0 0,0-1-1 0 0,1 0 0 0 0,-1 1 1 0 0,1 0-1 0 0,-1-1 0 0 0,1 1 1 0 0,0 0-1 0 0,0 1 1 0 0,1-1-1 0 0,-1 0 0 0 0,1 1 1 0 0,-1 0-1 0 0,5-2 0 0 0,4-2 68 0 0,1 0-1 0 0,0 1 0 0 0,0 1 0 0 0,22-5 0 0 0,-4 4-568 0 0,57-3 0 0 0,-20 9 524 0 0,79 8 251 0 0,233 8 501 0 0,43 0-592 0 0,-73 0-755 0 0,-171-14 21 0 0,199 5 180 0 0,-126 6-1094 0 0,-116 2-1471 0 0,170 50-9592 0 0,-214-33 8500 0 0,-50-11-954 0 0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4.04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2224 0 0,'0'0'5377'0'0,"27"23"-2074"0"0,-11-8-2856 0 0,0 1 1 0 0,-1 1 0 0 0,0 0 0 0 0,18 29 0 0 0,-15-19-1529 0 0,37 40 1 0 0,-42-55 171 0 0,0 0 0 0 0,1 0 0 0 0,17 10-1 0 0,-10-7 409 0 0,-6-4-158 0 0,0 0-1 0 0,1-1 0 0 0,29 13 0 0 0,-10-15-817 0 0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4.369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1 435 1624 0 0,'14'-48'10253'0'0,"-11"40"-9815"0"0,0 1 0 0 0,1 0 0 0 0,0 0 0 0 0,1 1 0 0 0,-1-1 0 0 0,1 1 0 0 0,8-8 0 0 0,-1 2-224 0 0,121-119-972 0 0,-24 43-5838 0 0,-89 75 5989 0 0,-4 3-106 0 0,-1-1 0 0 0,0 0 0 0 0,16-17 0 0 0,-15 8-1341 0 0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5.26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132 188 2572 0 0,'0'0'5075'0'0,"16"34"-548"0"0,-12-32-4457 0 0,-1 1 0 0 0,1 0 0 0 0,0-1 0 0 0,0 0 0 0 0,0 0 0 0 0,0 0 0 0 0,1 0 1 0 0,-1-1-1 0 0,0 0 0 0 0,1 0 0 0 0,-1 0 0 0 0,1 0 0 0 0,-1-1 0 0 0,1 1 0 0 0,-1-1 0 0 0,1 0 1 0 0,-1-1-1 0 0,10-1 0 0 0,-6 1 47 0 0,0-2 0 0 0,1 1 0 0 0,-1-1 0 0 0,0 0 0 0 0,0 0 0 0 0,-1-1 0 0 0,1 0 0 0 0,-1-1 0 0 0,0 0 0 0 0,8-6 0 0 0,-11 7 23 0 0,0 1 1 0 0,0-1-1 0 0,0 0 1 0 0,0 0-1 0 0,-1-1 1 0 0,0 1 0 0 0,0-1-1 0 0,0 1 1 0 0,0-1-1 0 0,-1 0 1 0 0,1 0-1 0 0,-1 0 1 0 0,-1-1-1 0 0,1 1 1 0 0,0-8 0 0 0,-1 9 34 0 0,-1 0 1 0 0,-1 0 0 0 0,1 0 0 0 0,-1 0-1 0 0,0 0 1 0 0,0 0 0 0 0,0 0-1 0 0,0 0 1 0 0,-1 0 0 0 0,1 0 0 0 0,-1 1-1 0 0,0-1 1 0 0,0 0 0 0 0,0 1 0 0 0,-1 0-1 0 0,1-1 1 0 0,-1 1 0 0 0,0 0 0 0 0,0 0-1 0 0,0 1 1 0 0,0-1 0 0 0,-1 1 0 0 0,-3-3-1 0 0,1 1-182 0 0,0 0-1 0 0,0 0 1 0 0,0 1-1 0 0,0 0 1 0 0,-1 1-1 0 0,0-1 1 0 0,1 1-1 0 0,-1 0 1 0 0,0 1-1 0 0,0-1 1 0 0,0 1-1 0 0,0 1 1 0 0,0-1-1 0 0,0 1 1 0 0,-12 2-1 0 0,12-1-490 0 0,0 1 0 0 0,-1 0 0 0 0,1 1 0 0 0,0-1 0 0 0,1 1 0 0 0,-1 1-1 0 0,0-1 1 0 0,1 1 0 0 0,0 1 0 0 0,0-1 0 0 0,0 1 0 0 0,0 0 0 0 0,1 0 0 0 0,-1 0-1 0 0,1 1 1 0 0,1 0 0 0 0,-5 6 0 0 0,-73 119-5489 0 0,67-95 2529 0 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6.070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1 3224 0 0,'0'0'7536'0'0,"21"17"-4189"0"0,2-6-3159 0 0,1-2 0 0 0,0 0 1 0 0,0-1-1 0 0,1-2 0 0 0,0 0 1 0 0,35 2-1 0 0,5 3-3393 0 0,88 26-4034 0 0,-149-36 4986 0 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6.2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0 439 7345 0 0,'6'-19'2272'0'0,"8"4"360"0"0,1-1-340 0 0,2 2-395 0 0,0-1-461 0 0,1-2-188 0 0,2 2-284 0 0,4-3-184 0 0,3-2-308 0 0,12-5-868 0 0,0 2-568 0 0,1-1-1220 0 0,-11 6-765 0 0,115-69-2099 0 0,-77 22 2560 0 0,-24 17-2093 0 0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3:07.10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116 0 1500 0 0,'0'0'4338'0'0,"-14"9"-1481"0"0,9-2-2511 0 0,1 1 1 0 0,0 1-1 0 0,0-1 0 0 0,1 1 1 0 0,0-1-1 0 0,0 1 1 0 0,1 0-1 0 0,0 0 0 0 0,0 0 1 0 0,1 12-1 0 0,0-15-323 0 0,1-1 0 0 0,0 1 0 0 0,1 0 0 0 0,-1-1 0 0 0,1 1 0 0 0,0-1 0 0 0,1 0 0 0 0,-1 1 0 0 0,1-1 0 0 0,0 0 0 0 0,0 0 0 0 0,1 0 0 0 0,0 0 0 0 0,0 0 0 0 0,0-1 0 0 0,0 1 0 0 0,1-1 0 0 0,4 5 0 0 0,-6-8 31 0 0,0 1-1 0 0,0-1 1 0 0,0 0 0 0 0,1 0 0 0 0,-1 0 0 0 0,0 0 0 0 0,1-1-1 0 0,-1 1 1 0 0,0-1 0 0 0,1 1 0 0 0,-1-1 0 0 0,1 0 0 0 0,-1 0-1 0 0,1 0 1 0 0,-1 0 0 0 0,0 0 0 0 0,1-1 0 0 0,-1 1-1 0 0,1-1 1 0 0,-1 1 0 0 0,0-1 0 0 0,1 0 0 0 0,-1 0 0 0 0,0 0-1 0 0,0 0 1 0 0,0-1 0 0 0,0 1 0 0 0,3-3 0 0 0,4-2 183 0 0,0 0 1 0 0,-1-1 0 0 0,0 0-1 0 0,14-16 1 0 0,-18 19-64 0 0,-1 0 0 0 0,1 0 0 0 0,-1 0 1 0 0,0 0-1 0 0,0 0 0 0 0,-1-1 0 0 0,1 1 0 0 0,-1-1 0 0 0,0 0 1 0 0,0 0-1 0 0,0 1 0 0 0,-1-1 0 0 0,0-1 0 0 0,0 1 1 0 0,0 0-1 0 0,0 0 0 0 0,-1 0 0 0 0,0-7 0 0 0,-1 11-251 0 0,1 0-1 0 0,-1-1 0 0 0,1 1 0 0 0,-1 0 0 0 0,0 0 1 0 0,1 0-1 0 0,-1 0 0 0 0,0 0 0 0 0,0 0 0 0 0,0 0 0 0 0,0 0 1 0 0,0 0-1 0 0,0 0 0 0 0,0 1 0 0 0,0-1 0 0 0,0 0 1 0 0,0 1-1 0 0,0-1 0 0 0,0 1 0 0 0,-1-1 0 0 0,1 1 0 0 0,0-1 1 0 0,0 1-1 0 0,0 0 0 0 0,-1 0 0 0 0,1 0 0 0 0,0-1 1 0 0,-1 1-1 0 0,1 0 0 0 0,-2 1 0 0 0,-35 4-3066 0 0,10 12 961 0 0,-100 82-3153 0 0,85-63 2139 0 0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7.50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310 3 1188 0 0,'0'0'4331'0'0,"-10"-3"910"0"0,-13 203-1894 0 0,-62 243 0 0 0,33-180-1825 0 0,-26 368 0 0 0,48-408-594 0 0,4-51 110 0 0,24-159-962 0 0,-1 15-1680 0 0,3-11-2351 0 0,16-43-4974 0 0,-15 25 8718 0 0,6-35-1985 0 0,-5-7-721 0 0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8.158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63 0 5288 0 0,'0'0'8935'0'0,"5"32"-7500"0"0,13 997 1931 0 0,-62-205-1467 0 0,42-708-1759 0 0,0-3-354 0 0,-2-40-3627 0 0,2-90-2897 0 0,-7-8 4663 0 0,2 5 649 0 0,-8-34-2615 0 0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8.95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 2008 0 0,'13'10'10286'0'0,"16"-3"-7367"0"0,37 1-3606 0 0,-54-7 2070 0 0,255 9 1353 0 0,-68-4-2284 0 0,959-8 775 0 0,-929 0-745 0 0,49-5 495 0 0,622-15 725 0 0,-862 24-2085 0 0,12 3-4869 0 0,-37 3-8 0 0,-9 7 3428 0 0,-5-14 1085 0 0,1 0 618 0 0,-1 0 0 0 0,1 0 0 0 0,-1-1 0 0 0,0 1 0 0 0,1 0 0 0 0,-1 0 0 0 0,0-1 0 0 0,0 1 0 0 0,1-1 0 0 0,-1 1 1 0 0,0-1-1 0 0,0 1 0 0 0,0-1 0 0 0,0 1 0 0 0,0-1 0 0 0,0 0 0 0 0,0 1 0 0 0,0-1 0 0 0,0 0 0 0 0,0 0 0 0 0,0 0 0 0 0,1 0 1 0 0,-3 0-1 0 0,-42 4-4060 0 0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6:59.73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2 127 6009 0 0,'0'0'5791'0'0,"0"0"-5600"0"0,0-1-1 0 0,0 1 1 0 0,0 0 0 0 0,-1-1 0 0 0,1 1-1 0 0,0 0 1 0 0,0-1 0 0 0,0 1 0 0 0,0-1-1 0 0,-1 1 1 0 0,1-1 0 0 0,0 1 0 0 0,0 0-1 0 0,0-1 1 0 0,0 1 0 0 0,0-1 0 0 0,0 1-1 0 0,0-1 1 0 0,0 1 0 0 0,1 0 0 0 0,-1-1-1 0 0,0 1 1 0 0,0-1 0 0 0,0 1 0 0 0,0 0-1 0 0,0-1 1 0 0,1 0 0 0 0,72-9 986 0 0,122-4-1 0 0,-6 3-1114 0 0,902-36 1949 0 0,-1065 47-1991 0 0,130-5 162 0 0,110 3 141 0 0,619 8 974 0 0,-630-11-633 0 0,502-7-285 0 0,-688 7-5475 0 0,-28 0-6496 0 0,-72 0 6576 0 0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0.512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5 15 3052 0 0,'-1'-2'3305'0'0,"-2"-11"6632"0"0,31 30-9815 0 0,0 2-1 0 0,-1 0 1 0 0,-1 1-1 0 0,44 46 1 0 0,24 41-175 0 0,-40-34 95 0 0,-35-44-343 0 0,28 59-8383 0 0,-35-55 7575 0 0,-12-31 953 0 0,1 1 0 0 0,0-1 1 0 0,-1 0-1 0 0,0 1 0 0 0,1-1 1 0 0,-1 0-1 0 0,0 1 1 0 0,0-1-1 0 0,0 0 0 0 0,0 1 1 0 0,-2 3-1 0 0,-10 9-2045 0 0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0.761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1 286 6717 0 0,'0'0'6684'0'0,"20"-31"-1042"0"0,35-8-4094 0 0,3 3-3933 0 0,-4 3-2418 0 0,17-8 716 0 0,-48 28 2905 0 0,-1-1-1 0 0,35-27 1 0 0,-16 4-1859 0 0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4.687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3 1728 0 0,'0'0'8632'0'0,"19"-3"-7426"0"0,-5 6-972 0 0,1 0 0 0 0,-1 1-1 0 0,0 0 1 0 0,-1 1-1 0 0,1 1 1 0 0,-1 0 0 0 0,18 12-1 0 0,84 66 1519 0 0,-82-57-3083 0 0,62 38 0 0 0,-77-55-94 0 0,-1 1 0 0 0,0 0 0 0 0,16 15-1 0 0,-19-15 174 0 0,-10-7-1592 0 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4.984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12 506 4828 0 0,'-1'-1'452'0'0,"0"1"0"0"0,1 0 0 0 0,-1-1 0 0 0,0 1 0 0 0,1-1 0 0 0,-1 1 0 0 0,0-1 0 0 0,1 1-1 0 0,-1-1 1 0 0,1 1 0 0 0,-1-1 0 0 0,1 0 0 0 0,-1 1 0 0 0,1-1 0 0 0,-1 0 0 0 0,1 1 0 0 0,0-1-1 0 0,-1 0 1 0 0,1 0 0 0 0,0 1 0 0 0,0-1 0 0 0,0 0 0 0 0,-1-1 0 0 0,11-14 3047 0 0,32-13-4545 0 0,-30 23 2018 0 0,73-48-611 0 0,44-36-697 0 0,-98 66-1283 0 0,-1-2-1 0 0,-1-1 0 0 0,-1-1 0 0 0,36-49 1 0 0,-33 27-1675 0 0,-30 48 3174 0 0,0 0 1 0 0,-1 0-1 0 0,1 0 0 0 0,0 0 0 0 0,0 0 1 0 0,-1 0-1 0 0,1-1 0 0 0,-1 1 0 0 0,0 0 0 0 0,0 0 1 0 0,0 0-1 0 0,0 0 0 0 0,0-1 0 0 0,0 1 1 0 0,0 0-1 0 0,-1 0 0 0 0,1 0 0 0 0,-1 0 0 0 0,1 0 1 0 0,-1 0-1 0 0,-1-3 0 0 0,0 4-77 0 0,1-1-1 0 0,-1 1 1 0 0,1 0 0 0 0,-1 0-1 0 0,1-1 1 0 0,-1 1-1 0 0,0 0 1 0 0,0 0-1 0 0,1 1 1 0 0,-1-1 0 0 0,-3-1-1 0 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6.03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1 107 1068 0 0,'2'3'945'0'0,"0"0"-1"0"0,0-1 1 0 0,0 1 0 0 0,1-1-1 0 0,-1 1 1 0 0,1-1 0 0 0,-1 0-1 0 0,1 0 1 0 0,3 2-1 0 0,50 27 2218 0 0,-43-25-2934 0 0,1-1-1 0 0,-1-1 1 0 0,29 6 0 0 0,-36-9 35 0 0,0 0-1 0 0,0-1 1 0 0,1 0 0 0 0,-1 0 0 0 0,0 0 0 0 0,7-2 0 0 0,-10 2-187 0 0,-1-1 0 0 0,1 1-1 0 0,-1-1 1 0 0,0 0 0 0 0,1 0 0 0 0,-1 0 0 0 0,1 0 0 0 0,-1 0 0 0 0,0 0-1 0 0,0-1 1 0 0,0 1 0 0 0,0-1 0 0 0,0 1 0 0 0,0-1 0 0 0,0 0 0 0 0,0 0 0 0 0,-1 0-1 0 0,1 0 1 0 0,-1 0 0 0 0,2-3 0 0 0,-2 2-52 0 0,0 0-1 0 0,-1 0 1 0 0,1 0 0 0 0,-1 0 0 0 0,1 0-1 0 0,-1 0 1 0 0,0 0 0 0 0,0 0 0 0 0,-1-1-1 0 0,1 1 1 0 0,-1 0 0 0 0,1 0 0 0 0,-1 0-1 0 0,0 0 1 0 0,0 0 0 0 0,0 1 0 0 0,-1-1-1 0 0,-1-3 1 0 0,1 3-71 0 0,-4-11 432 0 0,-2 0 1 0 0,0 1 0 0 0,-13-18-1 0 0,-5 10-3309 0 0,25 20 2754 0 0,0 1 0 0 0,1 0 0 0 0,-1 0 0 0 0,0 0 0 0 0,0-1 0 0 0,0 1 0 0 0,0 0 0 0 0,1 0 0 0 0,-1 0 0 0 0,0 0 0 0 0,0 1 0 0 0,0-1 0 0 0,0 0 0 0 0,1 0 0 0 0,-1 0 0 0 0,0 1 0 0 0,0-1 0 0 0,0 0 0 0 0,1 1 0 0 0,-1-1 0 0 0,0 1 0 0 0,0-1 0 0 0,1 1 0 0 0,-1-1 0 0 0,0 1 0 0 0,1-1 0 0 0,-1 1 0 0 0,0 1 0 0 0,-24 34-2403 0 0,-53 119-1688 0 0,51-92 1711 0 0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4-28T15:57:07.07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222 18 1944 0 0,'0'0'7832'0'0,"-23"7"-8593"0"0,19 1 991 0 0,1 0 1 0 0,0 0-1 0 0,0 1 1 0 0,1 0-1 0 0,0-1 1 0 0,1 1 0 0 0,0 0-1 0 0,0 0 1 0 0,1 0-1 0 0,0 0 1 0 0,1 0-1 0 0,-1-1 1 0 0,2 1-1 0 0,-1 0 1 0 0,5 12-1 0 0,-5-17-153 0 0,1 1 0 0 0,-1-1-1 0 0,1 0 1 0 0,-1 0 0 0 0,1 0 0 0 0,1-1-1 0 0,-1 1 1 0 0,0 0 0 0 0,1-1-1 0 0,0 0 1 0 0,0 1 0 0 0,0-1-1 0 0,0 0 1 0 0,0 0 0 0 0,1-1 0 0 0,-1 1-1 0 0,1-1 1 0 0,0 0 0 0 0,0 0-1 0 0,0 0 1 0 0,0 0 0 0 0,0-1 0 0 0,0 1-1 0 0,0-1 1 0 0,0 0 0 0 0,1 0-1 0 0,-1-1 1 0 0,0 1 0 0 0,1-1 0 0 0,-1 0-1 0 0,0 0 1 0 0,1-1 0 0 0,7-1-1 0 0,6-1 96 0 0,-1-2 0 0 0,0 0 0 0 0,0-1 0 0 0,0-1 0 0 0,0-1 0 0 0,19-12 0 0 0,-29 16-130 0 0,-1 1 1 0 0,0-2 0 0 0,0 1 0 0 0,0-1 0 0 0,0 0 0 0 0,-1 0-1 0 0,1-1 1 0 0,-2 0 0 0 0,1 1 0 0 0,0-2 0 0 0,-1 1 0 0 0,0 0-1 0 0,-1-1 1 0 0,0 0 0 0 0,0 0 0 0 0,0 0 0 0 0,2-11 0 0 0,-4 15-76 0 0,-1 1 1 0 0,1-1 0 0 0,-1 0-1 0 0,0 1 1 0 0,0-1-1 0 0,0 0 1 0 0,0 1 0 0 0,-1-1-1 0 0,1 0 1 0 0,-1 1 0 0 0,0-1-1 0 0,0 0 1 0 0,0 1 0 0 0,0-1-1 0 0,0 1 1 0 0,0 0 0 0 0,0-1-1 0 0,-1 1 1 0 0,0 0 0 0 0,-2-3-1 0 0,1 2-168 0 0,0 1 0 0 0,-1-1-1 0 0,1 1 1 0 0,-1 0 0 0 0,1 0-1 0 0,-1 0 1 0 0,0 0 0 0 0,0 1 0 0 0,0 0-1 0 0,0 0 1 0 0,-8-2 0 0 0,-2 2-422 0 0,1 0 1 0 0,-1 1 0 0 0,1 0-1 0 0,-1 1 1 0 0,1 0-1 0 0,-1 1 1 0 0,-14 5 0 0 0,-35 17-729 0 0,-159 85-1961 0 0,162-77 1491 0 0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8:02:24.523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117 9 5017,'-6'-2'-35,"-10"-4"3627,15 5-3436,0 1 0,1 1 1,-1-1-1,1 0 0,-1 0 0,0 0 1,1 0-1,-1 0 0,0 1 1,1-1-1,-1 0 0,1 0 0,-1 0 1,1 1-1,-1-1 0,0 1 1,1-1-1,0 1 0,-1-1 0,1 0 1,-1 1-1,1-1 0,-1 1 1,1 0-1,0-1 0,0 1 0,-8 13 530,1 1 0,1-1-1,0 1 1,2 0 0,-1 0-1,-2 20 1,-5 98 613,9-95-1082,-19 285-1596,21-317-496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8:02:24.524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0 76 6481,'0'-11'1529,"7"3"1535,6-1-255,9 0-1073,2 0-407,3 0-241,3 0-256,1 2-368,-2 4-96,0 2-216,-1 1-136,-6 2-624,-3 0-704,-4 4-3849,-1-1 2448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8:02:24.525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24 1 7210,'-1'0'126,"0"1"0,0 0 0,0-1 0,0 0 0,0 1 1,0 0-1,0 0 0,0-1 0,0 1 0,0 0 0,0 0 1,1 0-1,-1 0 0,0 0 0,0 0 0,1 0 1,0 0-1,-1 0 0,1 1 0,-1-2 0,1 2 0,-1-1 1,1 2-1,-3 31 2589,2-27-2214,0 22 845,1 1 0,6 46 0,-4-64-1228,0-1 0,0 1 1,2 0-1,0-1 0,-1-1 1,2 2-1,0-2 0,1 1 0,8 12 1,-12-21-104,-1-1 0,0 1 1,1-1-1,-1 1 0,1-1 1,-1 0-1,1 1 0,-1-2 1,1 2-1,-1-1 0,1-1 1,0 2-1,0-1 0,0-1 1,-1 0-1,5 2 1,-4-2-4,-1 0 1,1 0 0,-1-1-1,1 1 1,-1 0 0,1-1-1,-1 1 1,0 0 0,1-1-1,-1 0 1,1 0 0,-2 1-1,2-1 1,-1 0 0,0 0 0,1 0-1,-1 0 1,0 0 0,0 0-1,0-1 1,-1 2 0,1-2-1,1-2 1,4-4 10,-2-1 0,1 0 0,-2-1 0,0 1 0,5-19 0,5-52-1210,-6 28-2285,-4 39 2140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8:02:24.526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72 134 5401,'-4'3'525,"1"0"-1,0 0 1,1 0 0,-1 0-1,0 0 1,0 0-1,1 0 1,0 1 0,0 0-1,0-1 1,1 1 0,-3 7-1,-1 0 282,-1 1-204,1 3 0,0-2 0,0 2 0,2-1 0,0 0 0,-2 20 0,5-30-514,0 0 0,0 0 0,0-1-1,1 1 1,0 1 0,-1-2 0,1 1-1,0 0 1,0-1 0,1 1 0,-1-1-1,4 6 1,-3-7-60,0 1 0,0-1 0,1 0 0,-1 1 0,0-1 0,1 0 0,0 0 0,0-1 0,-1 1 0,1-1 0,0 1 0,0-1 0,0 0 0,0 0-1,1 0 1,-1-1 0,4 2 0,-1-2-13,1 1 0,0-1 0,-1 0 0,1-1 0,-1 0 0,1 0 0,-1-1 0,1 1 0,-1-2 0,1 1 0,-1 0 0,0-1 0,0 0-1,0 0 1,-1-1 0,1 0 0,4-4 0,3-3 11,-2 1-1,1-1 0,-2-2 1,1 1-1,-2 0 1,9-16-1,-9 14-1,-2 0 1,0-1-1,0 0 0,-1-1 1,3-16-1,-7 25-12,0 1-1,-2-1 0,2 0 1,-1 0-1,-1 1 1,0-1-1,0 0 1,-1 0-1,0 0 0,0 0 1,-1 1-1,1-1 1,-2 0-1,-3-9 1,4 13-8,1 0 0,-1 0 0,0 0 0,0 0 1,0 1-1,0 0 0,0-1 0,-1 1 1,0-1-1,1 2 0,-1-1 0,1-1 1,-1 2-1,0-1 0,0 1 0,0-1 1,-1 2-1,1-2 0,0 1 0,0 1 1,-1-1-1,1 0 0,-6 1 0,3 0 5,0 1 0,1 0-1,-1-1 1,0 2 0,0-1 0,1 1-1,0 0 1,0 0 0,-1 1 0,1 0-1,0 0 1,0 0 0,-5 4 0,-5 5 134,2 1 0,-1 0 1,1 1-1,1 0 0,-13 20 1,17-22-9,1 0 0,0 1 0,1-1 0,0 1 1,1 1-1,1-1 0,-6 24 0,9-30-113,1-1 0,0 1 0,0 0 0,0-1 1,0 0-1,1 1 0,0 0 0,0-1 0,1 1 0,-1-1 0,2 0 0,0 0 0,-1 0 0,6 8 0,-5-9-21,0 0-1,1-1 1,0 0 0,-1 1 0,1-1-1,1-1 1,-1 0 0,0 1 0,1-1-1,0 0 1,-1-1 0,2 1 0,-1 0-1,0-2 1,0 1 0,1 0 0,7 1-1,-4-2 9,1-1 0,-1 0 0,1 0-1,0 0 1,0-2 0,-1 1-1,0-1 1,0 0 0,0-1 0,1 0-1,-1-1 1,0 0 0,-1 0 0,0-1-1,9-5 1,-5 1 22,1 0 1,-2 0-1,0-1 1,0-1-1,-1 0 1,0 0-1,0-1 1,14-25-1,-20 30-8,-1 0 0,0 0-1,0-1 1,2-10 0,-5 16-15,1-1 0,-1 1 0,1-1 0,-1 1 0,0 0 0,0-1 0,-1 1 0,0-4 0,1 5-4,-1 1-1,1-1 0,0-1 1,0 2-1,-1-1 0,1 0 1,-1 0-1,0 1 0,1-1 1,0 0-1,-1 1 0,0-1 1,0 1-1,1-1 0,-1 0 1,1 1-1,-2-1 0,2 1 1,-1 0-1,0-1 0,0 1 1,0-1-1,-1 1 3,0 0-1,1-1 1,-2 1-1,2 0 1,-1 1 0,0-1-1,0 0 1,1 1 0,-1-1-1,0 1 1,1-1-1,-1 0 1,1 1 0,-1 0-1,1 0 1,-1 0 0,1 0-1,-2 1 1,-3 3 32,0-1 0,1 1 0,-6 7 0,5-5 23,0-1 0,2 2 0,-1-1 0,1 1 0,-1-1 0,2 2 1,0-1-1,0 0 0,0 1 0,-1 10 0,2-15-46,2 0-1,0 0 1,-1 0 0,1 1 0,0-2-1,0 2 1,1-1 0,-1-1-1,1 2 1,0-1 0,0-1 0,0 1-1,1 1 1,-1-2 0,1 0-1,0 1 1,-1 0 0,2 0 0,-1-1-1,1 0 1,-1 0 0,1 0-1,0 0 1,5 4 0,-1-3-11,-1-1 1,0 0-1,1 0 0,-1-1 1,1 1-1,0-1 1,-1-1-1,2 1 0,-1-1 1,0-1-1,-1 1 0,14-2 1,-5 1 0,0-3 1,0 1-1,0-1 0,28-10 1,-28 7-10,0 0 0,-1-1 0,0-1 0,0-1 0,-1 0 0,-1 0 0,20-19 0,-25 21 7,-1 1-1,0 0 1,-1-1 0,0-1-1,1 1 1,-2-1 0,1 1-1,-2-2 1,1 1 0,-1 0-1,0 0 1,0-1 0,-1 0-1,-1 1 1,2-11 0,-3 18-2,0 1 0,0-1 1,0 0-1,0 0 1,0 0-1,0 0 1,0 0-1,0 1 1,0-1-1,0 0 1,-1 0-1,1 0 1,-1 0-1,0-1 1,1 2-2,0 0 0,0 0 1,0-1-1,-1 1 1,1 0-1,0 0 0,-1 0 1,1 0-1,0 0 1,-1-1-1,1 1 0,0 0 1,0 0-1,0 0 1,-1 0-1,1 0 0,0 0 1,-1 0-1,1 0 1,0 0-1,-1 1 0,1-1 1,0 0-1,0 0 1,0 0-1,-1 0 1,1 0-1,0 1 0,-1-1 1,0 1 6,-2 1 0,2-1 0,-1 1 0,1-1-1,-1 1 1,1 0 0,-1 0 0,1 0 0,0-1 0,-1 4 0,-2 4 58,1-1 0,1 1 0,-1 0 0,2 0 0,-1 0 0,1 0 0,1 0 0,0 17 0,1-12-5,1 0 0,-1 0 0,2 0 0,1-1 1,4 15-1,-6-23-94,0-1 0,0 1 0,1-1 0,-1 0-1,1 0 1,-1 0 0,1-1 0,0 1 0,1 0 0,-1-1 0,5 4 0,-5-6-155,-1 1 0,0-1 0,1 1 0,-1-1 0,1 0 0,0 0-1,0 0 1,-1-1 0,1 1 0,0 0 0,-1-1 0,1 1 0,0-1 0,0 0 0,0 0 0,0-1 0,0 1-1,-1-1 1,1 0 0,4 0 0,-2-1-490,-1-1 0,0 1 0,1 0 0,5-5 0,17-14-1902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8:02:24.527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107 57 6937,'-32'-37'3113,"8"23"3305,5 8-3386,5 12-1351,2 4-633,9 5-656,1 3-160,7 0-192,3 2-24,4-1-376,4 4-416,-1 3-1433,1 2-2672,4 10 1768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8:02:24.528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14 2 5985,'4'-1'6304,"-1"6"-3408,-1 10-328,-3 11-1027,-1-1 0,-7 40 0,-1 13-525,10-74-989,0 0 1,-1-1 0,2 1-1,-1 0 1,0-1-1,1 1 1,-1-1 0,1 1-1,2 5 1,-2-8-26,0 0 1,-1 0 0,1 0-1,0 0 1,0 0-1,-1 0 1,1 0-1,1-1 1,-2 1-1,1 0 1,1 0-1,-2-1 1,1 0-1,1 1 1,-2 0 0,2-1-1,-1 1 1,0-1-1,1 0 1,-2 1-1,2-1 1,-1 0-1,0 0 1,1 0-1,-2 0 1,2 0 0,-1 0-1,0-1 1,1 1-1,-2 0 1,2-1-1,0 0 1,7-2 7,0 0 0,-1-1 1,-1 1-1,2-2 0,-2 1 1,1-2-1,8-6 0,46-46 16,-45 40-38,-1-1 0,0-1 1,-2 0-1,15-26 0,-21 34 14,-8 12 31,0 2 16,-7 24 213,3-14-142,1-3-50,1 1 1,0-1 0,1 1 0,0 0 0,1-1 0,0 1 0,1 15 0,0-22-77,0 0 0,0 1 1,-1-1-1,1 0 0,1 0 1,-1 0-1,1 0 0,-1 0 0,1 0 1,-1-1-1,2 1 0,-1 0 1,0 0-1,0-1 0,1 0 0,-1 1 1,1-1-1,-1-1 0,1 2 1,-1-2-1,1 1 0,0-1 0,0 1 1,0-1-1,6 1 0,-1 0-375,0-1 0,1-1 0,-1 1 0,0-1 0,0-1 0,1 1 0,-1-1 0,0-1 0,1 0 0,-2 0 0,1 0 0,10-5 0,25-11-1579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8:02:24.529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2 2881,'-7'-1'6850,"6"1"-6629,-4 10 3215,0 20-1715,4-20-881,-27 165 3229,-7 92-2996,34-256-1121,-1 6-552,-6 24 0,9-62-7048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8:02:24.530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22 6 6513,'-4'-6'5587,"4"6"-5451,-3 10 2770,-2 24-1126,4-28-1404,-1 9 86,0 5-83,0 0 0,0 0 0,2 0 0,2 23 1,-1-37-332,0-1 0,0 0 0,1 0 0,-1 1 0,2-2 0,-1 2 0,0-1 1,6 8-1,-6-10-31,0-1 1,0 1-1,1 0 1,0-1 0,0 0-1,0 1 1,0-1-1,0 0 1,0 0-1,0 0 1,1 0 0,-1-1-1,1 0 1,4 1-1,-1 0-1,1-1 0,0 0 0,0 0 1,1-1-1,-2 0 0,1-1 0,1 0 0,-2 0 0,1-1 0,0 1 0,0-2 0,9-4 0,-4 2 9,1-1 1,-1-1-1,0 0 1,-1-1-1,22-18 1,-25 17-11,1 0 0,0-2-1,-1 1 1,-1-1 0,1 0 0,-2 0 0,0-1 0,-1 0 0,0-1 0,8-24 0,-14 37-13,0 0-1,0 0 1,0 0 0,0 0 0,1 0 0,-1-1-1,0 1 1,0 0 0,0 0 0,0 0 0,0 0 0,0 0-1,0 0 1,0 0 0,0-1 0,0 1 0,0 0-1,0 0 1,0 0 0,0 0 0,0 0 0,0 0-1,0 0 1,0 0 0,-1 0 0,1 0 0,0 0 0,0 0-1,0 0 1,0 0 0,0 0 0,0 0 0,0 0-1,0 0 1,0-1 0,0 1 0,0 0 0,0 0-1,0 0 1,0 0 0,0 0 0,0 0 0,0 0 0,0 0-1,0 0 1,0 0 0,0 0 0,-1 0 0,1 0-1,0 0 1,0 0 0,0 0 0,0 0 0,0 0-1,0 0 1,0 0 0,-1 0 0,1 0 0,0 0 0,0 0-1,0 0 1,0 0 0,0 0 0,0 0 0,0 0-1,-1 0 1,1 1 0,-6 3 144,-1 4 45,1 1 0,0 0 0,0 1 0,0 0 0,1 0 0,1 0 0,0 0 0,0 1 0,1-1 0,-3 20 0,1-2 25,2 0 0,2 0 0,2 32 0,-1-48-178,0-1 1,2 0-1,-1 1 0,2-2 1,0 1-1,7 18 1,-9-26-191,1 0 0,-1 0 0,1 0 0,-1 0 1,1-1-1,1 1 0,-2 0 0,2-1 1,-1 0-1,1 0 0,-1 1 0,1-1 1,0-1-1,-1 2 0,1-2 0,0 1 1,0-1-1,0 0 0,0 0 0,1 0 1,-1 0-1,0 0 0,1-1 0,-1 1 0,1-1 1,4 0-1,20-3-3490,0-4 908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1T18:02:24.531"/>
    </inkml:context>
    <inkml:brush xml:id="br0">
      <inkml:brushProperty name="width" value="0.1" units="cm"/>
      <inkml:brushProperty name="height" value="0.1" units="cm"/>
      <inkml:brushProperty name="color" value="#E71224"/>
    </inkml:brush>
  </inkml:definitions>
  <inkml:trace contextRef="#ctx0" brushRef="#br0">94 8 7114,'2'-8'7356,"-4"22"-4657,-6 26-1165,-23 77 1189,-20 102-539,49-210-2106,2 0-1,-1 1 0,0 0 0,2 0 1,0 12-1,-1-20-44,1 0 1,0 0-1,-1 1 1,1-1-1,-1 0 1,2 0-1,-1 1 1,-1-1-1,2-1 1,-1 2-1,0-2 1,1 2-1,-1-2 1,1 1-1,-1 0 1,1-1-1,0 1 1,0-1-1,0 1 1,0-1-1,-1 0 1,2 0-1,-1 0 1,0 0-1,0 0 1,1 0-1,-1-1 1,2 1-1,6 0 70,-1 0 0,1-1 0,0 0-1,-1-1 1,1 0 0,-1 0 0,16-5-1,64-25 327,-86 30-417,73-33 287,-39 17-149,45-14-1,-81 30-204,1 0 1,1 1-1,-1 0 1,0-1-1,1 1 1,-1-1-1,0 1 1,5 1-1,-6-1-66,-1 0 1,2 1-1,-1-1 1,-1 0-1,1 1 0,0-1 1,0 1-1,-1 0 1,1-1-1,0 0 0,0 1 1,-1 0-1,0 0 1,1-1-1,0 1 0,-1 0 1,1 0-1,-1-1 0,0 2 1,0-1-1,1-1 1,0 3-1,4 10-1131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FEB7C5-FBE3-F3CA-FCF7-C5F2BE0AF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DF86E5-234E-AF94-1FCC-1C81F5B55ED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BE216F-D639-8A3D-605E-6589EF2D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C94-4EF8-4597-AF3E-41FB0A24585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FA8E8F-38C3-62B2-ECFA-DB57B05E51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96DAD3-C83C-FCDB-A147-24E4D46584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580D-25F6-4C6A-800E-D9685283A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03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202FE9-A5BE-465A-C6B1-C6551939C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C8131B-B5CE-D0D6-EE71-68B4EB2762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8D3205-44E7-954A-FAF0-4BC8C1986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C94-4EF8-4597-AF3E-41FB0A24585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724EFB-C77C-A743-2B63-A37D544B0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15B86B-5183-7A6D-EB5C-4AFDCCC386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580D-25F6-4C6A-800E-D9685283A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416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1A8DC-F3B0-2817-F2ED-355D957C2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CBED6B-6487-BA7D-A9B8-46AD426018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74980B-9F6D-BAB9-4716-143A22EBD8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C94-4EF8-4597-AF3E-41FB0A24585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E7E547-09FE-CB9E-AB7A-65EEF19A59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4CD822-F21D-85A6-1064-7D2EA121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580D-25F6-4C6A-800E-D9685283A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4088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E1784-2708-C6DC-7B67-094C28232A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EF86BA-4199-1D75-706D-136FDDC82EF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3C4DDB-1159-7D85-1CA6-C9EECBA2F7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247D5-6EA2-5411-B86B-0D68AD2178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C94-4EF8-4597-AF3E-41FB0A24585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106226-D2DE-0381-DCCC-66CB81029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303A25-331F-C0C6-1CD1-F2D8577DC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580D-25F6-4C6A-800E-D9685283A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0251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9B1A4-2292-8035-FE39-3E1CFDACF0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D6BCB-1500-1B7D-F194-5B745B4CB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FB4AA6-4A25-1A13-AEC1-8AE6FCE7C6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40EFED1-4171-337E-0C46-F77CD15543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CD5078D-40B1-827C-97A2-D3F5254A0A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5485D16-F805-A91A-E166-952B2CC61F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C94-4EF8-4597-AF3E-41FB0A24585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AD98099-D433-354D-2C1D-25BEA8334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9702610-3E74-43B2-64AD-074F1845D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580D-25F6-4C6A-800E-D9685283A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08791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C6674-0F30-91CD-A8D6-36504717D3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6C5738-FE4E-DF0E-63A5-20C319544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C94-4EF8-4597-AF3E-41FB0A24585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8A2A46C-C497-FAB7-4718-D7BC7C1C6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ECA136-1F2A-7AAF-B037-D75BBCACEB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580D-25F6-4C6A-800E-D9685283A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5048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E1D98C4-64D4-1BB0-FE74-785D9C5DF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C94-4EF8-4597-AF3E-41FB0A24585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1C9748E-85DB-D1D9-7640-38B8A28B3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24769D3-C26C-120A-4637-12BB64251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580D-25F6-4C6A-800E-D9685283A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789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EBD94-64BB-67D0-845B-873C762F29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3EF587-FE7B-64F7-97C8-F035DCF15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335622-2C9B-D52F-FE0E-7B4BE1E2576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2FCFE-AD8F-C85E-B9EF-18B0B1C3F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C94-4EF8-4597-AF3E-41FB0A24585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E2BD06-A8C2-ECD7-09DD-666308588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A13FF2-EA44-6DC0-3C6A-FB72A7CC66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580D-25F6-4C6A-800E-D9685283A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9956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78E0B-4F97-3432-C331-4951033E5D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9680F36-7C92-D1F1-3EA0-C1005515A7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A001F1-CF5F-0D0D-1114-E83F5D2E49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4D8B1-0B25-E297-29F0-E9CF37D50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C94-4EF8-4597-AF3E-41FB0A24585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C29A3B-0887-CE18-533D-0E6B178374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BC41F8-8AB5-AE68-E033-A387FD900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580D-25F6-4C6A-800E-D9685283A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8771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85320-629E-66B8-9BC7-6724F3CB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148D38C-6781-C59E-EA83-EF27BA0752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9FB4BF-A55C-5304-BD8A-0CC1D3A8E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C94-4EF8-4597-AF3E-41FB0A24585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356AFA-F572-269D-3A12-89F6C858D8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396ECF-7B13-3E30-CA7E-509AF8F1D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580D-25F6-4C6A-800E-D9685283A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179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2F4FBC-8F32-2835-4EC5-2EC06A2197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79F173-0FC1-2A15-3E36-2D96F703B2B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9A08EA-5CEC-1C98-F4AD-477400F5C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42C94-4EF8-4597-AF3E-41FB0A24585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89AADF-D0B9-1D6F-7EA1-516A442ED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62C00E-D1F9-02DF-32DF-7C5C7FBB31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F6580D-25F6-4C6A-800E-D9685283A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508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6F33230-EAC2-0B50-4799-37EE8EAA02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D00B0D-D356-B66A-FC30-262B8E248B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7746AA-4466-7638-7786-5E017743E3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42C94-4EF8-4597-AF3E-41FB0A24585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912CBF-84B1-70C3-F100-C3A0EEBC949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548603-EAFD-EB06-6B92-A74E27CBEF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F6580D-25F6-4C6A-800E-D9685283AD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523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3.xml"/><Relationship Id="rId39" Type="http://schemas.openxmlformats.org/officeDocument/2006/relationships/image" Target="../media/image19.png"/><Relationship Id="rId3" Type="http://schemas.openxmlformats.org/officeDocument/2006/relationships/image" Target="../media/image3.png"/><Relationship Id="rId34" Type="http://schemas.openxmlformats.org/officeDocument/2006/relationships/customXml" Target="../ink/ink7.xml"/><Relationship Id="rId42" Type="http://schemas.openxmlformats.org/officeDocument/2006/relationships/image" Target="../media/image411.png"/><Relationship Id="rId25" Type="http://schemas.openxmlformats.org/officeDocument/2006/relationships/image" Target="../media/image12.png"/><Relationship Id="rId33" Type="http://schemas.openxmlformats.org/officeDocument/2006/relationships/image" Target="../media/image16.png"/><Relationship Id="rId38" Type="http://schemas.openxmlformats.org/officeDocument/2006/relationships/customXml" Target="../ink/ink9.xml"/><Relationship Id="rId2" Type="http://schemas.openxmlformats.org/officeDocument/2006/relationships/image" Target="../media/image5.png"/><Relationship Id="rId29" Type="http://schemas.openxmlformats.org/officeDocument/2006/relationships/image" Target="../media/image14.png"/><Relationship Id="rId41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24" Type="http://schemas.openxmlformats.org/officeDocument/2006/relationships/customXml" Target="../ink/ink2.xml"/><Relationship Id="rId32" Type="http://schemas.openxmlformats.org/officeDocument/2006/relationships/customXml" Target="../ink/ink6.xml"/><Relationship Id="rId37" Type="http://schemas.openxmlformats.org/officeDocument/2006/relationships/image" Target="../media/image18.png"/><Relationship Id="rId40" Type="http://schemas.openxmlformats.org/officeDocument/2006/relationships/customXml" Target="../ink/ink10.xml"/><Relationship Id="rId23" Type="http://schemas.openxmlformats.org/officeDocument/2006/relationships/image" Target="../media/image111.png"/><Relationship Id="rId28" Type="http://schemas.openxmlformats.org/officeDocument/2006/relationships/customXml" Target="../ink/ink4.xml"/><Relationship Id="rId36" Type="http://schemas.openxmlformats.org/officeDocument/2006/relationships/customXml" Target="../ink/ink8.xml"/><Relationship Id="rId31" Type="http://schemas.openxmlformats.org/officeDocument/2006/relationships/image" Target="../media/image15.png"/><Relationship Id="rId4" Type="http://schemas.openxmlformats.org/officeDocument/2006/relationships/customXml" Target="../ink/ink1.xml"/><Relationship Id="rId27" Type="http://schemas.openxmlformats.org/officeDocument/2006/relationships/image" Target="../media/image13.png"/><Relationship Id="rId30" Type="http://schemas.openxmlformats.org/officeDocument/2006/relationships/customXml" Target="../ink/ink5.xml"/><Relationship Id="rId35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6.xml"/><Relationship Id="rId18" Type="http://schemas.openxmlformats.org/officeDocument/2006/relationships/image" Target="../media/image81.png"/><Relationship Id="rId26" Type="http://schemas.openxmlformats.org/officeDocument/2006/relationships/image" Target="../media/image12.png"/><Relationship Id="rId39" Type="http://schemas.openxmlformats.org/officeDocument/2006/relationships/customXml" Target="../ink/ink29.xml"/><Relationship Id="rId21" Type="http://schemas.openxmlformats.org/officeDocument/2006/relationships/customXml" Target="../ink/ink20.xml"/><Relationship Id="rId34" Type="http://schemas.openxmlformats.org/officeDocument/2006/relationships/image" Target="../media/image16.png"/><Relationship Id="rId42" Type="http://schemas.openxmlformats.org/officeDocument/2006/relationships/image" Target="../media/image20.png"/><Relationship Id="rId188" Type="http://schemas.openxmlformats.org/officeDocument/2006/relationships/image" Target="../media/image84.png"/><Relationship Id="rId7" Type="http://schemas.openxmlformats.org/officeDocument/2006/relationships/customXml" Target="../ink/ink13.xml"/><Relationship Id="rId191" Type="http://schemas.openxmlformats.org/officeDocument/2006/relationships/customXml" Target="../ink/ink35.xml"/><Relationship Id="rId196" Type="http://schemas.openxmlformats.org/officeDocument/2006/relationships/image" Target="../media/image88.png"/><Relationship Id="rId200" Type="http://schemas.openxmlformats.org/officeDocument/2006/relationships/image" Target="../media/image90.png"/><Relationship Id="rId2" Type="http://schemas.openxmlformats.org/officeDocument/2006/relationships/image" Target="../media/image6.png"/><Relationship Id="rId16" Type="http://schemas.openxmlformats.org/officeDocument/2006/relationships/image" Target="../media/image7.png"/><Relationship Id="rId29" Type="http://schemas.openxmlformats.org/officeDocument/2006/relationships/customXml" Target="../ink/ink24.xml"/><Relationship Id="rId11" Type="http://schemas.openxmlformats.org/officeDocument/2006/relationships/customXml" Target="../ink/ink15.xml"/><Relationship Id="rId24" Type="http://schemas.openxmlformats.org/officeDocument/2006/relationships/image" Target="../media/image111.png"/><Relationship Id="rId32" Type="http://schemas.openxmlformats.org/officeDocument/2006/relationships/image" Target="../media/image15.png"/><Relationship Id="rId37" Type="http://schemas.openxmlformats.org/officeDocument/2006/relationships/customXml" Target="../ink/ink28.xml"/><Relationship Id="rId40" Type="http://schemas.openxmlformats.org/officeDocument/2006/relationships/image" Target="../media/image19.png"/><Relationship Id="rId45" Type="http://schemas.openxmlformats.org/officeDocument/2006/relationships/customXml" Target="../ink/ink31.xml"/><Relationship Id="rId5" Type="http://schemas.openxmlformats.org/officeDocument/2006/relationships/customXml" Target="../ink/ink12.xml"/><Relationship Id="rId186" Type="http://schemas.openxmlformats.org/officeDocument/2006/relationships/image" Target="../media/image83.png"/><Relationship Id="rId194" Type="http://schemas.openxmlformats.org/officeDocument/2006/relationships/image" Target="../media/image87.png"/><Relationship Id="rId199" Type="http://schemas.openxmlformats.org/officeDocument/2006/relationships/customXml" Target="../ink/ink39.xml"/><Relationship Id="rId203" Type="http://schemas.openxmlformats.org/officeDocument/2006/relationships/image" Target="../media/image22.png"/><Relationship Id="rId19" Type="http://schemas.openxmlformats.org/officeDocument/2006/relationships/customXml" Target="../ink/ink19.xml"/><Relationship Id="rId14" Type="http://schemas.openxmlformats.org/officeDocument/2006/relationships/image" Target="../media/image60.png"/><Relationship Id="rId22" Type="http://schemas.openxmlformats.org/officeDocument/2006/relationships/image" Target="../media/image100.png"/><Relationship Id="rId27" Type="http://schemas.openxmlformats.org/officeDocument/2006/relationships/customXml" Target="../ink/ink23.xml"/><Relationship Id="rId30" Type="http://schemas.openxmlformats.org/officeDocument/2006/relationships/image" Target="../media/image14.png"/><Relationship Id="rId35" Type="http://schemas.openxmlformats.org/officeDocument/2006/relationships/customXml" Target="../ink/ink27.xml"/><Relationship Id="rId8" Type="http://schemas.openxmlformats.org/officeDocument/2006/relationships/image" Target="../media/image310.png"/><Relationship Id="rId184" Type="http://schemas.openxmlformats.org/officeDocument/2006/relationships/image" Target="../media/image82.png"/><Relationship Id="rId189" Type="http://schemas.openxmlformats.org/officeDocument/2006/relationships/customXml" Target="../ink/ink34.xml"/><Relationship Id="rId192" Type="http://schemas.openxmlformats.org/officeDocument/2006/relationships/image" Target="../media/image86.png"/><Relationship Id="rId197" Type="http://schemas.openxmlformats.org/officeDocument/2006/relationships/customXml" Target="../ink/ink38.xml"/><Relationship Id="rId3" Type="http://schemas.openxmlformats.org/officeDocument/2006/relationships/customXml" Target="../ink/ink11.xml"/><Relationship Id="rId201" Type="http://schemas.openxmlformats.org/officeDocument/2006/relationships/customXml" Target="../ink/ink40.xml"/><Relationship Id="rId12" Type="http://schemas.openxmlformats.org/officeDocument/2006/relationships/image" Target="../media/image510.png"/><Relationship Id="rId17" Type="http://schemas.openxmlformats.org/officeDocument/2006/relationships/customXml" Target="../ink/ink18.xml"/><Relationship Id="rId25" Type="http://schemas.openxmlformats.org/officeDocument/2006/relationships/customXml" Target="../ink/ink22.xml"/><Relationship Id="rId33" Type="http://schemas.openxmlformats.org/officeDocument/2006/relationships/customXml" Target="../ink/ink26.xml"/><Relationship Id="rId38" Type="http://schemas.openxmlformats.org/officeDocument/2006/relationships/image" Target="../media/image18.png"/><Relationship Id="rId20" Type="http://schemas.openxmlformats.org/officeDocument/2006/relationships/image" Target="../media/image92.png"/><Relationship Id="rId41" Type="http://schemas.openxmlformats.org/officeDocument/2006/relationships/customXml" Target="../ink/ink30.xml"/><Relationship Id="rId187" Type="http://schemas.openxmlformats.org/officeDocument/2006/relationships/customXml" Target="../ink/ink33.xml"/><Relationship Id="rId195" Type="http://schemas.openxmlformats.org/officeDocument/2006/relationships/customXml" Target="../ink/ink3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0.png"/><Relationship Id="rId190" Type="http://schemas.openxmlformats.org/officeDocument/2006/relationships/image" Target="../media/image85.png"/><Relationship Id="rId15" Type="http://schemas.openxmlformats.org/officeDocument/2006/relationships/customXml" Target="../ink/ink17.xml"/><Relationship Id="rId23" Type="http://schemas.openxmlformats.org/officeDocument/2006/relationships/customXml" Target="../ink/ink21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10" Type="http://schemas.openxmlformats.org/officeDocument/2006/relationships/image" Target="../media/image410.png"/><Relationship Id="rId31" Type="http://schemas.openxmlformats.org/officeDocument/2006/relationships/customXml" Target="../ink/ink25.xml"/><Relationship Id="rId44" Type="http://schemas.openxmlformats.org/officeDocument/2006/relationships/image" Target="../media/image21.png"/><Relationship Id="rId185" Type="http://schemas.openxmlformats.org/officeDocument/2006/relationships/customXml" Target="../ink/ink32.xml"/><Relationship Id="rId198" Type="http://schemas.openxmlformats.org/officeDocument/2006/relationships/image" Target="../media/image89.png"/><Relationship Id="rId4" Type="http://schemas.openxmlformats.org/officeDocument/2006/relationships/image" Target="../media/image110.png"/><Relationship Id="rId9" Type="http://schemas.openxmlformats.org/officeDocument/2006/relationships/customXml" Target="../ink/ink14.xml"/><Relationship Id="rId193" Type="http://schemas.openxmlformats.org/officeDocument/2006/relationships/customXml" Target="../ink/ink36.xml"/><Relationship Id="rId202" Type="http://schemas.openxmlformats.org/officeDocument/2006/relationships/image" Target="../media/image91.png"/></Relationships>
</file>

<file path=ppt/slides/_rels/slide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81.png"/><Relationship Id="rId26" Type="http://schemas.openxmlformats.org/officeDocument/2006/relationships/image" Target="../media/image12.png"/><Relationship Id="rId47" Type="http://schemas.openxmlformats.org/officeDocument/2006/relationships/customXml" Target="../ink/ink41.xml"/><Relationship Id="rId50" Type="http://schemas.openxmlformats.org/officeDocument/2006/relationships/customXml" Target="../ink/ink44.xml"/><Relationship Id="rId55" Type="http://schemas.openxmlformats.org/officeDocument/2006/relationships/customXml" Target="../ink/ink49.xml"/><Relationship Id="rId34" Type="http://schemas.openxmlformats.org/officeDocument/2006/relationships/image" Target="../media/image16.png"/><Relationship Id="rId63" Type="http://schemas.openxmlformats.org/officeDocument/2006/relationships/customXml" Target="../ink/ink57.xml"/><Relationship Id="rId42" Type="http://schemas.openxmlformats.org/officeDocument/2006/relationships/image" Target="../media/image20.png"/><Relationship Id="rId68" Type="http://schemas.openxmlformats.org/officeDocument/2006/relationships/image" Target="../media/image25.png"/><Relationship Id="rId2" Type="http://schemas.openxmlformats.org/officeDocument/2006/relationships/image" Target="../media/image23.png"/><Relationship Id="rId16" Type="http://schemas.openxmlformats.org/officeDocument/2006/relationships/image" Target="../media/image7.png"/><Relationship Id="rId45" Type="http://schemas.openxmlformats.org/officeDocument/2006/relationships/image" Target="../media/image22.png"/><Relationship Id="rId53" Type="http://schemas.openxmlformats.org/officeDocument/2006/relationships/customXml" Target="../ink/ink47.xml"/><Relationship Id="rId24" Type="http://schemas.openxmlformats.org/officeDocument/2006/relationships/image" Target="../media/image111.png"/><Relationship Id="rId58" Type="http://schemas.openxmlformats.org/officeDocument/2006/relationships/customXml" Target="../ink/ink52.xml"/><Relationship Id="rId32" Type="http://schemas.openxmlformats.org/officeDocument/2006/relationships/image" Target="../media/image15.png"/><Relationship Id="rId40" Type="http://schemas.openxmlformats.org/officeDocument/2006/relationships/image" Target="../media/image19.png"/><Relationship Id="rId66" Type="http://schemas.openxmlformats.org/officeDocument/2006/relationships/customXml" Target="../ink/ink60.xml"/><Relationship Id="rId49" Type="http://schemas.openxmlformats.org/officeDocument/2006/relationships/customXml" Target="../ink/ink43.xml"/><Relationship Id="rId57" Type="http://schemas.openxmlformats.org/officeDocument/2006/relationships/customXml" Target="../ink/ink51.xml"/><Relationship Id="rId28" Type="http://schemas.openxmlformats.org/officeDocument/2006/relationships/image" Target="../media/image13.png"/><Relationship Id="rId61" Type="http://schemas.openxmlformats.org/officeDocument/2006/relationships/customXml" Target="../ink/ink55.xml"/><Relationship Id="rId36" Type="http://schemas.openxmlformats.org/officeDocument/2006/relationships/image" Target="../media/image17.png"/><Relationship Id="rId44" Type="http://schemas.openxmlformats.org/officeDocument/2006/relationships/image" Target="../media/image21.png"/><Relationship Id="rId10" Type="http://schemas.openxmlformats.org/officeDocument/2006/relationships/image" Target="../media/image410.png"/><Relationship Id="rId52" Type="http://schemas.openxmlformats.org/officeDocument/2006/relationships/customXml" Target="../ink/ink46.xml"/><Relationship Id="rId60" Type="http://schemas.openxmlformats.org/officeDocument/2006/relationships/customXml" Target="../ink/ink54.xml"/><Relationship Id="rId65" Type="http://schemas.openxmlformats.org/officeDocument/2006/relationships/customXml" Target="../ink/ink59.xml"/><Relationship Id="rId4" Type="http://schemas.openxmlformats.org/officeDocument/2006/relationships/image" Target="../media/image110.png"/><Relationship Id="rId48" Type="http://schemas.openxmlformats.org/officeDocument/2006/relationships/customXml" Target="../ink/ink42.xml"/><Relationship Id="rId14" Type="http://schemas.openxmlformats.org/officeDocument/2006/relationships/image" Target="../media/image60.png"/><Relationship Id="rId56" Type="http://schemas.openxmlformats.org/officeDocument/2006/relationships/customXml" Target="../ink/ink50.xml"/><Relationship Id="rId22" Type="http://schemas.openxmlformats.org/officeDocument/2006/relationships/image" Target="../media/image100.png"/><Relationship Id="rId30" Type="http://schemas.openxmlformats.org/officeDocument/2006/relationships/image" Target="../media/image14.png"/><Relationship Id="rId64" Type="http://schemas.openxmlformats.org/officeDocument/2006/relationships/customXml" Target="../ink/ink58.xml"/><Relationship Id="rId69" Type="http://schemas.openxmlformats.org/officeDocument/2006/relationships/customXml" Target="../ink/ink62.xml"/><Relationship Id="rId8" Type="http://schemas.openxmlformats.org/officeDocument/2006/relationships/image" Target="../media/image310.png"/><Relationship Id="rId51" Type="http://schemas.openxmlformats.org/officeDocument/2006/relationships/customXml" Target="../ink/ink45.xml"/><Relationship Id="rId46" Type="http://schemas.openxmlformats.org/officeDocument/2006/relationships/image" Target="../media/image24.png"/><Relationship Id="rId12" Type="http://schemas.openxmlformats.org/officeDocument/2006/relationships/image" Target="../media/image510.png"/><Relationship Id="rId59" Type="http://schemas.openxmlformats.org/officeDocument/2006/relationships/customXml" Target="../ink/ink53.xml"/><Relationship Id="rId38" Type="http://schemas.openxmlformats.org/officeDocument/2006/relationships/image" Target="../media/image18.png"/><Relationship Id="rId67" Type="http://schemas.openxmlformats.org/officeDocument/2006/relationships/customXml" Target="../ink/ink61.xml"/><Relationship Id="rId54" Type="http://schemas.openxmlformats.org/officeDocument/2006/relationships/customXml" Target="../ink/ink48.xml"/><Relationship Id="rId20" Type="http://schemas.openxmlformats.org/officeDocument/2006/relationships/image" Target="../media/image92.png"/><Relationship Id="rId62" Type="http://schemas.openxmlformats.org/officeDocument/2006/relationships/customXml" Target="../ink/ink56.xml"/><Relationship Id="rId70" Type="http://schemas.openxmlformats.org/officeDocument/2006/relationships/image" Target="../media/image2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0.png"/></Relationships>
</file>

<file path=ppt/slides/_rels/slide9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2.png"/><Relationship Id="rId117" Type="http://schemas.openxmlformats.org/officeDocument/2006/relationships/customXml" Target="../ink/ink107.xml"/><Relationship Id="rId21" Type="http://schemas.openxmlformats.org/officeDocument/2006/relationships/customXml" Target="../ink/ink72.xml"/><Relationship Id="rId42" Type="http://schemas.openxmlformats.org/officeDocument/2006/relationships/image" Target="../media/image20.png"/><Relationship Id="rId84" Type="http://schemas.openxmlformats.org/officeDocument/2006/relationships/image" Target="../media/image32.png"/><Relationship Id="rId89" Type="http://schemas.openxmlformats.org/officeDocument/2006/relationships/customXml" Target="../ink/ink93.xml"/><Relationship Id="rId112" Type="http://schemas.openxmlformats.org/officeDocument/2006/relationships/image" Target="../media/image46.png"/><Relationship Id="rId175" Type="http://schemas.openxmlformats.org/officeDocument/2006/relationships/customXml" Target="../ink/ink113.xml"/><Relationship Id="rId170" Type="http://schemas.openxmlformats.org/officeDocument/2006/relationships/image" Target="../media/image75.png"/><Relationship Id="rId16" Type="http://schemas.openxmlformats.org/officeDocument/2006/relationships/image" Target="../media/image7.png"/><Relationship Id="rId107" Type="http://schemas.openxmlformats.org/officeDocument/2006/relationships/customXml" Target="../ink/ink102.xml"/><Relationship Id="rId11" Type="http://schemas.openxmlformats.org/officeDocument/2006/relationships/customXml" Target="../ink/ink67.xml"/><Relationship Id="rId32" Type="http://schemas.openxmlformats.org/officeDocument/2006/relationships/image" Target="../media/image15.png"/><Relationship Id="rId37" Type="http://schemas.openxmlformats.org/officeDocument/2006/relationships/customXml" Target="../ink/ink80.xml"/><Relationship Id="rId74" Type="http://schemas.openxmlformats.org/officeDocument/2006/relationships/image" Target="../media/image270.png"/><Relationship Id="rId79" Type="http://schemas.openxmlformats.org/officeDocument/2006/relationships/customXml" Target="../ink/ink88.xml"/><Relationship Id="rId102" Type="http://schemas.openxmlformats.org/officeDocument/2006/relationships/image" Target="../media/image41.png"/><Relationship Id="rId5" Type="http://schemas.openxmlformats.org/officeDocument/2006/relationships/customXml" Target="../ink/ink64.xml"/><Relationship Id="rId90" Type="http://schemas.openxmlformats.org/officeDocument/2006/relationships/image" Target="../media/image35.png"/><Relationship Id="rId95" Type="http://schemas.openxmlformats.org/officeDocument/2006/relationships/customXml" Target="../ink/ink96.xml"/><Relationship Id="rId22" Type="http://schemas.openxmlformats.org/officeDocument/2006/relationships/image" Target="../media/image100.png"/><Relationship Id="rId27" Type="http://schemas.openxmlformats.org/officeDocument/2006/relationships/customXml" Target="../ink/ink75.xml"/><Relationship Id="rId43" Type="http://schemas.openxmlformats.org/officeDocument/2006/relationships/image" Target="../media/image220.png"/><Relationship Id="rId113" Type="http://schemas.openxmlformats.org/officeDocument/2006/relationships/customXml" Target="../ink/ink105.xml"/><Relationship Id="rId118" Type="http://schemas.openxmlformats.org/officeDocument/2006/relationships/image" Target="../media/image49.png"/><Relationship Id="rId80" Type="http://schemas.openxmlformats.org/officeDocument/2006/relationships/image" Target="../media/image30.png"/><Relationship Id="rId85" Type="http://schemas.openxmlformats.org/officeDocument/2006/relationships/customXml" Target="../ink/ink91.xml"/><Relationship Id="rId171" Type="http://schemas.openxmlformats.org/officeDocument/2006/relationships/customXml" Target="../ink/ink111.xml"/><Relationship Id="rId176" Type="http://schemas.openxmlformats.org/officeDocument/2006/relationships/image" Target="../media/image78.png"/><Relationship Id="rId12" Type="http://schemas.openxmlformats.org/officeDocument/2006/relationships/image" Target="../media/image510.png"/><Relationship Id="rId17" Type="http://schemas.openxmlformats.org/officeDocument/2006/relationships/customXml" Target="../ink/ink70.xml"/><Relationship Id="rId33" Type="http://schemas.openxmlformats.org/officeDocument/2006/relationships/customXml" Target="../ink/ink78.xml"/><Relationship Id="rId38" Type="http://schemas.openxmlformats.org/officeDocument/2006/relationships/image" Target="../media/image18.png"/><Relationship Id="rId103" Type="http://schemas.openxmlformats.org/officeDocument/2006/relationships/customXml" Target="../ink/ink100.xml"/><Relationship Id="rId108" Type="http://schemas.openxmlformats.org/officeDocument/2006/relationships/image" Target="../media/image44.png"/><Relationship Id="rId20" Type="http://schemas.openxmlformats.org/officeDocument/2006/relationships/image" Target="../media/image92.png"/><Relationship Id="rId41" Type="http://schemas.openxmlformats.org/officeDocument/2006/relationships/customXml" Target="../ink/ink82.xml"/><Relationship Id="rId70" Type="http://schemas.openxmlformats.org/officeDocument/2006/relationships/image" Target="../media/image250.png"/><Relationship Id="rId75" Type="http://schemas.openxmlformats.org/officeDocument/2006/relationships/customXml" Target="../ink/ink86.xml"/><Relationship Id="rId83" Type="http://schemas.openxmlformats.org/officeDocument/2006/relationships/customXml" Target="../ink/ink90.xml"/><Relationship Id="rId88" Type="http://schemas.openxmlformats.org/officeDocument/2006/relationships/image" Target="../media/image34.png"/><Relationship Id="rId91" Type="http://schemas.openxmlformats.org/officeDocument/2006/relationships/customXml" Target="../ink/ink94.xml"/><Relationship Id="rId96" Type="http://schemas.openxmlformats.org/officeDocument/2006/relationships/image" Target="../media/image38.png"/><Relationship Id="rId111" Type="http://schemas.openxmlformats.org/officeDocument/2006/relationships/customXml" Target="../ink/ink104.xml"/><Relationship Id="rId166" Type="http://schemas.openxmlformats.org/officeDocument/2006/relationships/image" Target="../media/image73.png"/><Relationship Id="rId174" Type="http://schemas.openxmlformats.org/officeDocument/2006/relationships/image" Target="../media/image7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0.png"/><Relationship Id="rId15" Type="http://schemas.openxmlformats.org/officeDocument/2006/relationships/customXml" Target="../ink/ink69.xml"/><Relationship Id="rId23" Type="http://schemas.openxmlformats.org/officeDocument/2006/relationships/customXml" Target="../ink/ink73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106" Type="http://schemas.openxmlformats.org/officeDocument/2006/relationships/image" Target="../media/image43.png"/><Relationship Id="rId114" Type="http://schemas.openxmlformats.org/officeDocument/2006/relationships/image" Target="../media/image47.png"/><Relationship Id="rId119" Type="http://schemas.openxmlformats.org/officeDocument/2006/relationships/customXml" Target="../ink/ink108.xml"/><Relationship Id="rId10" Type="http://schemas.openxmlformats.org/officeDocument/2006/relationships/image" Target="../media/image410.png"/><Relationship Id="rId31" Type="http://schemas.openxmlformats.org/officeDocument/2006/relationships/customXml" Target="../ink/ink77.xml"/><Relationship Id="rId44" Type="http://schemas.openxmlformats.org/officeDocument/2006/relationships/image" Target="../media/image261.png"/><Relationship Id="rId73" Type="http://schemas.openxmlformats.org/officeDocument/2006/relationships/customXml" Target="../ink/ink85.xml"/><Relationship Id="rId78" Type="http://schemas.openxmlformats.org/officeDocument/2006/relationships/image" Target="../media/image29.png"/><Relationship Id="rId81" Type="http://schemas.openxmlformats.org/officeDocument/2006/relationships/customXml" Target="../ink/ink89.xml"/><Relationship Id="rId86" Type="http://schemas.openxmlformats.org/officeDocument/2006/relationships/image" Target="../media/image33.png"/><Relationship Id="rId94" Type="http://schemas.openxmlformats.org/officeDocument/2006/relationships/image" Target="../media/image37.png"/><Relationship Id="rId99" Type="http://schemas.openxmlformats.org/officeDocument/2006/relationships/customXml" Target="../ink/ink98.xml"/><Relationship Id="rId101" Type="http://schemas.openxmlformats.org/officeDocument/2006/relationships/customXml" Target="../ink/ink99.xml"/><Relationship Id="rId169" Type="http://schemas.openxmlformats.org/officeDocument/2006/relationships/customXml" Target="../ink/ink110.xml"/><Relationship Id="rId177" Type="http://schemas.openxmlformats.org/officeDocument/2006/relationships/customXml" Target="../ink/ink114.xml"/><Relationship Id="rId4" Type="http://schemas.openxmlformats.org/officeDocument/2006/relationships/image" Target="../media/image110.png"/><Relationship Id="rId9" Type="http://schemas.openxmlformats.org/officeDocument/2006/relationships/customXml" Target="../ink/ink66.xml"/><Relationship Id="rId172" Type="http://schemas.openxmlformats.org/officeDocument/2006/relationships/image" Target="../media/image76.png"/><Relationship Id="rId13" Type="http://schemas.openxmlformats.org/officeDocument/2006/relationships/customXml" Target="../ink/ink68.xml"/><Relationship Id="rId18" Type="http://schemas.openxmlformats.org/officeDocument/2006/relationships/image" Target="../media/image81.png"/><Relationship Id="rId39" Type="http://schemas.openxmlformats.org/officeDocument/2006/relationships/customXml" Target="../ink/ink81.xml"/><Relationship Id="rId109" Type="http://schemas.openxmlformats.org/officeDocument/2006/relationships/customXml" Target="../ink/ink103.xml"/><Relationship Id="rId34" Type="http://schemas.openxmlformats.org/officeDocument/2006/relationships/image" Target="../media/image16.png"/><Relationship Id="rId76" Type="http://schemas.openxmlformats.org/officeDocument/2006/relationships/image" Target="../media/image28.png"/><Relationship Id="rId97" Type="http://schemas.openxmlformats.org/officeDocument/2006/relationships/customXml" Target="../ink/ink97.xml"/><Relationship Id="rId104" Type="http://schemas.openxmlformats.org/officeDocument/2006/relationships/image" Target="../media/image42.png"/><Relationship Id="rId167" Type="http://schemas.openxmlformats.org/officeDocument/2006/relationships/customXml" Target="../ink/ink109.xml"/><Relationship Id="rId7" Type="http://schemas.openxmlformats.org/officeDocument/2006/relationships/customXml" Target="../ink/ink65.xml"/><Relationship Id="rId71" Type="http://schemas.openxmlformats.org/officeDocument/2006/relationships/customXml" Target="../ink/ink84.xml"/><Relationship Id="rId92" Type="http://schemas.openxmlformats.org/officeDocument/2006/relationships/image" Target="../media/image36.png"/><Relationship Id="rId2" Type="http://schemas.openxmlformats.org/officeDocument/2006/relationships/image" Target="../media/image27.png"/><Relationship Id="rId29" Type="http://schemas.openxmlformats.org/officeDocument/2006/relationships/customXml" Target="../ink/ink76.xml"/><Relationship Id="rId24" Type="http://schemas.openxmlformats.org/officeDocument/2006/relationships/image" Target="../media/image111.png"/><Relationship Id="rId40" Type="http://schemas.openxmlformats.org/officeDocument/2006/relationships/image" Target="../media/image19.png"/><Relationship Id="rId45" Type="http://schemas.openxmlformats.org/officeDocument/2006/relationships/customXml" Target="../ink/ink83.xml"/><Relationship Id="rId87" Type="http://schemas.openxmlformats.org/officeDocument/2006/relationships/customXml" Target="../ink/ink92.xml"/><Relationship Id="rId110" Type="http://schemas.openxmlformats.org/officeDocument/2006/relationships/image" Target="../media/image45.png"/><Relationship Id="rId115" Type="http://schemas.openxmlformats.org/officeDocument/2006/relationships/customXml" Target="../ink/ink106.xml"/><Relationship Id="rId178" Type="http://schemas.openxmlformats.org/officeDocument/2006/relationships/image" Target="../media/image79.png"/><Relationship Id="rId82" Type="http://schemas.openxmlformats.org/officeDocument/2006/relationships/image" Target="../media/image31.png"/><Relationship Id="rId173" Type="http://schemas.openxmlformats.org/officeDocument/2006/relationships/customXml" Target="../ink/ink112.xml"/><Relationship Id="rId19" Type="http://schemas.openxmlformats.org/officeDocument/2006/relationships/customXml" Target="../ink/ink71.xml"/><Relationship Id="rId14" Type="http://schemas.openxmlformats.org/officeDocument/2006/relationships/image" Target="../media/image60.png"/><Relationship Id="rId30" Type="http://schemas.openxmlformats.org/officeDocument/2006/relationships/image" Target="../media/image14.png"/><Relationship Id="rId35" Type="http://schemas.openxmlformats.org/officeDocument/2006/relationships/customXml" Target="../ink/ink79.xml"/><Relationship Id="rId77" Type="http://schemas.openxmlformats.org/officeDocument/2006/relationships/customXml" Target="../ink/ink87.xml"/><Relationship Id="rId100" Type="http://schemas.openxmlformats.org/officeDocument/2006/relationships/image" Target="../media/image40.png"/><Relationship Id="rId105" Type="http://schemas.openxmlformats.org/officeDocument/2006/relationships/customXml" Target="../ink/ink101.xml"/><Relationship Id="rId168" Type="http://schemas.openxmlformats.org/officeDocument/2006/relationships/image" Target="../media/image74.png"/><Relationship Id="rId8" Type="http://schemas.openxmlformats.org/officeDocument/2006/relationships/image" Target="../media/image310.png"/><Relationship Id="rId72" Type="http://schemas.openxmlformats.org/officeDocument/2006/relationships/image" Target="../media/image260.png"/><Relationship Id="rId93" Type="http://schemas.openxmlformats.org/officeDocument/2006/relationships/customXml" Target="../ink/ink95.xml"/><Relationship Id="rId98" Type="http://schemas.openxmlformats.org/officeDocument/2006/relationships/image" Target="../media/image39.png"/><Relationship Id="rId3" Type="http://schemas.openxmlformats.org/officeDocument/2006/relationships/customXml" Target="../ink/ink63.xml"/><Relationship Id="rId25" Type="http://schemas.openxmlformats.org/officeDocument/2006/relationships/customXml" Target="../ink/ink74.xml"/><Relationship Id="rId116" Type="http://schemas.openxmlformats.org/officeDocument/2006/relationships/image" Target="../media/image48.png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20.xml"/><Relationship Id="rId18" Type="http://schemas.openxmlformats.org/officeDocument/2006/relationships/image" Target="../media/image81.png"/><Relationship Id="rId26" Type="http://schemas.openxmlformats.org/officeDocument/2006/relationships/image" Target="../media/image12.png"/><Relationship Id="rId39" Type="http://schemas.openxmlformats.org/officeDocument/2006/relationships/customXml" Target="../ink/ink133.xml"/><Relationship Id="rId21" Type="http://schemas.openxmlformats.org/officeDocument/2006/relationships/customXml" Target="../ink/ink124.xml"/><Relationship Id="rId34" Type="http://schemas.openxmlformats.org/officeDocument/2006/relationships/image" Target="../media/image16.png"/><Relationship Id="rId42" Type="http://schemas.openxmlformats.org/officeDocument/2006/relationships/image" Target="../media/image20.png"/><Relationship Id="rId7" Type="http://schemas.openxmlformats.org/officeDocument/2006/relationships/customXml" Target="../ink/ink117.xml"/><Relationship Id="rId2" Type="http://schemas.openxmlformats.org/officeDocument/2006/relationships/image" Target="../media/image251.png"/><Relationship Id="rId16" Type="http://schemas.openxmlformats.org/officeDocument/2006/relationships/image" Target="../media/image7.png"/><Relationship Id="rId20" Type="http://schemas.openxmlformats.org/officeDocument/2006/relationships/image" Target="../media/image92.png"/><Relationship Id="rId29" Type="http://schemas.openxmlformats.org/officeDocument/2006/relationships/customXml" Target="../ink/ink128.xml"/><Relationship Id="rId41" Type="http://schemas.openxmlformats.org/officeDocument/2006/relationships/customXml" Target="../ink/ink13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0.png"/><Relationship Id="rId11" Type="http://schemas.openxmlformats.org/officeDocument/2006/relationships/customXml" Target="../ink/ink119.xml"/><Relationship Id="rId24" Type="http://schemas.openxmlformats.org/officeDocument/2006/relationships/image" Target="../media/image111.png"/><Relationship Id="rId32" Type="http://schemas.openxmlformats.org/officeDocument/2006/relationships/image" Target="../media/image15.png"/><Relationship Id="rId37" Type="http://schemas.openxmlformats.org/officeDocument/2006/relationships/customXml" Target="../ink/ink132.xml"/><Relationship Id="rId40" Type="http://schemas.openxmlformats.org/officeDocument/2006/relationships/image" Target="../media/image19.png"/><Relationship Id="rId5" Type="http://schemas.openxmlformats.org/officeDocument/2006/relationships/customXml" Target="../ink/ink116.xml"/><Relationship Id="rId15" Type="http://schemas.openxmlformats.org/officeDocument/2006/relationships/customXml" Target="../ink/ink121.xml"/><Relationship Id="rId23" Type="http://schemas.openxmlformats.org/officeDocument/2006/relationships/customXml" Target="../ink/ink125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10" Type="http://schemas.openxmlformats.org/officeDocument/2006/relationships/image" Target="../media/image410.png"/><Relationship Id="rId19" Type="http://schemas.openxmlformats.org/officeDocument/2006/relationships/customXml" Target="../ink/ink123.xml"/><Relationship Id="rId31" Type="http://schemas.openxmlformats.org/officeDocument/2006/relationships/customXml" Target="../ink/ink129.xml"/><Relationship Id="rId44" Type="http://schemas.openxmlformats.org/officeDocument/2006/relationships/image" Target="../media/image261.png"/><Relationship Id="rId4" Type="http://schemas.openxmlformats.org/officeDocument/2006/relationships/image" Target="../media/image110.png"/><Relationship Id="rId9" Type="http://schemas.openxmlformats.org/officeDocument/2006/relationships/customXml" Target="../ink/ink118.xml"/><Relationship Id="rId14" Type="http://schemas.openxmlformats.org/officeDocument/2006/relationships/image" Target="../media/image60.png"/><Relationship Id="rId22" Type="http://schemas.openxmlformats.org/officeDocument/2006/relationships/image" Target="../media/image100.png"/><Relationship Id="rId27" Type="http://schemas.openxmlformats.org/officeDocument/2006/relationships/customXml" Target="../ink/ink127.xml"/><Relationship Id="rId30" Type="http://schemas.openxmlformats.org/officeDocument/2006/relationships/image" Target="../media/image14.png"/><Relationship Id="rId35" Type="http://schemas.openxmlformats.org/officeDocument/2006/relationships/customXml" Target="../ink/ink131.xml"/><Relationship Id="rId43" Type="http://schemas.openxmlformats.org/officeDocument/2006/relationships/image" Target="../media/image220.png"/><Relationship Id="rId8" Type="http://schemas.openxmlformats.org/officeDocument/2006/relationships/image" Target="../media/image310.png"/><Relationship Id="rId3" Type="http://schemas.openxmlformats.org/officeDocument/2006/relationships/customXml" Target="../ink/ink115.xml"/><Relationship Id="rId12" Type="http://schemas.openxmlformats.org/officeDocument/2006/relationships/image" Target="../media/image510.png"/><Relationship Id="rId17" Type="http://schemas.openxmlformats.org/officeDocument/2006/relationships/customXml" Target="../ink/ink122.xml"/><Relationship Id="rId25" Type="http://schemas.openxmlformats.org/officeDocument/2006/relationships/customXml" Target="../ink/ink126.xml"/><Relationship Id="rId33" Type="http://schemas.openxmlformats.org/officeDocument/2006/relationships/customXml" Target="../ink/ink130.xml"/><Relationship Id="rId38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140.xml"/><Relationship Id="rId18" Type="http://schemas.openxmlformats.org/officeDocument/2006/relationships/image" Target="../media/image81.png"/><Relationship Id="rId26" Type="http://schemas.openxmlformats.org/officeDocument/2006/relationships/image" Target="../media/image12.png"/><Relationship Id="rId39" Type="http://schemas.openxmlformats.org/officeDocument/2006/relationships/customXml" Target="../ink/ink153.xml"/><Relationship Id="rId21" Type="http://schemas.openxmlformats.org/officeDocument/2006/relationships/customXml" Target="../ink/ink144.xml"/><Relationship Id="rId34" Type="http://schemas.openxmlformats.org/officeDocument/2006/relationships/image" Target="../media/image16.png"/><Relationship Id="rId42" Type="http://schemas.openxmlformats.org/officeDocument/2006/relationships/image" Target="../media/image20.png"/><Relationship Id="rId7" Type="http://schemas.openxmlformats.org/officeDocument/2006/relationships/customXml" Target="../ink/ink137.xml"/><Relationship Id="rId196" Type="http://schemas.openxmlformats.org/officeDocument/2006/relationships/customXml" Target="../ink/ink157.xml"/><Relationship Id="rId200" Type="http://schemas.openxmlformats.org/officeDocument/2006/relationships/customXml" Target="../ink/ink159.xml"/><Relationship Id="rId205" Type="http://schemas.openxmlformats.org/officeDocument/2006/relationships/image" Target="../media/image71.png"/><Relationship Id="rId2" Type="http://schemas.openxmlformats.org/officeDocument/2006/relationships/image" Target="../media/image50.png"/><Relationship Id="rId16" Type="http://schemas.openxmlformats.org/officeDocument/2006/relationships/image" Target="../media/image7.png"/><Relationship Id="rId29" Type="http://schemas.openxmlformats.org/officeDocument/2006/relationships/customXml" Target="../ink/ink148.xml"/><Relationship Id="rId11" Type="http://schemas.openxmlformats.org/officeDocument/2006/relationships/customXml" Target="../ink/ink139.xml"/><Relationship Id="rId24" Type="http://schemas.openxmlformats.org/officeDocument/2006/relationships/image" Target="../media/image111.png"/><Relationship Id="rId32" Type="http://schemas.openxmlformats.org/officeDocument/2006/relationships/image" Target="../media/image15.png"/><Relationship Id="rId37" Type="http://schemas.openxmlformats.org/officeDocument/2006/relationships/customXml" Target="../ink/ink152.xml"/><Relationship Id="rId40" Type="http://schemas.openxmlformats.org/officeDocument/2006/relationships/image" Target="../media/image19.png"/><Relationship Id="rId45" Type="http://schemas.openxmlformats.org/officeDocument/2006/relationships/customXml" Target="../ink/ink155.xml"/><Relationship Id="rId5" Type="http://schemas.openxmlformats.org/officeDocument/2006/relationships/customXml" Target="../ink/ink136.xml"/><Relationship Id="rId194" Type="http://schemas.openxmlformats.org/officeDocument/2006/relationships/customXml" Target="../ink/ink156.xml"/><Relationship Id="rId199" Type="http://schemas.openxmlformats.org/officeDocument/2006/relationships/image" Target="../media/image68.png"/><Relationship Id="rId203" Type="http://schemas.openxmlformats.org/officeDocument/2006/relationships/image" Target="../media/image70.png"/><Relationship Id="rId208" Type="http://schemas.openxmlformats.org/officeDocument/2006/relationships/customXml" Target="../ink/ink163.xml"/><Relationship Id="rId19" Type="http://schemas.openxmlformats.org/officeDocument/2006/relationships/customXml" Target="../ink/ink143.xml"/><Relationship Id="rId14" Type="http://schemas.openxmlformats.org/officeDocument/2006/relationships/image" Target="../media/image60.png"/><Relationship Id="rId22" Type="http://schemas.openxmlformats.org/officeDocument/2006/relationships/image" Target="../media/image100.png"/><Relationship Id="rId27" Type="http://schemas.openxmlformats.org/officeDocument/2006/relationships/customXml" Target="../ink/ink147.xml"/><Relationship Id="rId30" Type="http://schemas.openxmlformats.org/officeDocument/2006/relationships/image" Target="../media/image14.png"/><Relationship Id="rId35" Type="http://schemas.openxmlformats.org/officeDocument/2006/relationships/customXml" Target="../ink/ink151.xml"/><Relationship Id="rId43" Type="http://schemas.openxmlformats.org/officeDocument/2006/relationships/image" Target="../media/image220.png"/><Relationship Id="rId8" Type="http://schemas.openxmlformats.org/officeDocument/2006/relationships/image" Target="../media/image310.png"/><Relationship Id="rId197" Type="http://schemas.openxmlformats.org/officeDocument/2006/relationships/image" Target="../media/image67.png"/><Relationship Id="rId206" Type="http://schemas.openxmlformats.org/officeDocument/2006/relationships/customXml" Target="../ink/ink162.xml"/><Relationship Id="rId3" Type="http://schemas.openxmlformats.org/officeDocument/2006/relationships/customXml" Target="../ink/ink135.xml"/><Relationship Id="rId201" Type="http://schemas.openxmlformats.org/officeDocument/2006/relationships/image" Target="../media/image69.png"/><Relationship Id="rId12" Type="http://schemas.openxmlformats.org/officeDocument/2006/relationships/image" Target="../media/image510.png"/><Relationship Id="rId17" Type="http://schemas.openxmlformats.org/officeDocument/2006/relationships/customXml" Target="../ink/ink142.xml"/><Relationship Id="rId25" Type="http://schemas.openxmlformats.org/officeDocument/2006/relationships/customXml" Target="../ink/ink146.xml"/><Relationship Id="rId33" Type="http://schemas.openxmlformats.org/officeDocument/2006/relationships/customXml" Target="../ink/ink150.xml"/><Relationship Id="rId38" Type="http://schemas.openxmlformats.org/officeDocument/2006/relationships/image" Target="../media/image18.png"/><Relationship Id="rId20" Type="http://schemas.openxmlformats.org/officeDocument/2006/relationships/image" Target="../media/image92.png"/><Relationship Id="rId41" Type="http://schemas.openxmlformats.org/officeDocument/2006/relationships/customXml" Target="../ink/ink154.xml"/><Relationship Id="rId195" Type="http://schemas.openxmlformats.org/officeDocument/2006/relationships/image" Target="../media/image66.png"/><Relationship Id="rId209" Type="http://schemas.openxmlformats.org/officeDocument/2006/relationships/image" Target="../media/image8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0.png"/><Relationship Id="rId204" Type="http://schemas.openxmlformats.org/officeDocument/2006/relationships/customXml" Target="../ink/ink161.xml"/><Relationship Id="rId15" Type="http://schemas.openxmlformats.org/officeDocument/2006/relationships/customXml" Target="../ink/ink141.xml"/><Relationship Id="rId23" Type="http://schemas.openxmlformats.org/officeDocument/2006/relationships/customXml" Target="../ink/ink145.xml"/><Relationship Id="rId28" Type="http://schemas.openxmlformats.org/officeDocument/2006/relationships/image" Target="../media/image13.png"/><Relationship Id="rId36" Type="http://schemas.openxmlformats.org/officeDocument/2006/relationships/image" Target="../media/image17.png"/><Relationship Id="rId10" Type="http://schemas.openxmlformats.org/officeDocument/2006/relationships/image" Target="../media/image410.png"/><Relationship Id="rId31" Type="http://schemas.openxmlformats.org/officeDocument/2006/relationships/customXml" Target="../ink/ink149.xml"/><Relationship Id="rId44" Type="http://schemas.openxmlformats.org/officeDocument/2006/relationships/image" Target="../media/image51.png"/><Relationship Id="rId198" Type="http://schemas.openxmlformats.org/officeDocument/2006/relationships/customXml" Target="../ink/ink158.xml"/><Relationship Id="rId4" Type="http://schemas.openxmlformats.org/officeDocument/2006/relationships/image" Target="../media/image110.png"/><Relationship Id="rId9" Type="http://schemas.openxmlformats.org/officeDocument/2006/relationships/customXml" Target="../ink/ink138.xml"/><Relationship Id="rId193" Type="http://schemas.openxmlformats.org/officeDocument/2006/relationships/image" Target="../media/image52.png"/><Relationship Id="rId202" Type="http://schemas.openxmlformats.org/officeDocument/2006/relationships/customXml" Target="../ink/ink160.xml"/><Relationship Id="rId207" Type="http://schemas.openxmlformats.org/officeDocument/2006/relationships/image" Target="../media/image72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47" name="Rectangle 1046">
            <a:extLst>
              <a:ext uri="{FF2B5EF4-FFF2-40B4-BE49-F238E27FC236}">
                <a16:creationId xmlns:a16="http://schemas.microsoft.com/office/drawing/2014/main" id="{ECC07320-C2CA-4E29-8481-9D9E143C77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undefined">
            <a:extLst>
              <a:ext uri="{FF2B5EF4-FFF2-40B4-BE49-F238E27FC236}">
                <a16:creationId xmlns:a16="http://schemas.microsoft.com/office/drawing/2014/main" id="{552EC2DD-D56E-E6F9-9389-7D5C08319F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087"/>
          <a:stretch/>
        </p:blipFill>
        <p:spPr bwMode="auto">
          <a:xfrm>
            <a:off x="2522358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48" name="Rectangle 1047">
            <a:extLst>
              <a:ext uri="{FF2B5EF4-FFF2-40B4-BE49-F238E27FC236}">
                <a16:creationId xmlns:a16="http://schemas.microsoft.com/office/drawing/2014/main" id="{178FB36B-5BFE-42CA-BC60-1115E0D95E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7066978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34775C-25E7-80F1-74B5-86328ADDD1D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52228" y="743447"/>
            <a:ext cx="3249552" cy="2931995"/>
          </a:xfrm>
          <a:noFill/>
        </p:spPr>
        <p:txBody>
          <a:bodyPr>
            <a:noAutofit/>
          </a:bodyPr>
          <a:lstStyle/>
          <a:p>
            <a:pPr algn="l"/>
            <a:r>
              <a:rPr lang="en-US" sz="2400" b="1" dirty="0"/>
              <a:t>CS 5/7320 </a:t>
            </a:r>
            <a:br>
              <a:rPr lang="en-US" sz="2400" b="1" dirty="0"/>
            </a:br>
            <a:r>
              <a:rPr lang="en-US" sz="2400" b="1" dirty="0"/>
              <a:t>Artificial Intelligence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b="1" dirty="0"/>
              <a:t>Learning from Examples: Learning to Score a Tic-Tac-Toe board</a:t>
            </a:r>
            <a:br>
              <a:rPr lang="en-US" sz="2400" b="1" dirty="0"/>
            </a:br>
            <a:br>
              <a:rPr lang="en-US" sz="2400" b="1" dirty="0"/>
            </a:br>
            <a:r>
              <a:rPr lang="en-US" sz="2400" dirty="0"/>
              <a:t>AIMA Chapter 19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3E4B1C5-5152-9876-F83C-F1DC312D066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52229" y="4629234"/>
            <a:ext cx="3973386" cy="1485319"/>
          </a:xfrm>
          <a:noFill/>
        </p:spPr>
        <p:txBody>
          <a:bodyPr>
            <a:normAutofit/>
          </a:bodyPr>
          <a:lstStyle/>
          <a:p>
            <a:pPr algn="l"/>
            <a:r>
              <a:rPr lang="en-US" dirty="0"/>
              <a:t>Michael Hahsler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B6CB75A-7C29-AD9A-7222-A54EEF91F852}"/>
              </a:ext>
            </a:extLst>
          </p:cNvPr>
          <p:cNvSpPr txBox="1"/>
          <p:nvPr/>
        </p:nvSpPr>
        <p:spPr>
          <a:xfrm rot="1874660">
            <a:off x="2697061" y="741149"/>
            <a:ext cx="207627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Discussion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4F44BC-8F84-0CCB-ED2A-6CA208055DC8}"/>
              </a:ext>
            </a:extLst>
          </p:cNvPr>
          <p:cNvSpPr txBox="1"/>
          <p:nvPr/>
        </p:nvSpPr>
        <p:spPr>
          <a:xfrm>
            <a:off x="3048350" y="3244334"/>
            <a:ext cx="609669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367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8255A15-117D-B33C-D947-2A561B1AA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Intro: Learning from Examples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49C1BF-70EE-856A-8B69-C182C91CB9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can be learned?</a:t>
            </a:r>
          </a:p>
        </p:txBody>
      </p:sp>
    </p:spTree>
    <p:extLst>
      <p:ext uri="{BB962C8B-B14F-4D97-AF65-F5344CB8AC3E}">
        <p14:creationId xmlns:p14="http://schemas.microsoft.com/office/powerpoint/2010/main" val="12658525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/>
              <a:t>Learning from Examples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65453C24-9588-28CC-CD92-31C54DBEAE6E}"/>
              </a:ext>
            </a:extLst>
          </p:cNvPr>
          <p:cNvGrpSpPr/>
          <p:nvPr/>
        </p:nvGrpSpPr>
        <p:grpSpPr>
          <a:xfrm>
            <a:off x="7950350" y="4573036"/>
            <a:ext cx="3672986" cy="914400"/>
            <a:chOff x="8081692" y="1943098"/>
            <a:chExt cx="3672986" cy="9144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4E4FCAC-9646-F8A7-AC99-6A0E5E553B54}"/>
                </a:ext>
              </a:extLst>
            </p:cNvPr>
            <p:cNvSpPr/>
            <p:nvPr/>
          </p:nvSpPr>
          <p:spPr>
            <a:xfrm>
              <a:off x="10383078" y="2110494"/>
              <a:ext cx="1371600" cy="579607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Model</a:t>
              </a:r>
              <a:br>
                <a:rPr lang="en-US" dirty="0"/>
              </a:br>
              <a:r>
                <a:rPr lang="en-US" sz="1400" dirty="0"/>
                <a:t>chooses actions</a:t>
              </a:r>
              <a:endParaRPr lang="en-US" dirty="0"/>
            </a:p>
          </p:txBody>
        </p:sp>
        <p:sp>
          <p:nvSpPr>
            <p:cNvPr id="9" name="Cylinder 8">
              <a:extLst>
                <a:ext uri="{FF2B5EF4-FFF2-40B4-BE49-F238E27FC236}">
                  <a16:creationId xmlns:a16="http://schemas.microsoft.com/office/drawing/2014/main" id="{5314D94F-AF9F-0B14-5BFC-257FF3540A9A}"/>
                </a:ext>
              </a:extLst>
            </p:cNvPr>
            <p:cNvSpPr/>
            <p:nvPr/>
          </p:nvSpPr>
          <p:spPr>
            <a:xfrm>
              <a:off x="8081692" y="1943098"/>
              <a:ext cx="1146791" cy="914400"/>
            </a:xfrm>
            <a:prstGeom prst="can">
              <a:avLst/>
            </a:prstGeom>
          </p:spPr>
          <p:style>
            <a:lnRef idx="2">
              <a:schemeClr val="accent5">
                <a:shade val="15000"/>
              </a:schemeClr>
            </a:lnRef>
            <a:fillRef idx="1">
              <a:schemeClr val="accent5"/>
            </a:fillRef>
            <a:effectRef idx="0">
              <a:schemeClr val="accent5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Data</a:t>
              </a:r>
            </a:p>
            <a:p>
              <a:pPr algn="ctr"/>
              <a:r>
                <a:rPr lang="en-US" sz="1200" dirty="0"/>
                <a:t>(observations)</a:t>
              </a:r>
            </a:p>
          </p:txBody>
        </p:sp>
        <p:sp>
          <p:nvSpPr>
            <p:cNvPr id="10" name="Arrow: Right 9">
              <a:extLst>
                <a:ext uri="{FF2B5EF4-FFF2-40B4-BE49-F238E27FC236}">
                  <a16:creationId xmlns:a16="http://schemas.microsoft.com/office/drawing/2014/main" id="{ABE5AD2A-30F8-9DD1-5272-4FFC40E0AD16}"/>
                </a:ext>
              </a:extLst>
            </p:cNvPr>
            <p:cNvSpPr/>
            <p:nvPr/>
          </p:nvSpPr>
          <p:spPr>
            <a:xfrm>
              <a:off x="9396493" y="2209798"/>
              <a:ext cx="838200" cy="381000"/>
            </a:xfrm>
            <a:prstGeom prst="rightArrow">
              <a:avLst/>
            </a:prstGeom>
          </p:spPr>
          <p:style>
            <a:lnRef idx="2">
              <a:schemeClr val="accent3">
                <a:shade val="15000"/>
              </a:schemeClr>
            </a:lnRef>
            <a:fillRef idx="1">
              <a:schemeClr val="accent3"/>
            </a:fillRef>
            <a:effectRef idx="0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dirty="0"/>
                <a:t>learn</a:t>
              </a:r>
            </a:p>
          </p:txBody>
        </p:sp>
      </p:grp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AEADBF7D-CBD1-3ADC-506D-8A047248F1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1556" y="1643670"/>
            <a:ext cx="6553200" cy="4604729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600" b="1" dirty="0"/>
              <a:t>Up until now in this course:</a:t>
            </a:r>
          </a:p>
          <a:p>
            <a:pPr marL="742950" lvl="1" indent="-285750"/>
            <a:r>
              <a:rPr lang="en-US" sz="1600" b="1" dirty="0"/>
              <a:t>Hand-craft algorithms </a:t>
            </a:r>
            <a:r>
              <a:rPr lang="en-US" sz="1600" dirty="0"/>
              <a:t>to make rational/optimal or at least good decisions. </a:t>
            </a:r>
            <a:br>
              <a:rPr lang="en-US" sz="1600" dirty="0"/>
            </a:br>
            <a:r>
              <a:rPr lang="en-US" sz="1600" dirty="0"/>
              <a:t>Examples: Search strategies, heuristics, and constructing Bayesian networks.</a:t>
            </a:r>
          </a:p>
          <a:p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Issues</a:t>
            </a:r>
          </a:p>
          <a:p>
            <a:pPr marL="742950" lvl="1" indent="-285750"/>
            <a:r>
              <a:rPr lang="en-US" sz="1600" dirty="0"/>
              <a:t>We may not be able to anticipate all possible future scenarios.</a:t>
            </a:r>
          </a:p>
          <a:p>
            <a:pPr marL="742950" lvl="1" indent="-285750"/>
            <a:r>
              <a:rPr lang="en-US" sz="1600" dirty="0"/>
              <a:t>We may have examples, but we do not know how to implement a solution.</a:t>
            </a:r>
          </a:p>
          <a:p>
            <a:pPr marL="742950" lvl="1" indent="-285750"/>
            <a:endParaRPr lang="en-US" sz="1600" dirty="0"/>
          </a:p>
          <a:p>
            <a:pPr marL="0" indent="0">
              <a:buNone/>
            </a:pPr>
            <a:r>
              <a:rPr lang="en-US" sz="1600" b="1" dirty="0"/>
              <a:t>Supervised Machine Learning</a:t>
            </a:r>
          </a:p>
          <a:p>
            <a:pPr marL="742950" lvl="1" indent="-285750"/>
            <a:r>
              <a:rPr lang="en-US" sz="1600" dirty="0"/>
              <a:t>Uses observations: training data with the correct answers. </a:t>
            </a:r>
          </a:p>
          <a:p>
            <a:pPr marL="742950" lvl="1" indent="-285750"/>
            <a:r>
              <a:rPr lang="en-US" sz="1600" dirty="0"/>
              <a:t>Learn a function (model) to map an input (e.g., state) to an output (e.g., action) representing the desired behavior.</a:t>
            </a:r>
          </a:p>
          <a:p>
            <a:pPr marL="742950" lvl="1" indent="-285750"/>
            <a:r>
              <a:rPr lang="en-US" sz="1600" dirty="0"/>
              <a:t>Examples: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400" dirty="0"/>
              <a:t>Use a naïve Bayesian classifier to distinguish between spam/non-spam.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sz="1400" dirty="0"/>
              <a:t>Learn a playout policy to simulate games (current board -&gt; good move)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2BFA770-D0B6-6645-0BDE-09D17F4CD1E3}"/>
              </a:ext>
            </a:extLst>
          </p:cNvPr>
          <p:cNvGrpSpPr/>
          <p:nvPr/>
        </p:nvGrpSpPr>
        <p:grpSpPr>
          <a:xfrm>
            <a:off x="7907055" y="1432085"/>
            <a:ext cx="3413389" cy="1662277"/>
            <a:chOff x="7907055" y="1766723"/>
            <a:chExt cx="3413389" cy="1662277"/>
          </a:xfrm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BC73BE4-EDEB-CB56-22B8-EF0651C8CDB2}"/>
                </a:ext>
              </a:extLst>
            </p:cNvPr>
            <p:cNvGrpSpPr/>
            <p:nvPr/>
          </p:nvGrpSpPr>
          <p:grpSpPr>
            <a:xfrm>
              <a:off x="7907055" y="2514600"/>
              <a:ext cx="3413389" cy="914400"/>
              <a:chOff x="7861376" y="1943099"/>
              <a:chExt cx="3413389" cy="914400"/>
            </a:xfrm>
          </p:grpSpPr>
          <p:sp>
            <p:nvSpPr>
              <p:cNvPr id="3" name="Rectangle 2">
                <a:extLst>
                  <a:ext uri="{FF2B5EF4-FFF2-40B4-BE49-F238E27FC236}">
                    <a16:creationId xmlns:a16="http://schemas.microsoft.com/office/drawing/2014/main" id="{4FA6B835-1DD0-E48C-B41D-96A2FE19ABB3}"/>
                  </a:ext>
                </a:extLst>
              </p:cNvPr>
              <p:cNvSpPr/>
              <p:nvPr/>
            </p:nvSpPr>
            <p:spPr>
              <a:xfrm>
                <a:off x="7861376" y="2110495"/>
                <a:ext cx="1371600" cy="579607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Algorithm</a:t>
                </a:r>
                <a:br>
                  <a:rPr lang="en-US" dirty="0"/>
                </a:br>
                <a:r>
                  <a:rPr lang="en-US" sz="1400" dirty="0"/>
                  <a:t>chooses actions</a:t>
                </a:r>
                <a:endParaRPr lang="en-US" dirty="0"/>
              </a:p>
            </p:txBody>
          </p:sp>
          <p:sp>
            <p:nvSpPr>
              <p:cNvPr id="4" name="Cylinder 3">
                <a:extLst>
                  <a:ext uri="{FF2B5EF4-FFF2-40B4-BE49-F238E27FC236}">
                    <a16:creationId xmlns:a16="http://schemas.microsoft.com/office/drawing/2014/main" id="{8B52A23D-24B8-F245-3FDA-327AE50767EA}"/>
                  </a:ext>
                </a:extLst>
              </p:cNvPr>
              <p:cNvSpPr/>
              <p:nvPr/>
            </p:nvSpPr>
            <p:spPr>
              <a:xfrm>
                <a:off x="10284165" y="1943099"/>
                <a:ext cx="990600" cy="914400"/>
              </a:xfrm>
              <a:prstGeom prst="can">
                <a:avLst/>
              </a:prstGeom>
            </p:spPr>
            <p:style>
              <a:lnRef idx="2">
                <a:schemeClr val="accent5">
                  <a:shade val="15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Data</a:t>
                </a:r>
              </a:p>
              <a:p>
                <a:pPr algn="ctr"/>
                <a:r>
                  <a:rPr lang="en-US" sz="1400" dirty="0"/>
                  <a:t>(behavior)</a:t>
                </a:r>
              </a:p>
            </p:txBody>
          </p:sp>
          <p:sp>
            <p:nvSpPr>
              <p:cNvPr id="5" name="Arrow: Right 4">
                <a:extLst>
                  <a:ext uri="{FF2B5EF4-FFF2-40B4-BE49-F238E27FC236}">
                    <a16:creationId xmlns:a16="http://schemas.microsoft.com/office/drawing/2014/main" id="{B234D5C5-4C09-3E6E-2DBF-720EB41A74D9}"/>
                  </a:ext>
                </a:extLst>
              </p:cNvPr>
              <p:cNvSpPr/>
              <p:nvPr/>
            </p:nvSpPr>
            <p:spPr>
              <a:xfrm>
                <a:off x="9334501" y="2209799"/>
                <a:ext cx="838200" cy="381000"/>
              </a:xfrm>
              <a:prstGeom prst="rightArrow">
                <a:avLst/>
              </a:prstGeom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400" dirty="0"/>
                  <a:t>creates</a:t>
                </a:r>
              </a:p>
            </p:txBody>
          </p:sp>
        </p:grpSp>
        <p:pic>
          <p:nvPicPr>
            <p:cNvPr id="17" name="Graphic 16" descr="Programmer female with solid fill">
              <a:extLst>
                <a:ext uri="{FF2B5EF4-FFF2-40B4-BE49-F238E27FC236}">
                  <a16:creationId xmlns:a16="http://schemas.microsoft.com/office/drawing/2014/main" id="{DE86EFC3-EF02-1C52-B3C2-A4D2399F5D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8173236" y="1766723"/>
              <a:ext cx="839238" cy="839238"/>
            </a:xfrm>
            <a:prstGeom prst="rect">
              <a:avLst/>
            </a:prstGeom>
          </p:spPr>
        </p:pic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25DD7F7F-09DD-185A-DC5B-A246B707343B}"/>
              </a:ext>
            </a:extLst>
          </p:cNvPr>
          <p:cNvSpPr/>
          <p:nvPr/>
        </p:nvSpPr>
        <p:spPr>
          <a:xfrm>
            <a:off x="685800" y="4267200"/>
            <a:ext cx="11125200" cy="1905000"/>
          </a:xfrm>
          <a:prstGeom prst="rect">
            <a:avLst/>
          </a:prstGeom>
          <a:noFill/>
          <a:ln w="9525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EDD7D-B2B4-A974-60D4-3C87BC8A0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Learning Components of an Agent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17218-FBD7-228B-26E1-893FD9EA53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4001"/>
            <a:ext cx="10515600" cy="838200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can learn many different components of an agent from examples</a:t>
            </a:r>
          </a:p>
          <a:p>
            <a:r>
              <a:rPr lang="en-US" b="1" dirty="0"/>
              <a:t>Example</a:t>
            </a:r>
            <a:r>
              <a:rPr lang="en-US" dirty="0"/>
              <a:t>: Learning components of a model-based reflex agent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15DB30F-A502-5246-0B36-376656271739}"/>
              </a:ext>
            </a:extLst>
          </p:cNvPr>
          <p:cNvGrpSpPr/>
          <p:nvPr/>
        </p:nvGrpSpPr>
        <p:grpSpPr>
          <a:xfrm>
            <a:off x="4343400" y="3521077"/>
            <a:ext cx="4673840" cy="2921150"/>
            <a:chOff x="4343400" y="3521077"/>
            <a:chExt cx="4673840" cy="292115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58CC50AF-B354-ECB4-1A9C-2C165F322B5C}"/>
                </a:ext>
              </a:extLst>
            </p:cNvPr>
            <p:cNvGrpSpPr/>
            <p:nvPr/>
          </p:nvGrpSpPr>
          <p:grpSpPr>
            <a:xfrm>
              <a:off x="4343400" y="3521077"/>
              <a:ext cx="4673840" cy="2921150"/>
              <a:chOff x="4343400" y="3521077"/>
              <a:chExt cx="4673840" cy="2921150"/>
            </a:xfrm>
          </p:grpSpPr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59F90D26-E185-2C89-B5E3-DF7916A9DB29}"/>
                  </a:ext>
                </a:extLst>
              </p:cNvPr>
              <p:cNvGrpSpPr/>
              <p:nvPr/>
            </p:nvGrpSpPr>
            <p:grpSpPr>
              <a:xfrm>
                <a:off x="4343400" y="3521077"/>
                <a:ext cx="4673840" cy="2921150"/>
                <a:chOff x="3886200" y="3340025"/>
                <a:chExt cx="4673840" cy="2921150"/>
              </a:xfrm>
            </p:grpSpPr>
            <p:grpSp>
              <p:nvGrpSpPr>
                <p:cNvPr id="7" name="Group 6">
                  <a:extLst>
                    <a:ext uri="{FF2B5EF4-FFF2-40B4-BE49-F238E27FC236}">
                      <a16:creationId xmlns:a16="http://schemas.microsoft.com/office/drawing/2014/main" id="{FD918DC2-4507-5D5F-5D31-CD1489C309C8}"/>
                    </a:ext>
                  </a:extLst>
                </p:cNvPr>
                <p:cNvGrpSpPr/>
                <p:nvPr/>
              </p:nvGrpSpPr>
              <p:grpSpPr>
                <a:xfrm>
                  <a:off x="3886200" y="3340025"/>
                  <a:ext cx="4673840" cy="2921150"/>
                  <a:chOff x="1981200" y="2717650"/>
                  <a:chExt cx="4673840" cy="2921150"/>
                </a:xfrm>
              </p:grpSpPr>
              <p:pic>
                <p:nvPicPr>
                  <p:cNvPr id="5" name="Picture 4" descr="A figure that shiws how the agent adds a state and a model that describes how the world envolves.">
                    <a:extLst>
                      <a:ext uri="{FF2B5EF4-FFF2-40B4-BE49-F238E27FC236}">
                        <a16:creationId xmlns:a16="http://schemas.microsoft.com/office/drawing/2014/main" id="{0A46FB38-27F4-285F-9030-7FD76C3E1F87}"/>
                      </a:ext>
                    </a:extLst>
                  </p:cNvPr>
                  <p:cNvPicPr>
                    <a:picLocks noChangeAspect="1"/>
                  </p:cNvPicPr>
                  <p:nvPr/>
                </p:nvPicPr>
                <p:blipFill>
                  <a:blip r:embed="rId2"/>
                  <a:stretch>
                    <a:fillRect/>
                  </a:stretch>
                </p:blipFill>
                <p:spPr>
                  <a:xfrm>
                    <a:off x="1981200" y="2717650"/>
                    <a:ext cx="4673840" cy="2921150"/>
                  </a:xfrm>
                  <a:prstGeom prst="rect">
                    <a:avLst/>
                  </a:prstGeom>
                </p:spPr>
              </p:pic>
              <mc:AlternateContent xmlns:mc="http://schemas.openxmlformats.org/markup-compatibility/2006" xmlns:a14="http://schemas.microsoft.com/office/drawing/2010/main">
                <mc:Choice Requires="a14">
                  <p:sp>
                    <p:nvSpPr>
                      <p:cNvPr id="6" name="TextBox 5">
                        <a:extLst>
                          <a:ext uri="{FF2B5EF4-FFF2-40B4-BE49-F238E27FC236}">
                            <a16:creationId xmlns:a16="http://schemas.microsoft.com/office/drawing/2014/main" id="{B252FD60-D610-C9F6-B0E7-0CA022B6089C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SpPr txBox="1"/>
                      <p:nvPr/>
                    </p:nvSpPr>
                    <p:spPr>
                      <a:xfrm>
                        <a:off x="2362200" y="4311134"/>
                        <a:ext cx="1447800" cy="369332"/>
                      </a:xfrm>
                      <a:prstGeom prst="rect">
                        <a:avLst/>
                      </a:prstGeom>
                      <a:noFill/>
                    </p:spPr>
                    <p:txBody>
                      <a:bodyPr wrap="square">
                        <a:spAutoFit/>
                      </a:bodyPr>
                      <a:lstStyle/>
                      <a:p>
                        <a:pPr/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oMath>
                          </m:oMathPara>
                        </a14:m>
                        <a:endParaRPr lang="en-US" dirty="0"/>
                      </a:p>
                    </p:txBody>
                  </p:sp>
                </mc:Choice>
                <mc:Fallback xmlns="">
                  <p:sp>
                    <p:nvSpPr>
                      <p:cNvPr id="6" name="TextBox 5">
                        <a:extLst>
                          <a:ext uri="{FF2B5EF4-FFF2-40B4-BE49-F238E27FC236}">
                            <a16:creationId xmlns:a16="http://schemas.microsoft.com/office/drawing/2014/main" id="{B252FD60-D610-C9F6-B0E7-0CA022B6089C}"/>
                          </a:ext>
                          <a:ext uri="{C183D7F6-B498-43B3-948B-1728B52AA6E4}">
                            <adec:decorative xmlns:adec="http://schemas.microsoft.com/office/drawing/2017/decorative" val="1"/>
                          </a:ext>
                        </a:extLst>
                      </p:cNvPr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2362200" y="4311134"/>
                        <a:ext cx="1447800" cy="369332"/>
                      </a:xfrm>
                      <a:prstGeom prst="rect">
                        <a:avLst/>
                      </a:prstGeom>
                      <a:blipFill>
                        <a:blip r:embed="rId3"/>
                        <a:stretch>
                          <a:fillRect b="-13115"/>
                        </a:stretch>
                      </a:blipFill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</p:grpSp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81800A7A-4D28-36DC-2956-A712429935B9}"/>
                        </a:ext>
                        <a:ext uri="{C183D7F6-B498-43B3-948B-1728B52AA6E4}">
                          <adec:decorative xmlns:adec="http://schemas.microsoft.com/office/drawing/2017/decorative" val="1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4419600" y="4191000"/>
                      <a:ext cx="1524000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square">
                      <a:spAutoFit/>
                    </a:bodyPr>
                    <a:lstStyle/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p>
                              <m:sSup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p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sup>
                            </m:s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oMath>
                        </m:oMathPara>
                      </a14:m>
                      <a:endParaRPr lang="en-US" dirty="0"/>
                    </a:p>
                  </p:txBody>
                </p:sp>
              </mc:Choice>
              <mc:Fallback xmlns="">
                <p:sp>
                  <p:nvSpPr>
                    <p:cNvPr id="10" name="TextBox 9">
                      <a:extLst>
                        <a:ext uri="{FF2B5EF4-FFF2-40B4-BE49-F238E27FC236}">
                          <a16:creationId xmlns:a16="http://schemas.microsoft.com/office/drawing/2014/main" id="{81800A7A-4D28-36DC-2956-A712429935B9}"/>
                        </a:ext>
                        <a:ext uri="{C183D7F6-B498-43B3-948B-1728B52AA6E4}">
                          <adec:decorative xmlns:adec="http://schemas.microsoft.com/office/drawing/2017/decorative" val="1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419600" y="4191000"/>
                      <a:ext cx="1524000" cy="369332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b="-13115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0DEFADDC-E927-C6B2-A7B5-FFCED8108F35}"/>
                      </a:ext>
                    </a:extLst>
                  </p:cNvPr>
                  <p:cNvSpPr txBox="1"/>
                  <p:nvPr/>
                </p:nvSpPr>
                <p:spPr>
                  <a:xfrm>
                    <a:off x="7086600" y="3796344"/>
                    <a:ext cx="458066" cy="369332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oMath>
                      </m:oMathPara>
                    </a14:m>
                    <a:endParaRPr lang="en-US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0DEFADDC-E927-C6B2-A7B5-FFCED8108F3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86600" y="3796344"/>
                    <a:ext cx="458066" cy="369332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b="-6667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DFB810E-8E28-DE06-BB19-1126FEC9BDCF}"/>
                    </a:ext>
                  </a:extLst>
                </p:cNvPr>
                <p:cNvSpPr txBox="1"/>
                <p:nvPr/>
              </p:nvSpPr>
              <p:spPr>
                <a:xfrm>
                  <a:off x="7162800" y="5715000"/>
                  <a:ext cx="305666" cy="36933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oMath>
                    </m:oMathPara>
                  </a14:m>
                  <a:endParaRPr lang="en-US" dirty="0"/>
                </a:p>
              </p:txBody>
            </p:sp>
          </mc:Choice>
          <mc:Fallback xmlns=""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ADFB810E-8E28-DE06-BB19-1126FEC9BDC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62800" y="5715000"/>
                  <a:ext cx="305666" cy="369332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8" name="Speech Bubble: Rectangle with Corners Rounded 7">
            <a:extLst>
              <a:ext uri="{FF2B5EF4-FFF2-40B4-BE49-F238E27FC236}">
                <a16:creationId xmlns:a16="http://schemas.microsoft.com/office/drawing/2014/main" id="{9F72E5C4-8BDA-6A63-66FC-74CC4F79E301}"/>
              </a:ext>
            </a:extLst>
          </p:cNvPr>
          <p:cNvSpPr/>
          <p:nvPr/>
        </p:nvSpPr>
        <p:spPr>
          <a:xfrm>
            <a:off x="2279815" y="5969152"/>
            <a:ext cx="1676400" cy="473075"/>
          </a:xfrm>
          <a:prstGeom prst="wedgeRoundRectCallout">
            <a:avLst>
              <a:gd name="adj1" fmla="val 106827"/>
              <a:gd name="adj2" fmla="val -130789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Learn rules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C2F2423F-7F67-06B8-D609-D6DA89CC3F80}"/>
              </a:ext>
            </a:extLst>
          </p:cNvPr>
          <p:cNvSpPr/>
          <p:nvPr/>
        </p:nvSpPr>
        <p:spPr>
          <a:xfrm>
            <a:off x="2279815" y="3588976"/>
            <a:ext cx="1676400" cy="838200"/>
          </a:xfrm>
          <a:prstGeom prst="wedgeRoundRectCallout">
            <a:avLst>
              <a:gd name="adj1" fmla="val 110308"/>
              <a:gd name="adj2" fmla="val 60444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Learn the transition model</a:t>
            </a:r>
          </a:p>
        </p:txBody>
      </p:sp>
      <p:sp>
        <p:nvSpPr>
          <p:cNvPr id="12" name="Speech Bubble: Rectangle with Corners Rounded 11">
            <a:extLst>
              <a:ext uri="{FF2B5EF4-FFF2-40B4-BE49-F238E27FC236}">
                <a16:creationId xmlns:a16="http://schemas.microsoft.com/office/drawing/2014/main" id="{18DDF1BC-D679-C3C6-54ED-262BA314407D}"/>
              </a:ext>
            </a:extLst>
          </p:cNvPr>
          <p:cNvSpPr/>
          <p:nvPr/>
        </p:nvSpPr>
        <p:spPr>
          <a:xfrm>
            <a:off x="3657600" y="2457375"/>
            <a:ext cx="1676400" cy="838200"/>
          </a:xfrm>
          <a:prstGeom prst="wedgeRoundRectCallout">
            <a:avLst>
              <a:gd name="adj1" fmla="val 54602"/>
              <a:gd name="adj2" fmla="val 124274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Learn the state representation</a:t>
            </a: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5D63C764-EA94-1B81-1349-50DAE8DC4724}"/>
              </a:ext>
            </a:extLst>
          </p:cNvPr>
          <p:cNvSpPr/>
          <p:nvPr/>
        </p:nvSpPr>
        <p:spPr>
          <a:xfrm>
            <a:off x="6117077" y="2362201"/>
            <a:ext cx="1676400" cy="838200"/>
          </a:xfrm>
          <a:prstGeom prst="wedgeRoundRectCallout">
            <a:avLst>
              <a:gd name="adj1" fmla="val -78280"/>
              <a:gd name="adj2" fmla="val 139361"/>
              <a:gd name="adj3" fmla="val 16667"/>
            </a:avLst>
          </a:prstGeom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Learn a utility function</a:t>
            </a:r>
          </a:p>
        </p:txBody>
      </p:sp>
    </p:spTree>
    <p:extLst>
      <p:ext uri="{BB962C8B-B14F-4D97-AF65-F5344CB8AC3E}">
        <p14:creationId xmlns:p14="http://schemas.microsoft.com/office/powerpoint/2010/main" val="14457788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A26192-9985-61B3-1862-CB2B4AEA1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Tic-Tac-Toe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155609-91CE-AB43-C11F-4EDBE7F820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Approaches to implement/learn an evaluation function.</a:t>
            </a:r>
          </a:p>
        </p:txBody>
      </p:sp>
    </p:spTree>
    <p:extLst>
      <p:ext uri="{BB962C8B-B14F-4D97-AF65-F5344CB8AC3E}">
        <p14:creationId xmlns:p14="http://schemas.microsoft.com/office/powerpoint/2010/main" val="16591306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3AB4A-BA76-6B7A-35BA-9C89E6B0A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2FB00EB-3D3F-916F-00C4-EAFC4E93D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Utility of Being in a State: State Value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8FC611EC-5A86-CB69-0063-2E49EC96D8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2988959"/>
                <a:ext cx="10515600" cy="3188003"/>
              </a:xfrm>
            </p:spPr>
            <p:txBody>
              <a:bodyPr>
                <a:normAutofit fontScale="55000" lnSpcReduction="20000"/>
              </a:bodyPr>
              <a:lstStyle/>
              <a:p>
                <a:pPr marL="0" indent="0">
                  <a:buNone/>
                </a:pPr>
                <a:r>
                  <a:rPr lang="en-US" b="1" dirty="0"/>
                  <a:t>Approach</a:t>
                </a:r>
                <a:r>
                  <a:rPr lang="en-US" dirty="0"/>
                  <a:t>: Try all actions and pick the action that leads to the state with the largest state value.</a:t>
                </a:r>
              </a:p>
              <a:p>
                <a:pPr marL="0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𝑎𝑟𝑔𝑚𝑎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𝑎𝑐𝑡𝑖𝑜𝑛𝑠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d>
                        <m:d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𝑟𝑒𝑠𝑢𝑙𝑡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dirty="0"/>
              </a:p>
              <a:p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The state value is defined as:</a:t>
                </a:r>
              </a:p>
              <a:p>
                <a:pPr marL="0" indent="0">
                  <a:buNone/>
                </a:pPr>
                <a:endParaRPr lang="en-US" sz="2800" b="0" i="1" dirty="0">
                  <a:latin typeface="Cambria Math" panose="02040503050406030204" pitchFamily="18" charset="0"/>
                </a:endParaRPr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9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d>
                        <m:dPr>
                          <m:ctrlPr>
                            <a:rPr lang="en-US" sz="2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9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9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29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9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𝔼</m:t>
                          </m:r>
                        </m:e>
                        <m:sub>
                          <m:sSub>
                            <m:sSubPr>
                              <m:ctrlP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9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  <m:d>
                        <m:dPr>
                          <m:begChr m:val="["/>
                          <m:endChr m:val="]"/>
                          <m:ctrlPr>
                            <a:rPr lang="en-US" sz="29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900" b="0" i="1" smtClean="0">
                              <a:latin typeface="Cambria Math" panose="02040503050406030204" pitchFamily="18" charset="0"/>
                            </a:rPr>
                            <m:t>𝑈</m:t>
                          </m:r>
                          <m:d>
                            <m:dPr>
                              <m:ctrlP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29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d>
                        </m:e>
                      </m:d>
                      <m:r>
                        <a:rPr lang="en-US" sz="2900" b="0" i="1" smtClean="0">
                          <a:latin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br>
                  <a:rPr lang="en-US" sz="2900" b="0" dirty="0"/>
                </a:br>
                <a:endParaRPr lang="en-US" sz="2900" b="0" dirty="0"/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457200" lvl="1" indent="0">
                  <a:buNone/>
                </a:pPr>
                <a:r>
                  <a:rPr lang="en-US" b="0" dirty="0"/>
                  <a:t>with the </a:t>
                </a:r>
                <a:r>
                  <a:rPr lang="en-US" dirty="0"/>
                  <a:t>playout policies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dirty="0"/>
                  <a:t> of player x and o.</a:t>
                </a:r>
              </a:p>
              <a:p>
                <a:pPr marL="457200" lvl="1" indent="0">
                  <a:buNone/>
                </a:pPr>
                <a:endParaRPr lang="en-US" dirty="0"/>
              </a:p>
              <a:p>
                <a:pPr marL="0" indent="0">
                  <a:buNone/>
                </a:pPr>
                <a:r>
                  <a:rPr lang="en-US" dirty="0"/>
                  <a:t>Questions: </a:t>
                </a:r>
              </a:p>
              <a:p>
                <a:pPr lvl="1"/>
                <a:r>
                  <a:rPr lang="en-US" dirty="0"/>
                  <a:t>What playout policies do we use? Random, optimal, …</a:t>
                </a:r>
              </a:p>
              <a:p>
                <a:pPr lvl="1"/>
                <a:r>
                  <a:rPr lang="en-US" dirty="0"/>
                  <a:t>How do we estimate the expected value?</a:t>
                </a:r>
              </a:p>
            </p:txBody>
          </p:sp>
        </mc:Choice>
        <mc:Fallback>
          <p:sp>
            <p:nvSpPr>
              <p:cNvPr id="13" name="Content Placeholder 12">
                <a:extLst>
                  <a:ext uri="{FF2B5EF4-FFF2-40B4-BE49-F238E27FC236}">
                    <a16:creationId xmlns:a16="http://schemas.microsoft.com/office/drawing/2014/main" id="{8FC611EC-5A86-CB69-0063-2E49EC96D8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2988959"/>
                <a:ext cx="10515600" cy="3188003"/>
              </a:xfrm>
              <a:blipFill>
                <a:blip r:embed="rId2"/>
                <a:stretch>
                  <a:fillRect l="-232" t="-2103" b="-11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Group 11">
            <a:extLst>
              <a:ext uri="{FF2B5EF4-FFF2-40B4-BE49-F238E27FC236}">
                <a16:creationId xmlns:a16="http://schemas.microsoft.com/office/drawing/2014/main" id="{E7AC3F2D-8B95-579E-0296-14A5D11AEEB1}"/>
              </a:ext>
            </a:extLst>
          </p:cNvPr>
          <p:cNvGrpSpPr/>
          <p:nvPr/>
        </p:nvGrpSpPr>
        <p:grpSpPr>
          <a:xfrm>
            <a:off x="4300963" y="1526790"/>
            <a:ext cx="4020140" cy="1183474"/>
            <a:chOff x="1023624" y="2250062"/>
            <a:chExt cx="4020140" cy="11834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A87975BC-11E8-384E-F9C6-3AA5173C24A2}"/>
                    </a:ext>
                  </a:extLst>
                </p:cNvPr>
                <p:cNvSpPr txBox="1"/>
                <p:nvPr/>
              </p:nvSpPr>
              <p:spPr>
                <a:xfrm>
                  <a:off x="3556658" y="2768256"/>
                  <a:ext cx="1487106" cy="461665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𝑣𝑎𝑙𝑢𝑒</m:t>
                        </m:r>
                        <m:d>
                          <m:dPr>
                            <m:ctrlP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b="0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d>
                      </m:oMath>
                    </m:oMathPara>
                  </a14:m>
                  <a:endParaRPr lang="en-US" sz="2400" dirty="0"/>
                </a:p>
              </p:txBody>
            </p:sp>
          </mc:Choice>
          <mc:Fallback xmlns="">
            <p:sp>
              <p:nvSpPr>
                <p:cNvPr id="193" name="TextBox 192">
                  <a:extLst>
                    <a:ext uri="{FF2B5EF4-FFF2-40B4-BE49-F238E27FC236}">
                      <a16:creationId xmlns:a16="http://schemas.microsoft.com/office/drawing/2014/main" id="{A87975BC-11E8-384E-F9C6-3AA5173C24A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556658" y="2768256"/>
                  <a:ext cx="1487106" cy="461665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9512E362-39BE-DF3E-66E6-2A74793FCA54}"/>
                </a:ext>
              </a:extLst>
            </p:cNvPr>
            <p:cNvGrpSpPr/>
            <p:nvPr/>
          </p:nvGrpSpPr>
          <p:grpSpPr>
            <a:xfrm>
              <a:off x="1023624" y="2250062"/>
              <a:ext cx="1441800" cy="1183474"/>
              <a:chOff x="1023624" y="2250062"/>
              <a:chExt cx="1441800" cy="1183474"/>
            </a:xfrm>
          </p:grpSpPr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50F667E9-1CDC-A2C8-496E-7544035F8B87}"/>
                  </a:ext>
                </a:extLst>
              </p:cNvPr>
              <p:cNvGrpSpPr/>
              <p:nvPr/>
            </p:nvGrpSpPr>
            <p:grpSpPr>
              <a:xfrm>
                <a:off x="1023624" y="2645856"/>
                <a:ext cx="1441800" cy="787680"/>
                <a:chOff x="1023624" y="2645856"/>
                <a:chExt cx="1441800" cy="787680"/>
              </a:xfrm>
            </p:grpSpPr>
            <mc:AlternateContent xmlns:mc="http://schemas.openxmlformats.org/markup-compatibility/2006" xmlns:p14="http://schemas.microsoft.com/office/powerpoint/2010/main">
              <mc:Choice Requires="p14">
                <p:contentPart p14:bwMode="auto" r:id="rId4">
                  <p14:nvContentPartPr>
                    <p14:cNvPr id="177" name="Ink 176">
                      <a:extLst>
                        <a:ext uri="{FF2B5EF4-FFF2-40B4-BE49-F238E27FC236}">
                          <a16:creationId xmlns:a16="http://schemas.microsoft.com/office/drawing/2014/main" id="{FFB68281-506D-F66A-B10E-F3382BA83E12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358784" y="2677896"/>
                    <a:ext cx="111600" cy="716760"/>
                  </p14:xfrm>
                </p:contentPart>
              </mc:Choice>
              <mc:Fallback xmlns="">
                <p:pic>
                  <p:nvPicPr>
                    <p:cNvPr id="177" name="Ink 176">
                      <a:extLst>
                        <a:ext uri="{FF2B5EF4-FFF2-40B4-BE49-F238E27FC236}">
                          <a16:creationId xmlns:a16="http://schemas.microsoft.com/office/drawing/2014/main" id="{FFB68281-506D-F66A-B10E-F3382BA83E12}"/>
                        </a:ext>
                      </a:extLst>
                    </p:cNvPr>
                    <p:cNvPicPr/>
                    <p:nvPr/>
                  </p:nvPicPr>
                  <p:blipFill>
                    <a:blip r:embed="rId23"/>
                    <a:stretch>
                      <a:fillRect/>
                    </a:stretch>
                  </p:blipFill>
                  <p:spPr>
                    <a:xfrm>
                      <a:off x="1349784" y="2668896"/>
                      <a:ext cx="129240" cy="7344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4">
                  <p14:nvContentPartPr>
                    <p14:cNvPr id="178" name="Ink 177">
                      <a:extLst>
                        <a:ext uri="{FF2B5EF4-FFF2-40B4-BE49-F238E27FC236}">
                          <a16:creationId xmlns:a16="http://schemas.microsoft.com/office/drawing/2014/main" id="{8CF54184-7AD2-C6A4-4B8B-B68DAAA2B43F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788984" y="2645856"/>
                    <a:ext cx="31320" cy="787680"/>
                  </p14:xfrm>
                </p:contentPart>
              </mc:Choice>
              <mc:Fallback xmlns="">
                <p:pic>
                  <p:nvPicPr>
                    <p:cNvPr id="178" name="Ink 177">
                      <a:extLst>
                        <a:ext uri="{FF2B5EF4-FFF2-40B4-BE49-F238E27FC236}">
                          <a16:creationId xmlns:a16="http://schemas.microsoft.com/office/drawing/2014/main" id="{8CF54184-7AD2-C6A4-4B8B-B68DAAA2B43F}"/>
                        </a:ext>
                      </a:extLst>
                    </p:cNvPr>
                    <p:cNvPicPr/>
                    <p:nvPr/>
                  </p:nvPicPr>
                  <p:blipFill>
                    <a:blip r:embed="rId25"/>
                    <a:stretch>
                      <a:fillRect/>
                    </a:stretch>
                  </p:blipFill>
                  <p:spPr>
                    <a:xfrm>
                      <a:off x="1779879" y="2636856"/>
                      <a:ext cx="49165" cy="8053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6">
                  <p14:nvContentPartPr>
                    <p14:cNvPr id="179" name="Ink 178">
                      <a:extLst>
                        <a:ext uri="{FF2B5EF4-FFF2-40B4-BE49-F238E27FC236}">
                          <a16:creationId xmlns:a16="http://schemas.microsoft.com/office/drawing/2014/main" id="{0512F32E-0C3F-F415-66D3-3224EF39915A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95264" y="2909016"/>
                    <a:ext cx="1172520" cy="20160"/>
                  </p14:xfrm>
                </p:contentPart>
              </mc:Choice>
              <mc:Fallback xmlns="">
                <p:pic>
                  <p:nvPicPr>
                    <p:cNvPr id="179" name="Ink 178">
                      <a:extLst>
                        <a:ext uri="{FF2B5EF4-FFF2-40B4-BE49-F238E27FC236}">
                          <a16:creationId xmlns:a16="http://schemas.microsoft.com/office/drawing/2014/main" id="{0512F32E-0C3F-F415-66D3-3224EF39915A}"/>
                        </a:ext>
                      </a:extLst>
                    </p:cNvPr>
                    <p:cNvPicPr/>
                    <p:nvPr/>
                  </p:nvPicPr>
                  <p:blipFill>
                    <a:blip r:embed="rId27"/>
                    <a:stretch>
                      <a:fillRect/>
                    </a:stretch>
                  </p:blipFill>
                  <p:spPr>
                    <a:xfrm>
                      <a:off x="1086264" y="2900016"/>
                      <a:ext cx="1190160" cy="378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28">
                  <p14:nvContentPartPr>
                    <p14:cNvPr id="180" name="Ink 179">
                      <a:extLst>
                        <a:ext uri="{FF2B5EF4-FFF2-40B4-BE49-F238E27FC236}">
                          <a16:creationId xmlns:a16="http://schemas.microsoft.com/office/drawing/2014/main" id="{C70A4D3C-C8C8-9BFD-846C-90449980235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023624" y="3171096"/>
                    <a:ext cx="1441800" cy="46080"/>
                  </p14:xfrm>
                </p:contentPart>
              </mc:Choice>
              <mc:Fallback xmlns="">
                <p:pic>
                  <p:nvPicPr>
                    <p:cNvPr id="180" name="Ink 179">
                      <a:extLst>
                        <a:ext uri="{FF2B5EF4-FFF2-40B4-BE49-F238E27FC236}">
                          <a16:creationId xmlns:a16="http://schemas.microsoft.com/office/drawing/2014/main" id="{C70A4D3C-C8C8-9BFD-846C-904499802355}"/>
                        </a:ext>
                      </a:extLst>
                    </p:cNvPr>
                    <p:cNvPicPr/>
                    <p:nvPr/>
                  </p:nvPicPr>
                  <p:blipFill>
                    <a:blip r:embed="rId29"/>
                    <a:stretch>
                      <a:fillRect/>
                    </a:stretch>
                  </p:blipFill>
                  <p:spPr>
                    <a:xfrm>
                      <a:off x="1014626" y="3162096"/>
                      <a:ext cx="1459436" cy="6372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0">
                  <p14:nvContentPartPr>
                    <p14:cNvPr id="181" name="Ink 180">
                      <a:extLst>
                        <a:ext uri="{FF2B5EF4-FFF2-40B4-BE49-F238E27FC236}">
                          <a16:creationId xmlns:a16="http://schemas.microsoft.com/office/drawing/2014/main" id="{ABA85023-FB7D-E19C-5492-88BA43ADC709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183104" y="2692656"/>
                    <a:ext cx="147240" cy="186480"/>
                  </p14:xfrm>
                </p:contentPart>
              </mc:Choice>
              <mc:Fallback xmlns="">
                <p:pic>
                  <p:nvPicPr>
                    <p:cNvPr id="181" name="Ink 180">
                      <a:extLst>
                        <a:ext uri="{FF2B5EF4-FFF2-40B4-BE49-F238E27FC236}">
                          <a16:creationId xmlns:a16="http://schemas.microsoft.com/office/drawing/2014/main" id="{ABA85023-FB7D-E19C-5492-88BA43ADC709}"/>
                        </a:ext>
                      </a:extLst>
                    </p:cNvPr>
                    <p:cNvPicPr/>
                    <p:nvPr/>
                  </p:nvPicPr>
                  <p:blipFill>
                    <a:blip r:embed="rId31"/>
                    <a:stretch>
                      <a:fillRect/>
                    </a:stretch>
                  </p:blipFill>
                  <p:spPr>
                    <a:xfrm>
                      <a:off x="1174104" y="2683673"/>
                      <a:ext cx="164880" cy="204086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2">
                  <p14:nvContentPartPr>
                    <p14:cNvPr id="182" name="Ink 181">
                      <a:extLst>
                        <a:ext uri="{FF2B5EF4-FFF2-40B4-BE49-F238E27FC236}">
                          <a16:creationId xmlns:a16="http://schemas.microsoft.com/office/drawing/2014/main" id="{AC3980DA-E4B7-6B6F-EB45-8288319F5375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217304" y="2716776"/>
                    <a:ext cx="144720" cy="102960"/>
                  </p14:xfrm>
                </p:contentPart>
              </mc:Choice>
              <mc:Fallback xmlns="">
                <p:pic>
                  <p:nvPicPr>
                    <p:cNvPr id="182" name="Ink 181">
                      <a:extLst>
                        <a:ext uri="{FF2B5EF4-FFF2-40B4-BE49-F238E27FC236}">
                          <a16:creationId xmlns:a16="http://schemas.microsoft.com/office/drawing/2014/main" id="{AC3980DA-E4B7-6B6F-EB45-8288319F5375}"/>
                        </a:ext>
                      </a:extLst>
                    </p:cNvPr>
                    <p:cNvPicPr/>
                    <p:nvPr/>
                  </p:nvPicPr>
                  <p:blipFill>
                    <a:blip r:embed="rId33"/>
                    <a:stretch>
                      <a:fillRect/>
                    </a:stretch>
                  </p:blipFill>
                  <p:spPr>
                    <a:xfrm>
                      <a:off x="1208304" y="2707776"/>
                      <a:ext cx="162360" cy="120600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4">
                  <p14:nvContentPartPr>
                    <p14:cNvPr id="184" name="Ink 183">
                      <a:extLst>
                        <a:ext uri="{FF2B5EF4-FFF2-40B4-BE49-F238E27FC236}">
                          <a16:creationId xmlns:a16="http://schemas.microsoft.com/office/drawing/2014/main" id="{2BC01B0E-C3AC-4AF1-67C9-D3A3A8383991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07824" y="2736936"/>
                    <a:ext cx="177840" cy="107280"/>
                  </p14:xfrm>
                </p:contentPart>
              </mc:Choice>
              <mc:Fallback xmlns="">
                <p:pic>
                  <p:nvPicPr>
                    <p:cNvPr id="184" name="Ink 183">
                      <a:extLst>
                        <a:ext uri="{FF2B5EF4-FFF2-40B4-BE49-F238E27FC236}">
                          <a16:creationId xmlns:a16="http://schemas.microsoft.com/office/drawing/2014/main" id="{2BC01B0E-C3AC-4AF1-67C9-D3A3A8383991}"/>
                        </a:ext>
                      </a:extLst>
                    </p:cNvPr>
                    <p:cNvPicPr/>
                    <p:nvPr/>
                  </p:nvPicPr>
                  <p:blipFill>
                    <a:blip r:embed="rId35"/>
                    <a:stretch>
                      <a:fillRect/>
                    </a:stretch>
                  </p:blipFill>
                  <p:spPr>
                    <a:xfrm>
                      <a:off x="1498824" y="2727966"/>
                      <a:ext cx="195480" cy="124861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6">
                  <p14:nvContentPartPr>
                    <p14:cNvPr id="185" name="Ink 184">
                      <a:extLst>
                        <a:ext uri="{FF2B5EF4-FFF2-40B4-BE49-F238E27FC236}">
                          <a16:creationId xmlns:a16="http://schemas.microsoft.com/office/drawing/2014/main" id="{18451AB9-83AF-F45C-7CDB-EDF0DF3EC023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515384" y="2663496"/>
                    <a:ext cx="179280" cy="182160"/>
                  </p14:xfrm>
                </p:contentPart>
              </mc:Choice>
              <mc:Fallback xmlns="">
                <p:pic>
                  <p:nvPicPr>
                    <p:cNvPr id="185" name="Ink 184">
                      <a:extLst>
                        <a:ext uri="{FF2B5EF4-FFF2-40B4-BE49-F238E27FC236}">
                          <a16:creationId xmlns:a16="http://schemas.microsoft.com/office/drawing/2014/main" id="{18451AB9-83AF-F45C-7CDB-EDF0DF3EC023}"/>
                        </a:ext>
                      </a:extLst>
                    </p:cNvPr>
                    <p:cNvPicPr/>
                    <p:nvPr/>
                  </p:nvPicPr>
                  <p:blipFill>
                    <a:blip r:embed="rId37"/>
                    <a:stretch>
                      <a:fillRect/>
                    </a:stretch>
                  </p:blipFill>
                  <p:spPr>
                    <a:xfrm>
                      <a:off x="1506384" y="2654514"/>
                      <a:ext cx="196920" cy="199765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38">
                  <p14:nvContentPartPr>
                    <p14:cNvPr id="187" name="Ink 186">
                      <a:extLst>
                        <a:ext uri="{FF2B5EF4-FFF2-40B4-BE49-F238E27FC236}">
                          <a16:creationId xmlns:a16="http://schemas.microsoft.com/office/drawing/2014/main" id="{5090C569-5230-AD5B-A153-A29B76CA4348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491264" y="3033216"/>
                    <a:ext cx="95400" cy="94680"/>
                  </p14:xfrm>
                </p:contentPart>
              </mc:Choice>
              <mc:Fallback xmlns="">
                <p:pic>
                  <p:nvPicPr>
                    <p:cNvPr id="187" name="Ink 186">
                      <a:extLst>
                        <a:ext uri="{FF2B5EF4-FFF2-40B4-BE49-F238E27FC236}">
                          <a16:creationId xmlns:a16="http://schemas.microsoft.com/office/drawing/2014/main" id="{5090C569-5230-AD5B-A153-A29B76CA4348}"/>
                        </a:ext>
                      </a:extLst>
                    </p:cNvPr>
                    <p:cNvPicPr/>
                    <p:nvPr/>
                  </p:nvPicPr>
                  <p:blipFill>
                    <a:blip r:embed="rId39"/>
                    <a:stretch>
                      <a:fillRect/>
                    </a:stretch>
                  </p:blipFill>
                  <p:spPr>
                    <a:xfrm>
                      <a:off x="1482264" y="3024250"/>
                      <a:ext cx="113040" cy="112253"/>
                    </a:xfrm>
                    <a:prstGeom prst="rect">
                      <a:avLst/>
                    </a:prstGeom>
                  </p:spPr>
                </p:pic>
              </mc:Fallback>
            </mc:AlternateContent>
            <mc:AlternateContent xmlns:mc="http://schemas.openxmlformats.org/markup-compatibility/2006" xmlns:p14="http://schemas.microsoft.com/office/powerpoint/2010/main">
              <mc:Choice Requires="p14">
                <p:contentPart p14:bwMode="auto" r:id="rId40">
                  <p14:nvContentPartPr>
                    <p14:cNvPr id="188" name="Ink 187">
                      <a:extLst>
                        <a:ext uri="{FF2B5EF4-FFF2-40B4-BE49-F238E27FC236}">
                          <a16:creationId xmlns:a16="http://schemas.microsoft.com/office/drawing/2014/main" id="{546BCB01-6AEF-4290-EF61-D804F8AD9270}"/>
                        </a:ext>
                      </a:extLst>
                    </p14:cNvPr>
                    <p14:cNvContentPartPr/>
                    <p14:nvPr/>
                  </p14:nvContentPartPr>
                  <p14:xfrm>
                    <a:off x="1434744" y="3328056"/>
                    <a:ext cx="193680" cy="91080"/>
                  </p14:xfrm>
                </p:contentPart>
              </mc:Choice>
              <mc:Fallback xmlns="">
                <p:pic>
                  <p:nvPicPr>
                    <p:cNvPr id="188" name="Ink 187">
                      <a:extLst>
                        <a:ext uri="{FF2B5EF4-FFF2-40B4-BE49-F238E27FC236}">
                          <a16:creationId xmlns:a16="http://schemas.microsoft.com/office/drawing/2014/main" id="{546BCB01-6AEF-4290-EF61-D804F8AD9270}"/>
                        </a:ext>
                      </a:extLst>
                    </p:cNvPr>
                    <p:cNvPicPr/>
                    <p:nvPr/>
                  </p:nvPicPr>
                  <p:blipFill>
                    <a:blip r:embed="rId41"/>
                    <a:stretch>
                      <a:fillRect/>
                    </a:stretch>
                  </p:blipFill>
                  <p:spPr>
                    <a:xfrm>
                      <a:off x="1425744" y="3319056"/>
                      <a:ext cx="211320" cy="108720"/>
                    </a:xfrm>
                    <a:prstGeom prst="rect">
                      <a:avLst/>
                    </a:prstGeom>
                  </p:spPr>
                </p:pic>
              </mc:Fallback>
            </mc:AlternateContent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B197B8F3-3ABF-4EE7-FDDC-609D33825762}"/>
                      </a:ext>
                    </a:extLst>
                  </p:cNvPr>
                  <p:cNvSpPr txBox="1"/>
                  <p:nvPr/>
                </p:nvSpPr>
                <p:spPr>
                  <a:xfrm>
                    <a:off x="1217304" y="2250062"/>
                    <a:ext cx="798633" cy="338554"/>
                  </a:xfrm>
                  <a:prstGeom prst="rect">
                    <a:avLst/>
                  </a:prstGeom>
                  <a:noFill/>
                </p:spPr>
                <p:txBody>
                  <a:bodyPr wrap="square">
                    <a:spAutoFit/>
                  </a:bodyPr>
                  <a:lstStyle/>
                  <a:p>
                    <a:pPr algn="ctr"/>
                    <a:r>
                      <a:rPr lang="en-US" sz="1600" b="0" dirty="0"/>
                      <a:t>State </a:t>
                    </a:r>
                    <a14:m>
                      <m:oMath xmlns:m="http://schemas.openxmlformats.org/officeDocument/2006/math">
                        <m:r>
                          <a:rPr lang="en-US" sz="1600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oMath>
                    </a14:m>
                    <a:endParaRPr lang="en-US" sz="1600" dirty="0"/>
                  </a:p>
                </p:txBody>
              </p:sp>
            </mc:Choice>
            <mc:Fallback xmlns="">
              <p:sp>
                <p:nvSpPr>
                  <p:cNvPr id="194" name="TextBox 193">
                    <a:extLst>
                      <a:ext uri="{FF2B5EF4-FFF2-40B4-BE49-F238E27FC236}">
                        <a16:creationId xmlns:a16="http://schemas.microsoft.com/office/drawing/2014/main" id="{B197B8F3-3ABF-4EE7-FDDC-609D3382576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17304" y="2250062"/>
                    <a:ext cx="798633" cy="338554"/>
                  </a:xfrm>
                  <a:prstGeom prst="rect">
                    <a:avLst/>
                  </a:prstGeom>
                  <a:blipFill>
                    <a:blip r:embed="rId42"/>
                    <a:stretch>
                      <a:fillRect l="-3053" t="-5357" b="-21429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5" name="Arrow: Right 4">
              <a:extLst>
                <a:ext uri="{FF2B5EF4-FFF2-40B4-BE49-F238E27FC236}">
                  <a16:creationId xmlns:a16="http://schemas.microsoft.com/office/drawing/2014/main" id="{3BF1D5CB-BC67-B5BD-1145-2682BA8ABBE4}"/>
                </a:ext>
              </a:extLst>
            </p:cNvPr>
            <p:cNvSpPr/>
            <p:nvPr/>
          </p:nvSpPr>
          <p:spPr>
            <a:xfrm>
              <a:off x="2728944" y="2823638"/>
              <a:ext cx="640789" cy="360489"/>
            </a:xfrm>
            <a:prstGeom prst="rightArrow">
              <a:avLst/>
            </a:prstGeom>
          </p:spPr>
          <p:style>
            <a:lnRef idx="3">
              <a:schemeClr val="lt1"/>
            </a:lnRef>
            <a:fillRef idx="1">
              <a:schemeClr val="accent3"/>
            </a:fillRef>
            <a:effectRef idx="1">
              <a:schemeClr val="accent3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BC080439-A80D-6FE2-F592-E74DE29D0F27}"/>
              </a:ext>
            </a:extLst>
          </p:cNvPr>
          <p:cNvSpPr txBox="1"/>
          <p:nvPr/>
        </p:nvSpPr>
        <p:spPr>
          <a:xfrm>
            <a:off x="8372214" y="4582960"/>
            <a:ext cx="1975608" cy="73866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Expectation is used for stochastic playout strategies!</a:t>
            </a:r>
          </a:p>
        </p:txBody>
      </p:sp>
    </p:spTree>
    <p:extLst>
      <p:ext uri="{BB962C8B-B14F-4D97-AF65-F5344CB8AC3E}">
        <p14:creationId xmlns:p14="http://schemas.microsoft.com/office/powerpoint/2010/main" val="1612194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48693-37EC-A688-B99F-3EF5B735E4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763B3A9-3C52-9467-8E5F-2452B911D7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4915298"/>
                  </p:ext>
                </p:extLst>
              </p:nvPr>
            </p:nvGraphicFramePr>
            <p:xfrm>
              <a:off x="1499368" y="1583490"/>
              <a:ext cx="8128000" cy="36497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7523171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8302918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86940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594860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21157299"/>
                        </a:ext>
                      </a:extLst>
                    </a:gridCol>
                  </a:tblGrid>
                  <a:tr h="1059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State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𝑚𝑖𝑛𝑖𝑚𝑎𝑥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Expert code</a:t>
                          </a:r>
                          <a:endParaRPr lang="en-US" sz="1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𝑒𝑣𝑎𝑙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311786"/>
                      </a:ext>
                    </a:extLst>
                  </a:tr>
                  <a:tr h="1019219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936605"/>
                      </a:ext>
                    </a:extLst>
                  </a:tr>
                  <a:tr h="1023457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918322"/>
                      </a:ext>
                    </a:extLst>
                  </a:tr>
                  <a:tr h="5349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6258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4763B3A9-3C52-9467-8E5F-2452B911D7F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4915298"/>
                  </p:ext>
                </p:extLst>
              </p:nvPr>
            </p:nvGraphicFramePr>
            <p:xfrm>
              <a:off x="1499368" y="1583490"/>
              <a:ext cx="8128000" cy="36497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7523171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8302918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86940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594860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21157299"/>
                        </a:ext>
                      </a:extLst>
                    </a:gridCol>
                  </a:tblGrid>
                  <a:tr h="1059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5" t="-2874" r="-4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2874" r="-3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75" t="-2874" r="-2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311786"/>
                      </a:ext>
                    </a:extLst>
                  </a:tr>
                  <a:tr h="1019219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936605"/>
                      </a:ext>
                    </a:extLst>
                  </a:tr>
                  <a:tr h="1023457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918322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6258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C4D81357-9821-F456-00EE-D013F50BE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872" y="200533"/>
            <a:ext cx="10515600" cy="1325563"/>
          </a:xfrm>
        </p:spPr>
        <p:txBody>
          <a:bodyPr/>
          <a:lstStyle/>
          <a:p>
            <a:r>
              <a:rPr lang="en-US" dirty="0"/>
              <a:t>Minimax and Variations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A3F4712-EA69-E6E9-16D2-BDB6006A61DF}"/>
              </a:ext>
            </a:extLst>
          </p:cNvPr>
          <p:cNvGrpSpPr/>
          <p:nvPr/>
        </p:nvGrpSpPr>
        <p:grpSpPr>
          <a:xfrm>
            <a:off x="1718883" y="3823326"/>
            <a:ext cx="1082520" cy="725400"/>
            <a:chOff x="1059264" y="3751776"/>
            <a:chExt cx="108252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D56CAA28-3F47-56F7-9683-4D841D18760A}"/>
                    </a:ext>
                  </a:extLst>
                </p14:cNvPr>
                <p14:cNvContentPartPr/>
                <p14:nvPr/>
              </p14:nvContentPartPr>
              <p14:xfrm>
                <a:off x="1449864" y="3751776"/>
                <a:ext cx="77760" cy="725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6EB35FE-E34A-750C-3CB1-D411CF5A766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40864" y="3742776"/>
                  <a:ext cx="9540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C8D9E05-A04F-2A29-5D2E-8EFB23CC5EF5}"/>
                    </a:ext>
                  </a:extLst>
                </p14:cNvPr>
                <p14:cNvContentPartPr/>
                <p14:nvPr/>
              </p14:nvContentPartPr>
              <p14:xfrm>
                <a:off x="1779264" y="3775176"/>
                <a:ext cx="31320" cy="700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7B82477-3724-F624-CA6F-37E6E8CC35E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70264" y="3766176"/>
                  <a:ext cx="4896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3422BA9-B9F1-B1C5-C720-412ADB4AB216}"/>
                    </a:ext>
                  </a:extLst>
                </p14:cNvPr>
                <p14:cNvContentPartPr/>
                <p14:nvPr/>
              </p14:nvContentPartPr>
              <p14:xfrm>
                <a:off x="1192824" y="4032936"/>
                <a:ext cx="800640" cy="27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D593035-0D53-7399-4C2D-CACD27A724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83824" y="4023818"/>
                  <a:ext cx="818280" cy="45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E76FE794-B98A-340E-3C0D-6A1F6C222A34}"/>
                    </a:ext>
                  </a:extLst>
                </p14:cNvPr>
                <p14:cNvContentPartPr/>
                <p14:nvPr/>
              </p14:nvContentPartPr>
              <p14:xfrm>
                <a:off x="1059264" y="4226616"/>
                <a:ext cx="1082520" cy="8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BD2996-C378-09FE-BB6C-4EAB7C81D88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0264" y="4217616"/>
                  <a:ext cx="1100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DB1CEF87-29B9-5A1C-4CAC-5C345E3B542E}"/>
                    </a:ext>
                  </a:extLst>
                </p14:cNvPr>
                <p14:cNvContentPartPr/>
                <p14:nvPr/>
              </p14:nvContentPartPr>
              <p14:xfrm>
                <a:off x="1193904" y="3844656"/>
                <a:ext cx="148680" cy="131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23DFBEE-7331-DD2D-2986-D41C74E91C6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4926" y="3835656"/>
                  <a:ext cx="166277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79B34D2C-354E-91EA-8C8A-E70AEBE79121}"/>
                    </a:ext>
                  </a:extLst>
                </p14:cNvPr>
                <p14:cNvContentPartPr/>
                <p14:nvPr/>
              </p14:nvContentPartPr>
              <p14:xfrm>
                <a:off x="1187784" y="3848256"/>
                <a:ext cx="152640" cy="156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1FB4DFA-BE43-3750-3A09-008F694350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78763" y="3839256"/>
                  <a:ext cx="170322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8ABCC2F9-C182-69A0-54A4-C9A9772B1AD1}"/>
                    </a:ext>
                  </a:extLst>
                </p14:cNvPr>
                <p14:cNvContentPartPr/>
                <p14:nvPr/>
              </p14:nvContentPartPr>
              <p14:xfrm>
                <a:off x="1491984" y="3896856"/>
                <a:ext cx="136440" cy="88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94208B-CF98-F010-29EA-FF14243AEB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82984" y="3887892"/>
                  <a:ext cx="154080" cy="106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D6876E5-34F3-26AD-DC02-94595BDFD35B}"/>
                    </a:ext>
                  </a:extLst>
                </p14:cNvPr>
                <p14:cNvContentPartPr/>
                <p14:nvPr/>
              </p14:nvContentPartPr>
              <p14:xfrm>
                <a:off x="1830744" y="3892176"/>
                <a:ext cx="161640" cy="45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28750C-69BD-5E5A-CD64-AE50C2E4250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21744" y="3883103"/>
                  <a:ext cx="179280" cy="627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44949DB-471B-17D7-8F37-434ACCF8238F}"/>
                    </a:ext>
                  </a:extLst>
                </p14:cNvPr>
                <p14:cNvContentPartPr/>
                <p14:nvPr/>
              </p14:nvContentPartPr>
              <p14:xfrm>
                <a:off x="1862784" y="3803616"/>
                <a:ext cx="201600" cy="158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905B8A-F707-69CF-A85C-C6BF9229B50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53784" y="3794616"/>
                  <a:ext cx="219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EEB04C9-878D-2E4B-3682-25C82C4B43B2}"/>
                    </a:ext>
                  </a:extLst>
                </p14:cNvPr>
                <p14:cNvContentPartPr/>
                <p14:nvPr/>
              </p14:nvContentPartPr>
              <p14:xfrm>
                <a:off x="1525104" y="4126536"/>
                <a:ext cx="97560" cy="82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AF36103-0F2D-9CAD-16AD-ABBEFA4DA7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16104" y="4117536"/>
                  <a:ext cx="11520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D477773-7446-3FF3-7DCB-B6AF5A07B389}"/>
              </a:ext>
            </a:extLst>
          </p:cNvPr>
          <p:cNvGrpSpPr/>
          <p:nvPr/>
        </p:nvGrpSpPr>
        <p:grpSpPr>
          <a:xfrm>
            <a:off x="1647243" y="2744718"/>
            <a:ext cx="1441800" cy="787680"/>
            <a:chOff x="1023624" y="2645856"/>
            <a:chExt cx="1441800" cy="7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52A188E-634F-1158-C7A3-6F79AA45237B}"/>
                    </a:ext>
                  </a:extLst>
                </p14:cNvPr>
                <p14:cNvContentPartPr/>
                <p14:nvPr/>
              </p14:nvContentPartPr>
              <p14:xfrm>
                <a:off x="1358784" y="2677896"/>
                <a:ext cx="111600" cy="716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FB68281-506D-F66A-B10E-F3382BA83E1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49784" y="2668896"/>
                  <a:ext cx="12924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AD26EBA-CF28-57FD-3188-AF780B7C58FF}"/>
                    </a:ext>
                  </a:extLst>
                </p14:cNvPr>
                <p14:cNvContentPartPr/>
                <p14:nvPr/>
              </p14:nvContentPartPr>
              <p14:xfrm>
                <a:off x="1788984" y="2645856"/>
                <a:ext cx="31320" cy="7876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CF54184-7AD2-C6A4-4B8B-B68DAAA2B43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9879" y="2636856"/>
                  <a:ext cx="49165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688ECCBE-A5B9-2F55-E9E3-71A05A38C683}"/>
                    </a:ext>
                  </a:extLst>
                </p14:cNvPr>
                <p14:cNvContentPartPr/>
                <p14:nvPr/>
              </p14:nvContentPartPr>
              <p14:xfrm>
                <a:off x="1095264" y="2909016"/>
                <a:ext cx="1172520" cy="20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512F32E-0C3F-F415-66D3-3224EF3991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86264" y="2900016"/>
                  <a:ext cx="1190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99EBF94-FB23-7935-361C-211C00F59EDA}"/>
                    </a:ext>
                  </a:extLst>
                </p14:cNvPr>
                <p14:cNvContentPartPr/>
                <p14:nvPr/>
              </p14:nvContentPartPr>
              <p14:xfrm>
                <a:off x="1023624" y="3171096"/>
                <a:ext cx="1441800" cy="46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70A4D3C-C8C8-9BFD-846C-90449980235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4626" y="3162096"/>
                  <a:ext cx="1459436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E733611D-5DEC-2C5E-359D-B7186714C060}"/>
                    </a:ext>
                  </a:extLst>
                </p14:cNvPr>
                <p14:cNvContentPartPr/>
                <p14:nvPr/>
              </p14:nvContentPartPr>
              <p14:xfrm>
                <a:off x="1183104" y="2692656"/>
                <a:ext cx="147240" cy="186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BA85023-FB7D-E19C-5492-88BA43ADC70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74104" y="2683673"/>
                  <a:ext cx="164880" cy="2040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4D0FEC09-DFA8-71A4-9D2F-B322392AD461}"/>
                    </a:ext>
                  </a:extLst>
                </p14:cNvPr>
                <p14:cNvContentPartPr/>
                <p14:nvPr/>
              </p14:nvContentPartPr>
              <p14:xfrm>
                <a:off x="1217304" y="2716776"/>
                <a:ext cx="144720" cy="102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C3980DA-E4B7-6B6F-EB45-8288319F53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08304" y="2707776"/>
                  <a:ext cx="162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1B74A45-1F9B-CA1B-C02F-97B37BE0E9EF}"/>
                    </a:ext>
                  </a:extLst>
                </p14:cNvPr>
                <p14:cNvContentPartPr/>
                <p14:nvPr/>
              </p14:nvContentPartPr>
              <p14:xfrm>
                <a:off x="1507824" y="2736936"/>
                <a:ext cx="177840" cy="107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BC01B0E-C3AC-4AF1-67C9-D3A3A83839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98824" y="2727966"/>
                  <a:ext cx="195480" cy="124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D8B3F2C-9A13-5391-8125-2EE5408FFDAB}"/>
                    </a:ext>
                  </a:extLst>
                </p14:cNvPr>
                <p14:cNvContentPartPr/>
                <p14:nvPr/>
              </p14:nvContentPartPr>
              <p14:xfrm>
                <a:off x="1515384" y="2663496"/>
                <a:ext cx="179280" cy="182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8451AB9-83AF-F45C-7CDB-EDF0DF3EC02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06384" y="2654514"/>
                  <a:ext cx="196920" cy="1997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060D3D33-98C7-FB70-68C2-74B98F6A17A9}"/>
                    </a:ext>
                  </a:extLst>
                </p14:cNvPr>
                <p14:cNvContentPartPr/>
                <p14:nvPr/>
              </p14:nvContentPartPr>
              <p14:xfrm>
                <a:off x="1491264" y="3033216"/>
                <a:ext cx="95400" cy="94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090C569-5230-AD5B-A153-A29B76CA434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482264" y="3024250"/>
                  <a:ext cx="113040" cy="1122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31EDF604-3880-21DC-D933-5F1DE5ADA337}"/>
                    </a:ext>
                  </a:extLst>
                </p14:cNvPr>
                <p14:cNvContentPartPr/>
                <p14:nvPr/>
              </p14:nvContentPartPr>
              <p14:xfrm>
                <a:off x="1434744" y="3328056"/>
                <a:ext cx="193680" cy="91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46BCB01-6AEF-4290-EF61-D804F8AD927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25744" y="3319056"/>
                  <a:ext cx="211320" cy="108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FC001F4-FE69-9204-647C-A8BE893BC40B}"/>
              </a:ext>
            </a:extLst>
          </p:cNvPr>
          <p:cNvSpPr txBox="1"/>
          <p:nvPr/>
        </p:nvSpPr>
        <p:spPr>
          <a:xfrm>
            <a:off x="3352911" y="5652485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optimal 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BEA135-CB79-55E3-374F-6759A3762A3B}"/>
                  </a:ext>
                </a:extLst>
              </p:cNvPr>
              <p:cNvSpPr txBox="1"/>
              <p:nvPr/>
            </p:nvSpPr>
            <p:spPr>
              <a:xfrm>
                <a:off x="7051463" y="664011"/>
                <a:ext cx="3435503" cy="49532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52AD3F-78B6-4115-E4F1-E57728A49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463" y="664011"/>
                <a:ext cx="3435503" cy="495328"/>
              </a:xfrm>
              <a:prstGeom prst="rect">
                <a:avLst/>
              </a:prstGeom>
              <a:blipFill>
                <a:blip r:embed="rId44"/>
                <a:stretch>
                  <a:fillRect l="-353" b="-8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>
            <a:extLst>
              <a:ext uri="{FF2B5EF4-FFF2-40B4-BE49-F238E27FC236}">
                <a16:creationId xmlns:a16="http://schemas.microsoft.com/office/drawing/2014/main" id="{CFF4C98C-425F-9DF6-CF1D-36B853C3297B}"/>
              </a:ext>
            </a:extLst>
          </p:cNvPr>
          <p:cNvGrpSpPr/>
          <p:nvPr/>
        </p:nvGrpSpPr>
        <p:grpSpPr>
          <a:xfrm>
            <a:off x="2568123" y="2796378"/>
            <a:ext cx="198360" cy="172440"/>
            <a:chOff x="1930179" y="2677633"/>
            <a:chExt cx="198360" cy="172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DA35CB41-16E9-DEB5-4FC5-1CCB6E5C351F}"/>
                    </a:ext>
                  </a:extLst>
                </p14:cNvPr>
                <p14:cNvContentPartPr/>
                <p14:nvPr/>
              </p14:nvContentPartPr>
              <p14:xfrm>
                <a:off x="1962219" y="2677633"/>
                <a:ext cx="157320" cy="16776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D6C5210B-A78A-497E-2B96-6B686D646BE5}"/>
                    </a:ext>
                  </a:extLst>
                </p:cNvPr>
                <p:cNvPicPr/>
                <p:nvPr/>
              </p:nvPicPr>
              <p:blipFill>
                <a:blip r:embed="rId184"/>
                <a:stretch>
                  <a:fillRect/>
                </a:stretch>
              </p:blipFill>
              <p:spPr>
                <a:xfrm>
                  <a:off x="1944579" y="2659993"/>
                  <a:ext cx="19296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1B7E1ECD-E265-042C-EBAD-692930EA4578}"/>
                    </a:ext>
                  </a:extLst>
                </p14:cNvPr>
                <p14:cNvContentPartPr/>
                <p14:nvPr/>
              </p14:nvContentPartPr>
              <p14:xfrm>
                <a:off x="1930179" y="2720833"/>
                <a:ext cx="198360" cy="12924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515C0E9-889D-7634-9F9B-3FAFE4EF82F1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1912179" y="2703193"/>
                  <a:ext cx="234000" cy="164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199E8482-03C5-10A3-B0E7-198728AB2010}"/>
              </a:ext>
            </a:extLst>
          </p:cNvPr>
          <p:cNvGrpSpPr/>
          <p:nvPr/>
        </p:nvGrpSpPr>
        <p:grpSpPr>
          <a:xfrm>
            <a:off x="1908333" y="4178646"/>
            <a:ext cx="745560" cy="324360"/>
            <a:chOff x="1259139" y="4103953"/>
            <a:chExt cx="745560" cy="374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CBA0ABA5-4542-5470-6F94-6E2A43FE7CAB}"/>
                    </a:ext>
                  </a:extLst>
                </p14:cNvPr>
                <p14:cNvContentPartPr/>
                <p14:nvPr/>
              </p14:nvContentPartPr>
              <p14:xfrm>
                <a:off x="1593219" y="4301593"/>
                <a:ext cx="78840" cy="1764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1F25CFA6-FFAD-1B1B-BDEC-D9C34624F580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1575579" y="4283953"/>
                  <a:ext cx="1144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AA2AA6F-2B92-800C-F5D5-549D8A9B5C7D}"/>
                    </a:ext>
                  </a:extLst>
                </p14:cNvPr>
                <p14:cNvContentPartPr/>
                <p14:nvPr/>
              </p14:nvContentPartPr>
              <p14:xfrm>
                <a:off x="1541739" y="4351273"/>
                <a:ext cx="153720" cy="10440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8DEC687D-609E-7CE4-E8A9-9B268AF5DE3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1524099" y="4333633"/>
                  <a:ext cx="189360" cy="14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8A03615-F7DE-D662-CF79-B5DE653FECF5}"/>
                    </a:ext>
                  </a:extLst>
                </p14:cNvPr>
                <p14:cNvContentPartPr/>
                <p14:nvPr/>
              </p14:nvContentPartPr>
              <p14:xfrm>
                <a:off x="1883739" y="4294033"/>
                <a:ext cx="107280" cy="15768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1492A965-808F-7A95-8288-D4B0192CF511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1865739" y="4276393"/>
                  <a:ext cx="14292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6C871E5-0910-1E41-BEC3-97CA704ECA45}"/>
                    </a:ext>
                  </a:extLst>
                </p14:cNvPr>
                <p14:cNvContentPartPr/>
                <p14:nvPr/>
              </p14:nvContentPartPr>
              <p14:xfrm>
                <a:off x="1259139" y="4357753"/>
                <a:ext cx="158040" cy="10692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5D7F78F4-A7DC-E3B2-19B7-36FA1F6B92F6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1241499" y="4339753"/>
                  <a:ext cx="193680" cy="14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3525F48-E926-A197-8D5A-5891CB220C7F}"/>
                    </a:ext>
                  </a:extLst>
                </p14:cNvPr>
                <p14:cNvContentPartPr/>
                <p14:nvPr/>
              </p14:nvContentPartPr>
              <p14:xfrm>
                <a:off x="1278219" y="4340113"/>
                <a:ext cx="122400" cy="1083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32DEC95-BCA4-8E35-E0BB-478B527022A9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1260579" y="4322113"/>
                  <a:ext cx="158040" cy="1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DE729EC-0BAF-6010-7ABA-BC9B9587DE56}"/>
                    </a:ext>
                  </a:extLst>
                </p14:cNvPr>
                <p14:cNvContentPartPr/>
                <p14:nvPr/>
              </p14:nvContentPartPr>
              <p14:xfrm>
                <a:off x="1278939" y="4103953"/>
                <a:ext cx="134640" cy="138240"/>
              </p14:xfrm>
            </p:contentPart>
          </mc:Choice>
          <mc:Fallback xmlns="">
            <p:pic>
              <p:nvPicPr>
                <p:cNvPr id="199" name="Ink 198">
                  <a:extLst>
                    <a:ext uri="{FF2B5EF4-FFF2-40B4-BE49-F238E27FC236}">
                      <a16:creationId xmlns:a16="http://schemas.microsoft.com/office/drawing/2014/main" id="{40974101-0B91-B63C-99A6-43B06808DF74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1260939" y="4086313"/>
                  <a:ext cx="17028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DCD02E02-0C43-BEE7-6FB4-FF5CDF296FFC}"/>
                    </a:ext>
                  </a:extLst>
                </p14:cNvPr>
                <p14:cNvContentPartPr/>
                <p14:nvPr/>
              </p14:nvContentPartPr>
              <p14:xfrm>
                <a:off x="1883739" y="4144273"/>
                <a:ext cx="120960" cy="8388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2C1B0B35-3ECB-CF67-CA76-0B6D49D24E5E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1865739" y="4126633"/>
                  <a:ext cx="156600" cy="1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B3AF7616-7970-E2D4-5A87-96FF9060CADB}"/>
                    </a:ext>
                  </a:extLst>
                </p14:cNvPr>
                <p14:cNvContentPartPr/>
                <p14:nvPr/>
              </p14:nvContentPartPr>
              <p14:xfrm>
                <a:off x="1894179" y="4159753"/>
                <a:ext cx="109080" cy="10512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424CB83-F5A6-4857-23AB-AE9AE762E78F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1876179" y="4142113"/>
                  <a:ext cx="144720" cy="14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766AF206-3845-CAB3-ABD2-179765E26B62}"/>
              </a:ext>
            </a:extLst>
          </p:cNvPr>
          <p:cNvGrpSpPr/>
          <p:nvPr/>
        </p:nvGrpSpPr>
        <p:grpSpPr>
          <a:xfrm>
            <a:off x="1499329" y="5544763"/>
            <a:ext cx="1589714" cy="875666"/>
            <a:chOff x="1499329" y="5544763"/>
            <a:chExt cx="1589714" cy="87566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81C43EF-A92F-448B-2A4E-75F7773604FB}"/>
                    </a:ext>
                  </a:extLst>
                </p:cNvPr>
                <p:cNvSpPr txBox="1"/>
                <p:nvPr/>
              </p:nvSpPr>
              <p:spPr>
                <a:xfrm>
                  <a:off x="1499329" y="5544763"/>
                  <a:ext cx="158971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0" dirty="0"/>
                    <a:t>Playout policy</a:t>
                  </a:r>
                  <a:br>
                    <a:rPr lang="en-US" sz="1400" b="0" dirty="0"/>
                  </a:b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a14:m>
                  <a:r>
                    <a:rPr lang="en-US" sz="1400" dirty="0"/>
                    <a:t> </a:t>
                  </a:r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481C43EF-A92F-448B-2A4E-75F7773604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9329" y="5544763"/>
                  <a:ext cx="1589714" cy="523220"/>
                </a:xfrm>
                <a:prstGeom prst="rect">
                  <a:avLst/>
                </a:prstGeom>
                <a:blipFill>
                  <a:blip r:embed="rId203"/>
                  <a:stretch>
                    <a:fillRect t="-23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31CCE9C3-95FE-901C-E32A-6F9FF702D2E1}"/>
                </a:ext>
              </a:extLst>
            </p:cNvPr>
            <p:cNvSpPr txBox="1"/>
            <p:nvPr/>
          </p:nvSpPr>
          <p:spPr>
            <a:xfrm>
              <a:off x="1499329" y="6112652"/>
              <a:ext cx="158971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0" dirty="0"/>
                <a:t>Method</a:t>
              </a:r>
              <a:endParaRPr lang="en-US" sz="14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787BEA59-12C5-02B3-F056-1BFE7AEBE484}"/>
              </a:ext>
            </a:extLst>
          </p:cNvPr>
          <p:cNvSpPr txBox="1"/>
          <p:nvPr/>
        </p:nvSpPr>
        <p:spPr>
          <a:xfrm>
            <a:off x="3352911" y="6112652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Tree search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5A8A237-4947-5AFC-F2F2-372CC0DF9063}"/>
              </a:ext>
            </a:extLst>
          </p:cNvPr>
          <p:cNvSpPr txBox="1"/>
          <p:nvPr/>
        </p:nvSpPr>
        <p:spPr>
          <a:xfrm>
            <a:off x="3539106" y="2994752"/>
            <a:ext cx="727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1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613920B7-0FDD-7222-E3E7-A3CF8DACE25F}"/>
              </a:ext>
            </a:extLst>
          </p:cNvPr>
          <p:cNvSpPr txBox="1"/>
          <p:nvPr/>
        </p:nvSpPr>
        <p:spPr>
          <a:xfrm>
            <a:off x="3485834" y="3930058"/>
            <a:ext cx="83379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0</a:t>
            </a:r>
          </a:p>
        </p:txBody>
      </p:sp>
    </p:spTree>
    <p:extLst>
      <p:ext uri="{BB962C8B-B14F-4D97-AF65-F5344CB8AC3E}">
        <p14:creationId xmlns:p14="http://schemas.microsoft.com/office/powerpoint/2010/main" val="21340887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25" grpId="0" animBg="1"/>
      <p:bldP spid="17" grpId="0"/>
      <p:bldP spid="2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776E2D-B40C-5484-CB73-B322DE878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E8D463D5-57DC-F470-A917-DBB3FBEBD7E3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499368" y="1583490"/>
              <a:ext cx="8128000" cy="36497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7523171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8302918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86940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594860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21157299"/>
                        </a:ext>
                      </a:extLst>
                    </a:gridCol>
                  </a:tblGrid>
                  <a:tr h="1059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State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𝑚𝑖𝑛𝑖𝑚𝑎𝑥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Expert code</a:t>
                          </a:r>
                          <a:endParaRPr lang="en-US" sz="1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𝑒𝑣𝑎𝑙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311786"/>
                      </a:ext>
                    </a:extLst>
                  </a:tr>
                  <a:tr h="1019219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936605"/>
                      </a:ext>
                    </a:extLst>
                  </a:tr>
                  <a:tr h="1023457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918322"/>
                      </a:ext>
                    </a:extLst>
                  </a:tr>
                  <a:tr h="5349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625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2A38B4FB-8D11-EEA1-F099-D0DD5A70BC45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11390609"/>
                  </p:ext>
                </p:extLst>
              </p:nvPr>
            </p:nvGraphicFramePr>
            <p:xfrm>
              <a:off x="1499368" y="1583490"/>
              <a:ext cx="8128000" cy="36549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7523171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8302918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86940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594860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21157299"/>
                        </a:ext>
                      </a:extLst>
                    </a:gridCol>
                  </a:tblGrid>
                  <a:tr h="1059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5" t="-2299" r="-401498" b="-264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2299" r="-301498" b="-264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75" t="-2299" r="-201498" b="-264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311786"/>
                      </a:ext>
                    </a:extLst>
                  </a:tr>
                  <a:tr h="1019219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936605"/>
                      </a:ext>
                    </a:extLst>
                  </a:tr>
                  <a:tr h="1023457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918322"/>
                      </a:ext>
                    </a:extLst>
                  </a:tr>
                  <a:tr h="55327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6258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97483C0A-2E5F-3C84-2F76-116D67E9B4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872" y="200533"/>
            <a:ext cx="10515600" cy="1325563"/>
          </a:xfrm>
        </p:spPr>
        <p:txBody>
          <a:bodyPr/>
          <a:lstStyle/>
          <a:p>
            <a:r>
              <a:rPr lang="en-US" dirty="0"/>
              <a:t>Expert Evaluation Function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D56E9DA-B6C3-30CE-0C56-40051DFE23FF}"/>
              </a:ext>
            </a:extLst>
          </p:cNvPr>
          <p:cNvSpPr txBox="1"/>
          <p:nvPr/>
        </p:nvSpPr>
        <p:spPr>
          <a:xfrm>
            <a:off x="3352911" y="5652485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optimal 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95EC92E0-920E-AD65-45FF-CBD6C0A944B9}"/>
                  </a:ext>
                </a:extLst>
              </p:cNvPr>
              <p:cNvSpPr txBox="1"/>
              <p:nvPr/>
            </p:nvSpPr>
            <p:spPr>
              <a:xfrm>
                <a:off x="7051463" y="664011"/>
                <a:ext cx="3435503" cy="49532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8652AD3F-78B6-4115-E4F1-E57728A495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1463" y="664011"/>
                <a:ext cx="3435503" cy="495328"/>
              </a:xfrm>
              <a:prstGeom prst="rect">
                <a:avLst/>
              </a:prstGeom>
              <a:blipFill>
                <a:blip r:embed="rId44"/>
                <a:stretch>
                  <a:fillRect l="-353" b="-8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4" name="Group 13">
            <a:extLst>
              <a:ext uri="{FF2B5EF4-FFF2-40B4-BE49-F238E27FC236}">
                <a16:creationId xmlns:a16="http://schemas.microsoft.com/office/drawing/2014/main" id="{B05CBECA-DD0B-01D7-DEFE-4C0D53350A90}"/>
              </a:ext>
            </a:extLst>
          </p:cNvPr>
          <p:cNvGrpSpPr/>
          <p:nvPr/>
        </p:nvGrpSpPr>
        <p:grpSpPr>
          <a:xfrm>
            <a:off x="1499329" y="5544763"/>
            <a:ext cx="1589714" cy="875666"/>
            <a:chOff x="1499329" y="5544763"/>
            <a:chExt cx="1589714" cy="875666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E9A26CA-BE19-4EAA-8872-AD476E122E2D}"/>
                    </a:ext>
                  </a:extLst>
                </p:cNvPr>
                <p:cNvSpPr txBox="1"/>
                <p:nvPr/>
              </p:nvSpPr>
              <p:spPr>
                <a:xfrm>
                  <a:off x="1499329" y="5544763"/>
                  <a:ext cx="1589714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algn="ctr"/>
                  <a:r>
                    <a:rPr lang="en-US" sz="1400" b="0" dirty="0"/>
                    <a:t>Playout policy</a:t>
                  </a:r>
                  <a:br>
                    <a:rPr lang="en-US" sz="1400" b="0" dirty="0"/>
                  </a:br>
                  <a14:m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𝜋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𝑜</m:t>
                          </m:r>
                        </m:sub>
                      </m:sSub>
                    </m:oMath>
                  </a14:m>
                  <a:r>
                    <a:rPr lang="en-US" sz="1400" dirty="0"/>
                    <a:t> </a:t>
                  </a:r>
                </a:p>
              </p:txBody>
            </p:sp>
          </mc:Choice>
          <mc:Fallback>
            <p:sp>
              <p:nvSpPr>
                <p:cNvPr id="13" name="TextBox 12">
                  <a:extLst>
                    <a:ext uri="{FF2B5EF4-FFF2-40B4-BE49-F238E27FC236}">
                      <a16:creationId xmlns:a16="http://schemas.microsoft.com/office/drawing/2014/main" id="{5E9A26CA-BE19-4EAA-8872-AD476E122E2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99329" y="5544763"/>
                  <a:ext cx="1589714" cy="523220"/>
                </a:xfrm>
                <a:prstGeom prst="rect">
                  <a:avLst/>
                </a:prstGeom>
                <a:blipFill>
                  <a:blip r:embed="rId45"/>
                  <a:stretch>
                    <a:fillRect t="-235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F08BBDFA-4302-D995-7F8A-5C1C7CAA29D2}"/>
                </a:ext>
              </a:extLst>
            </p:cNvPr>
            <p:cNvSpPr txBox="1"/>
            <p:nvPr/>
          </p:nvSpPr>
          <p:spPr>
            <a:xfrm>
              <a:off x="1499329" y="6112652"/>
              <a:ext cx="1589714" cy="30777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sz="1400" b="0" dirty="0"/>
                <a:t>Method</a:t>
              </a:r>
              <a:endParaRPr lang="en-US" sz="1400" dirty="0"/>
            </a:p>
          </p:txBody>
        </p: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A980173D-9851-8512-F45B-145E5B74D1C2}"/>
              </a:ext>
            </a:extLst>
          </p:cNvPr>
          <p:cNvSpPr txBox="1"/>
          <p:nvPr/>
        </p:nvSpPr>
        <p:spPr>
          <a:xfrm>
            <a:off x="3352911" y="6112652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Tree search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17E2FE21-7261-E8E2-DDD4-A579E0E334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4848263"/>
                  </p:ext>
                </p:extLst>
              </p:nvPr>
            </p:nvGraphicFramePr>
            <p:xfrm>
              <a:off x="1499368" y="1583490"/>
              <a:ext cx="8128000" cy="36497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7523171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8302918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86940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594860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21157299"/>
                        </a:ext>
                      </a:extLst>
                    </a:gridCol>
                  </a:tblGrid>
                  <a:tr h="1059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State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𝑚𝑖𝑛𝑖𝑚𝑎𝑥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Expert code</a:t>
                          </a:r>
                          <a:endParaRPr lang="en-US" sz="1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𝑒𝑣𝑎𝑙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Monte Carlo simulation</a:t>
                          </a:r>
                          <a:endParaRPr lang="en-US" sz="1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𝑒𝑣𝑎𝑙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311786"/>
                      </a:ext>
                    </a:extLst>
                  </a:tr>
                  <a:tr h="1019219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936605"/>
                      </a:ext>
                    </a:extLst>
                  </a:tr>
                  <a:tr h="1023457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918322"/>
                      </a:ext>
                    </a:extLst>
                  </a:tr>
                  <a:tr h="5349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6258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5" name="Table 14">
                <a:extLst>
                  <a:ext uri="{FF2B5EF4-FFF2-40B4-BE49-F238E27FC236}">
                    <a16:creationId xmlns:a16="http://schemas.microsoft.com/office/drawing/2014/main" id="{17E2FE21-7261-E8E2-DDD4-A579E0E33402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74848263"/>
                  </p:ext>
                </p:extLst>
              </p:nvPr>
            </p:nvGraphicFramePr>
            <p:xfrm>
              <a:off x="1499368" y="1583490"/>
              <a:ext cx="8128000" cy="36497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7523171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8302918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86940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594860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21157299"/>
                        </a:ext>
                      </a:extLst>
                    </a:gridCol>
                  </a:tblGrid>
                  <a:tr h="1059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6"/>
                          <a:stretch>
                            <a:fillRect l="-375" t="-2874" r="-4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6"/>
                          <a:stretch>
                            <a:fillRect l="-100375" t="-2874" r="-3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6"/>
                          <a:stretch>
                            <a:fillRect l="-200375" t="-2874" r="-2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46"/>
                          <a:stretch>
                            <a:fillRect l="-300375" t="-2874" r="-1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311786"/>
                      </a:ext>
                    </a:extLst>
                  </a:tr>
                  <a:tr h="1019219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936605"/>
                      </a:ext>
                    </a:extLst>
                  </a:tr>
                  <a:tr h="1023457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918322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625856"/>
                      </a:ext>
                    </a:extLst>
                  </a:tr>
                </a:tbl>
              </a:graphicData>
            </a:graphic>
          </p:graphicFrame>
        </mc:Fallback>
      </mc:AlternateContent>
      <p:grpSp>
        <p:nvGrpSpPr>
          <p:cNvPr id="17" name="Group 16">
            <a:extLst>
              <a:ext uri="{FF2B5EF4-FFF2-40B4-BE49-F238E27FC236}">
                <a16:creationId xmlns:a16="http://schemas.microsoft.com/office/drawing/2014/main" id="{EE624CA6-1CCB-08FE-6BAC-62E6F56E2AB8}"/>
              </a:ext>
            </a:extLst>
          </p:cNvPr>
          <p:cNvGrpSpPr/>
          <p:nvPr/>
        </p:nvGrpSpPr>
        <p:grpSpPr>
          <a:xfrm>
            <a:off x="1718883" y="3823326"/>
            <a:ext cx="1082520" cy="725400"/>
            <a:chOff x="1059264" y="3751776"/>
            <a:chExt cx="108252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7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867491C-2AF5-8E47-1033-DDF12C3D4DBA}"/>
                    </a:ext>
                  </a:extLst>
                </p14:cNvPr>
                <p14:cNvContentPartPr/>
                <p14:nvPr/>
              </p14:nvContentPartPr>
              <p14:xfrm>
                <a:off x="1449864" y="3751776"/>
                <a:ext cx="77760" cy="725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6EB35FE-E34A-750C-3CB1-D411CF5A766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40864" y="3742776"/>
                  <a:ext cx="9540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A18CB44-4AFB-C9EE-1C25-EBD861BED981}"/>
                    </a:ext>
                  </a:extLst>
                </p14:cNvPr>
                <p14:cNvContentPartPr/>
                <p14:nvPr/>
              </p14:nvContentPartPr>
              <p14:xfrm>
                <a:off x="1779264" y="3775176"/>
                <a:ext cx="31320" cy="700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7B82477-3724-F624-CA6F-37E6E8CC35E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70264" y="3766176"/>
                  <a:ext cx="4896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9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1EE74836-5DB7-63BA-9840-1FE32E767270}"/>
                    </a:ext>
                  </a:extLst>
                </p14:cNvPr>
                <p14:cNvContentPartPr/>
                <p14:nvPr/>
              </p14:nvContentPartPr>
              <p14:xfrm>
                <a:off x="1192824" y="4032936"/>
                <a:ext cx="800640" cy="27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D593035-0D53-7399-4C2D-CACD27A724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83824" y="4023818"/>
                  <a:ext cx="818280" cy="45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8B46D776-5EFF-BFB5-A7F1-3B1A5DC47AF7}"/>
                    </a:ext>
                  </a:extLst>
                </p14:cNvPr>
                <p14:cNvContentPartPr/>
                <p14:nvPr/>
              </p14:nvContentPartPr>
              <p14:xfrm>
                <a:off x="1059264" y="4226616"/>
                <a:ext cx="1082520" cy="8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BD2996-C378-09FE-BB6C-4EAB7C81D88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0264" y="4217616"/>
                  <a:ext cx="1100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1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59B5A6CD-54D5-3EB3-24AB-4B012B8C67F5}"/>
                    </a:ext>
                  </a:extLst>
                </p14:cNvPr>
                <p14:cNvContentPartPr/>
                <p14:nvPr/>
              </p14:nvContentPartPr>
              <p14:xfrm>
                <a:off x="1193904" y="3844656"/>
                <a:ext cx="148680" cy="131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23DFBEE-7331-DD2D-2986-D41C74E91C6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4926" y="3835656"/>
                  <a:ext cx="166277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A42E4EC-EFD7-9A22-C1D9-758C9BFE7CDE}"/>
                    </a:ext>
                  </a:extLst>
                </p14:cNvPr>
                <p14:cNvContentPartPr/>
                <p14:nvPr/>
              </p14:nvContentPartPr>
              <p14:xfrm>
                <a:off x="1187784" y="3848256"/>
                <a:ext cx="152640" cy="156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1FB4DFA-BE43-3750-3A09-008F694350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78763" y="3839256"/>
                  <a:ext cx="170322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3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1CABE96-BF3A-E30A-84F9-78DCB84D3856}"/>
                    </a:ext>
                  </a:extLst>
                </p14:cNvPr>
                <p14:cNvContentPartPr/>
                <p14:nvPr/>
              </p14:nvContentPartPr>
              <p14:xfrm>
                <a:off x="1491984" y="3896856"/>
                <a:ext cx="136440" cy="88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94208B-CF98-F010-29EA-FF14243AEB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82984" y="3887892"/>
                  <a:ext cx="154080" cy="106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A8F800D-E2DB-B3BD-5661-635134497C3B}"/>
                    </a:ext>
                  </a:extLst>
                </p14:cNvPr>
                <p14:cNvContentPartPr/>
                <p14:nvPr/>
              </p14:nvContentPartPr>
              <p14:xfrm>
                <a:off x="1830744" y="3892176"/>
                <a:ext cx="161640" cy="45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28750C-69BD-5E5A-CD64-AE50C2E4250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21744" y="3883103"/>
                  <a:ext cx="179280" cy="627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5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0EE3330-49D9-D13B-2985-9208DDC3780C}"/>
                    </a:ext>
                  </a:extLst>
                </p14:cNvPr>
                <p14:cNvContentPartPr/>
                <p14:nvPr/>
              </p14:nvContentPartPr>
              <p14:xfrm>
                <a:off x="1862784" y="3803616"/>
                <a:ext cx="201600" cy="158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905B8A-F707-69CF-A85C-C6BF9229B50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53784" y="3794616"/>
                  <a:ext cx="219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5960849-C7A7-0CEB-C5C2-C9B65C44580C}"/>
                    </a:ext>
                  </a:extLst>
                </p14:cNvPr>
                <p14:cNvContentPartPr/>
                <p14:nvPr/>
              </p14:nvContentPartPr>
              <p14:xfrm>
                <a:off x="1525104" y="4126536"/>
                <a:ext cx="97560" cy="82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AF36103-0F2D-9CAD-16AD-ABBEFA4DA7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16104" y="4117536"/>
                  <a:ext cx="11520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24528EA-97EF-FC7A-5902-F309D70DA258}"/>
              </a:ext>
            </a:extLst>
          </p:cNvPr>
          <p:cNvGrpSpPr/>
          <p:nvPr/>
        </p:nvGrpSpPr>
        <p:grpSpPr>
          <a:xfrm>
            <a:off x="1647243" y="2744718"/>
            <a:ext cx="1441800" cy="787680"/>
            <a:chOff x="1023624" y="2645856"/>
            <a:chExt cx="1441800" cy="7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7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79BD439-DF9F-7CEF-C656-1866C619FD65}"/>
                    </a:ext>
                  </a:extLst>
                </p14:cNvPr>
                <p14:cNvContentPartPr/>
                <p14:nvPr/>
              </p14:nvContentPartPr>
              <p14:xfrm>
                <a:off x="1358784" y="2677896"/>
                <a:ext cx="111600" cy="716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FB68281-506D-F66A-B10E-F3382BA83E1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49784" y="2668896"/>
                  <a:ext cx="12924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29AE1C00-950B-62B1-F5C1-07BA230CB29F}"/>
                    </a:ext>
                  </a:extLst>
                </p14:cNvPr>
                <p14:cNvContentPartPr/>
                <p14:nvPr/>
              </p14:nvContentPartPr>
              <p14:xfrm>
                <a:off x="1788984" y="2645856"/>
                <a:ext cx="31320" cy="7876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CF54184-7AD2-C6A4-4B8B-B68DAAA2B43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9879" y="2636856"/>
                  <a:ext cx="49165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9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F7B00C1-AA2B-ADB5-61C7-35978E56CF2C}"/>
                    </a:ext>
                  </a:extLst>
                </p14:cNvPr>
                <p14:cNvContentPartPr/>
                <p14:nvPr/>
              </p14:nvContentPartPr>
              <p14:xfrm>
                <a:off x="1095264" y="2909016"/>
                <a:ext cx="1172520" cy="20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512F32E-0C3F-F415-66D3-3224EF3991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86264" y="2900016"/>
                  <a:ext cx="1190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B3A6B8FF-7512-9C73-B69D-915E0EAE71A1}"/>
                    </a:ext>
                  </a:extLst>
                </p14:cNvPr>
                <p14:cNvContentPartPr/>
                <p14:nvPr/>
              </p14:nvContentPartPr>
              <p14:xfrm>
                <a:off x="1023624" y="3171096"/>
                <a:ext cx="1441800" cy="46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70A4D3C-C8C8-9BFD-846C-90449980235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4626" y="3162096"/>
                  <a:ext cx="1459436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1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874471E7-2CF8-D5F0-14FD-5648F8E2B27F}"/>
                    </a:ext>
                  </a:extLst>
                </p14:cNvPr>
                <p14:cNvContentPartPr/>
                <p14:nvPr/>
              </p14:nvContentPartPr>
              <p14:xfrm>
                <a:off x="1183104" y="2692656"/>
                <a:ext cx="147240" cy="186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BA85023-FB7D-E19C-5492-88BA43ADC70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74104" y="2683673"/>
                  <a:ext cx="164880" cy="2040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9911632-FF32-A925-179E-22EE21BC682A}"/>
                    </a:ext>
                  </a:extLst>
                </p14:cNvPr>
                <p14:cNvContentPartPr/>
                <p14:nvPr/>
              </p14:nvContentPartPr>
              <p14:xfrm>
                <a:off x="1217304" y="2716776"/>
                <a:ext cx="144720" cy="102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C3980DA-E4B7-6B6F-EB45-8288319F53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08304" y="2707776"/>
                  <a:ext cx="162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3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CA27174-D6F6-4277-B97A-19A484EB2DFD}"/>
                    </a:ext>
                  </a:extLst>
                </p14:cNvPr>
                <p14:cNvContentPartPr/>
                <p14:nvPr/>
              </p14:nvContentPartPr>
              <p14:xfrm>
                <a:off x="1507824" y="2736936"/>
                <a:ext cx="177840" cy="107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BC01B0E-C3AC-4AF1-67C9-D3A3A83839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98824" y="2727966"/>
                  <a:ext cx="195480" cy="124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5E09C4D-80CA-FCDA-8DED-ED212FE26C4A}"/>
                    </a:ext>
                  </a:extLst>
                </p14:cNvPr>
                <p14:cNvContentPartPr/>
                <p14:nvPr/>
              </p14:nvContentPartPr>
              <p14:xfrm>
                <a:off x="1515384" y="2663496"/>
                <a:ext cx="179280" cy="182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8451AB9-83AF-F45C-7CDB-EDF0DF3EC02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06384" y="2654514"/>
                  <a:ext cx="196920" cy="1997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5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B12F9AD-645B-0385-7660-56AEE1421F84}"/>
                    </a:ext>
                  </a:extLst>
                </p14:cNvPr>
                <p14:cNvContentPartPr/>
                <p14:nvPr/>
              </p14:nvContentPartPr>
              <p14:xfrm>
                <a:off x="1491264" y="3033216"/>
                <a:ext cx="95400" cy="94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090C569-5230-AD5B-A153-A29B76CA434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482264" y="3024250"/>
                  <a:ext cx="113040" cy="1122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FD446C4B-21A0-C6D3-0659-B2C4006378F1}"/>
                    </a:ext>
                  </a:extLst>
                </p14:cNvPr>
                <p14:cNvContentPartPr/>
                <p14:nvPr/>
              </p14:nvContentPartPr>
              <p14:xfrm>
                <a:off x="1434744" y="3328056"/>
                <a:ext cx="193680" cy="91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46BCB01-6AEF-4290-EF61-D804F8AD927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25744" y="3319056"/>
                  <a:ext cx="211320" cy="108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C597A089-677E-6BEA-E9C0-87FF0B6581A9}"/>
              </a:ext>
            </a:extLst>
          </p:cNvPr>
          <p:cNvSpPr txBox="1"/>
          <p:nvPr/>
        </p:nvSpPr>
        <p:spPr>
          <a:xfrm>
            <a:off x="4999962" y="5652485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none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92896-4F66-6FB2-26E6-48FD600B8624}"/>
              </a:ext>
            </a:extLst>
          </p:cNvPr>
          <p:cNvSpPr txBox="1"/>
          <p:nvPr/>
        </p:nvSpPr>
        <p:spPr>
          <a:xfrm>
            <a:off x="4999962" y="6112652"/>
            <a:ext cx="122747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Code + cutoff search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7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5CC15B08-5730-EBB8-E1B0-6370C510E062}"/>
                  </a:ext>
                </a:extLst>
              </p14:cNvPr>
              <p14:cNvContentPartPr/>
              <p14:nvPr/>
            </p14:nvContentPartPr>
            <p14:xfrm>
              <a:off x="1837017" y="2881589"/>
              <a:ext cx="850680" cy="3564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5CC15B08-5730-EBB8-E1B0-6370C510E062}"/>
                  </a:ext>
                </a:extLst>
              </p:cNvPr>
              <p:cNvPicPr/>
              <p:nvPr/>
            </p:nvPicPr>
            <p:blipFill>
              <a:blip r:embed="rId68"/>
              <a:stretch>
                <a:fillRect/>
              </a:stretch>
            </p:blipFill>
            <p:spPr>
              <a:xfrm>
                <a:off x="1819017" y="2863589"/>
                <a:ext cx="88632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9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3B5ECF6-45F8-03FF-0C86-C7C3CFC6C05B}"/>
                  </a:ext>
                </a:extLst>
              </p14:cNvPr>
              <p14:cNvContentPartPr/>
              <p14:nvPr/>
            </p14:nvContentPartPr>
            <p14:xfrm>
              <a:off x="2264697" y="3980669"/>
              <a:ext cx="46440" cy="51192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3B5ECF6-45F8-03FF-0C86-C7C3CFC6C05B}"/>
                  </a:ext>
                </a:extLst>
              </p:cNvPr>
              <p:cNvPicPr/>
              <p:nvPr/>
            </p:nvPicPr>
            <p:blipFill>
              <a:blip r:embed="rId70"/>
              <a:stretch>
                <a:fillRect/>
              </a:stretch>
            </p:blipFill>
            <p:spPr>
              <a:xfrm>
                <a:off x="2247057" y="3962669"/>
                <a:ext cx="82080" cy="54756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>
            <a:extLst>
              <a:ext uri="{FF2B5EF4-FFF2-40B4-BE49-F238E27FC236}">
                <a16:creationId xmlns:a16="http://schemas.microsoft.com/office/drawing/2014/main" id="{F94D759B-DB37-AA76-FBB7-3D6E0D601D38}"/>
              </a:ext>
            </a:extLst>
          </p:cNvPr>
          <p:cNvSpPr txBox="1"/>
          <p:nvPr/>
        </p:nvSpPr>
        <p:spPr>
          <a:xfrm>
            <a:off x="5019200" y="2968538"/>
            <a:ext cx="10529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+0.4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A3BB7AD-B2B9-BC41-8B9F-F1AAC3B93FF8}"/>
              </a:ext>
            </a:extLst>
          </p:cNvPr>
          <p:cNvSpPr txBox="1"/>
          <p:nvPr/>
        </p:nvSpPr>
        <p:spPr>
          <a:xfrm>
            <a:off x="4976292" y="4008726"/>
            <a:ext cx="11741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-0.4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EF0516B-F943-45CB-5EDF-FC9CDEA77284}"/>
              </a:ext>
            </a:extLst>
          </p:cNvPr>
          <p:cNvSpPr txBox="1"/>
          <p:nvPr/>
        </p:nvSpPr>
        <p:spPr>
          <a:xfrm>
            <a:off x="9829688" y="2757545"/>
            <a:ext cx="2143236" cy="707886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/>
              <a:t>Expert Heuristic</a:t>
            </a:r>
          </a:p>
          <a:p>
            <a:r>
              <a:rPr lang="en-US" sz="1100" dirty="0"/>
              <a:t>+.4 for each winning opportunity</a:t>
            </a:r>
          </a:p>
          <a:p>
            <a:r>
              <a:rPr lang="en-US" sz="1100" dirty="0"/>
              <a:t>-.4 for each loosing opportunity</a:t>
            </a:r>
          </a:p>
        </p:txBody>
      </p:sp>
    </p:spTree>
    <p:extLst>
      <p:ext uri="{BB962C8B-B14F-4D97-AF65-F5344CB8AC3E}">
        <p14:creationId xmlns:p14="http://schemas.microsoft.com/office/powerpoint/2010/main" val="3083788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11" grpId="0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53A29C-19ED-FF86-C3C8-9748313914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8F1E962-CC68-5D17-72E4-CA259A0D94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275313"/>
                  </p:ext>
                </p:extLst>
              </p:nvPr>
            </p:nvGraphicFramePr>
            <p:xfrm>
              <a:off x="1499368" y="1583490"/>
              <a:ext cx="8128000" cy="36497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7523171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8302918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86940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594860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21157299"/>
                        </a:ext>
                      </a:extLst>
                    </a:gridCol>
                  </a:tblGrid>
                  <a:tr h="1059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State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𝑚𝑖𝑛𝑖𝑚𝑎𝑥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Expert code</a:t>
                          </a:r>
                          <a:endParaRPr lang="en-US" sz="1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𝑒𝑣𝑎𝑙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Monte Carlo simulation</a:t>
                          </a:r>
                          <a:endParaRPr lang="en-US" sz="1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𝑒𝑣𝑎𝑙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Machine Learning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311786"/>
                      </a:ext>
                    </a:extLst>
                  </a:tr>
                  <a:tr h="1019219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936605"/>
                      </a:ext>
                    </a:extLst>
                  </a:tr>
                  <a:tr h="1023457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918322"/>
                      </a:ext>
                    </a:extLst>
                  </a:tr>
                  <a:tr h="5349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6258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38F1E962-CC68-5D17-72E4-CA259A0D94FA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4275313"/>
                  </p:ext>
                </p:extLst>
              </p:nvPr>
            </p:nvGraphicFramePr>
            <p:xfrm>
              <a:off x="1499368" y="1583490"/>
              <a:ext cx="8128000" cy="36497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7523171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8302918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86940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594860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21157299"/>
                        </a:ext>
                      </a:extLst>
                    </a:gridCol>
                  </a:tblGrid>
                  <a:tr h="1059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5" t="-2874" r="-4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2874" r="-3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75" t="-2874" r="-2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375" t="-2874" r="-1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375" t="-2874" r="-1498" b="-26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5311786"/>
                      </a:ext>
                    </a:extLst>
                  </a:tr>
                  <a:tr h="1019219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936605"/>
                      </a:ext>
                    </a:extLst>
                  </a:tr>
                  <a:tr h="1023457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918322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6258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42E53C85-4BA5-F135-D452-93B955A98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872" y="200533"/>
            <a:ext cx="10515600" cy="1325563"/>
          </a:xfrm>
        </p:spPr>
        <p:txBody>
          <a:bodyPr/>
          <a:lstStyle/>
          <a:p>
            <a:r>
              <a:rPr lang="en-US" dirty="0"/>
              <a:t>Monte Carlo Simulation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DCA0B17E-F932-AAFD-D1F1-0BDD101F4E0B}"/>
              </a:ext>
            </a:extLst>
          </p:cNvPr>
          <p:cNvGrpSpPr/>
          <p:nvPr/>
        </p:nvGrpSpPr>
        <p:grpSpPr>
          <a:xfrm>
            <a:off x="1718883" y="3823326"/>
            <a:ext cx="1082520" cy="725400"/>
            <a:chOff x="1059264" y="3751776"/>
            <a:chExt cx="108252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581309E-3825-2F03-228B-B2B6396EF041}"/>
                    </a:ext>
                  </a:extLst>
                </p14:cNvPr>
                <p14:cNvContentPartPr/>
                <p14:nvPr/>
              </p14:nvContentPartPr>
              <p14:xfrm>
                <a:off x="1449864" y="3751776"/>
                <a:ext cx="77760" cy="725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6EB35FE-E34A-750C-3CB1-D411CF5A766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40864" y="3742776"/>
                  <a:ext cx="9540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3A3427F3-7B19-566E-243D-7B309219A897}"/>
                    </a:ext>
                  </a:extLst>
                </p14:cNvPr>
                <p14:cNvContentPartPr/>
                <p14:nvPr/>
              </p14:nvContentPartPr>
              <p14:xfrm>
                <a:off x="1779264" y="3775176"/>
                <a:ext cx="31320" cy="700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7B82477-3724-F624-CA6F-37E6E8CC35E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70264" y="3766176"/>
                  <a:ext cx="4896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DABDD8AF-2D30-EF74-44DE-1ED886C6899C}"/>
                    </a:ext>
                  </a:extLst>
                </p14:cNvPr>
                <p14:cNvContentPartPr/>
                <p14:nvPr/>
              </p14:nvContentPartPr>
              <p14:xfrm>
                <a:off x="1192824" y="4032936"/>
                <a:ext cx="800640" cy="27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D593035-0D53-7399-4C2D-CACD27A724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83824" y="4023818"/>
                  <a:ext cx="818280" cy="45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451AA164-590C-7279-E663-9B32FB340BB1}"/>
                    </a:ext>
                  </a:extLst>
                </p14:cNvPr>
                <p14:cNvContentPartPr/>
                <p14:nvPr/>
              </p14:nvContentPartPr>
              <p14:xfrm>
                <a:off x="1059264" y="4226616"/>
                <a:ext cx="1082520" cy="8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BD2996-C378-09FE-BB6C-4EAB7C81D88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0264" y="4217616"/>
                  <a:ext cx="1100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FD80AA9-1E1F-AB3D-A865-B9B77E4659FC}"/>
                    </a:ext>
                  </a:extLst>
                </p14:cNvPr>
                <p14:cNvContentPartPr/>
                <p14:nvPr/>
              </p14:nvContentPartPr>
              <p14:xfrm>
                <a:off x="1193904" y="3844656"/>
                <a:ext cx="148680" cy="131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23DFBEE-7331-DD2D-2986-D41C74E91C6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4926" y="3835656"/>
                  <a:ext cx="166277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662BB3B1-C710-45EF-4132-B85278557C09}"/>
                    </a:ext>
                  </a:extLst>
                </p14:cNvPr>
                <p14:cNvContentPartPr/>
                <p14:nvPr/>
              </p14:nvContentPartPr>
              <p14:xfrm>
                <a:off x="1187784" y="3848256"/>
                <a:ext cx="152640" cy="156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1FB4DFA-BE43-3750-3A09-008F694350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78763" y="3839256"/>
                  <a:ext cx="170322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924BB11-8BD2-79B4-8061-0AA982DC9C89}"/>
                    </a:ext>
                  </a:extLst>
                </p14:cNvPr>
                <p14:cNvContentPartPr/>
                <p14:nvPr/>
              </p14:nvContentPartPr>
              <p14:xfrm>
                <a:off x="1491984" y="3896856"/>
                <a:ext cx="136440" cy="88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94208B-CF98-F010-29EA-FF14243AEB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82984" y="3887892"/>
                  <a:ext cx="154080" cy="106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67DABF15-856A-86E7-5B35-6442BA890D2D}"/>
                    </a:ext>
                  </a:extLst>
                </p14:cNvPr>
                <p14:cNvContentPartPr/>
                <p14:nvPr/>
              </p14:nvContentPartPr>
              <p14:xfrm>
                <a:off x="1830744" y="3892176"/>
                <a:ext cx="161640" cy="45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28750C-69BD-5E5A-CD64-AE50C2E4250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21744" y="3883103"/>
                  <a:ext cx="179280" cy="627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C38EC2C-D93D-3CC9-1F00-A02254212FA8}"/>
                    </a:ext>
                  </a:extLst>
                </p14:cNvPr>
                <p14:cNvContentPartPr/>
                <p14:nvPr/>
              </p14:nvContentPartPr>
              <p14:xfrm>
                <a:off x="1862784" y="3803616"/>
                <a:ext cx="201600" cy="158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905B8A-F707-69CF-A85C-C6BF9229B50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53784" y="3794616"/>
                  <a:ext cx="219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8CCDF692-115E-6DD2-A899-29801C90DA59}"/>
                    </a:ext>
                  </a:extLst>
                </p14:cNvPr>
                <p14:cNvContentPartPr/>
                <p14:nvPr/>
              </p14:nvContentPartPr>
              <p14:xfrm>
                <a:off x="1525104" y="4126536"/>
                <a:ext cx="97560" cy="82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AF36103-0F2D-9CAD-16AD-ABBEFA4DA7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16104" y="4117536"/>
                  <a:ext cx="11520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BB8F5FAA-D84D-E9C6-70B9-452ED2ADFC2F}"/>
              </a:ext>
            </a:extLst>
          </p:cNvPr>
          <p:cNvGrpSpPr/>
          <p:nvPr/>
        </p:nvGrpSpPr>
        <p:grpSpPr>
          <a:xfrm>
            <a:off x="1647243" y="2744718"/>
            <a:ext cx="1441800" cy="787680"/>
            <a:chOff x="1023624" y="2645856"/>
            <a:chExt cx="1441800" cy="7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60B76910-5574-82DD-9898-ABEF9239D3EA}"/>
                    </a:ext>
                  </a:extLst>
                </p14:cNvPr>
                <p14:cNvContentPartPr/>
                <p14:nvPr/>
              </p14:nvContentPartPr>
              <p14:xfrm>
                <a:off x="1358784" y="2677896"/>
                <a:ext cx="111600" cy="716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FB68281-506D-F66A-B10E-F3382BA83E1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49784" y="2668896"/>
                  <a:ext cx="12924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896CC6E2-8FF0-9FBE-1824-5438963B9085}"/>
                    </a:ext>
                  </a:extLst>
                </p14:cNvPr>
                <p14:cNvContentPartPr/>
                <p14:nvPr/>
              </p14:nvContentPartPr>
              <p14:xfrm>
                <a:off x="1788984" y="2645856"/>
                <a:ext cx="31320" cy="7876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CF54184-7AD2-C6A4-4B8B-B68DAAA2B43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9879" y="2636856"/>
                  <a:ext cx="49165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F9932E37-421F-025E-D147-AB6F825D59C5}"/>
                    </a:ext>
                  </a:extLst>
                </p14:cNvPr>
                <p14:cNvContentPartPr/>
                <p14:nvPr/>
              </p14:nvContentPartPr>
              <p14:xfrm>
                <a:off x="1095264" y="2909016"/>
                <a:ext cx="1172520" cy="20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512F32E-0C3F-F415-66D3-3224EF3991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86264" y="2900016"/>
                  <a:ext cx="1190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AF347173-EC26-FA0E-96A2-EB3600C438CA}"/>
                    </a:ext>
                  </a:extLst>
                </p14:cNvPr>
                <p14:cNvContentPartPr/>
                <p14:nvPr/>
              </p14:nvContentPartPr>
              <p14:xfrm>
                <a:off x="1023624" y="3171096"/>
                <a:ext cx="1441800" cy="46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70A4D3C-C8C8-9BFD-846C-90449980235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4626" y="3162096"/>
                  <a:ext cx="1459436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D4E4BE5-8152-0072-0BC6-1B969CE64D82}"/>
                    </a:ext>
                  </a:extLst>
                </p14:cNvPr>
                <p14:cNvContentPartPr/>
                <p14:nvPr/>
              </p14:nvContentPartPr>
              <p14:xfrm>
                <a:off x="1183104" y="2692656"/>
                <a:ext cx="147240" cy="186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BA85023-FB7D-E19C-5492-88BA43ADC70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74104" y="2683673"/>
                  <a:ext cx="164880" cy="2040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7F17AF4-848D-B123-1F6D-AC42EC19FC01}"/>
                    </a:ext>
                  </a:extLst>
                </p14:cNvPr>
                <p14:cNvContentPartPr/>
                <p14:nvPr/>
              </p14:nvContentPartPr>
              <p14:xfrm>
                <a:off x="1217304" y="2716776"/>
                <a:ext cx="144720" cy="102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C3980DA-E4B7-6B6F-EB45-8288319F53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08304" y="2707776"/>
                  <a:ext cx="162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8714848B-C5BA-C7DD-92C0-8B32C08DF9D5}"/>
                    </a:ext>
                  </a:extLst>
                </p14:cNvPr>
                <p14:cNvContentPartPr/>
                <p14:nvPr/>
              </p14:nvContentPartPr>
              <p14:xfrm>
                <a:off x="1507824" y="2736936"/>
                <a:ext cx="177840" cy="107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BC01B0E-C3AC-4AF1-67C9-D3A3A83839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98824" y="2727966"/>
                  <a:ext cx="195480" cy="124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6C63CB70-5DDD-5742-9BB3-5A06488F7651}"/>
                    </a:ext>
                  </a:extLst>
                </p14:cNvPr>
                <p14:cNvContentPartPr/>
                <p14:nvPr/>
              </p14:nvContentPartPr>
              <p14:xfrm>
                <a:off x="1515384" y="2663496"/>
                <a:ext cx="179280" cy="182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8451AB9-83AF-F45C-7CDB-EDF0DF3EC02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06384" y="2654514"/>
                  <a:ext cx="196920" cy="1997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37D69046-A2A7-68C3-51AE-88C465974D2C}"/>
                    </a:ext>
                  </a:extLst>
                </p14:cNvPr>
                <p14:cNvContentPartPr/>
                <p14:nvPr/>
              </p14:nvContentPartPr>
              <p14:xfrm>
                <a:off x="1491264" y="3033216"/>
                <a:ext cx="95400" cy="94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090C569-5230-AD5B-A153-A29B76CA434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482264" y="3024250"/>
                  <a:ext cx="113040" cy="1122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4E991EC1-E041-C47C-BC08-1572ABEB8C4E}"/>
                    </a:ext>
                  </a:extLst>
                </p14:cNvPr>
                <p14:cNvContentPartPr/>
                <p14:nvPr/>
              </p14:nvContentPartPr>
              <p14:xfrm>
                <a:off x="1434744" y="3328056"/>
                <a:ext cx="193680" cy="91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46BCB01-6AEF-4290-EF61-D804F8AD927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25744" y="3319056"/>
                  <a:ext cx="211320" cy="108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83506130-651B-52D2-925E-C0FAEB937DC6}"/>
              </a:ext>
            </a:extLst>
          </p:cNvPr>
          <p:cNvSpPr txBox="1"/>
          <p:nvPr/>
        </p:nvSpPr>
        <p:spPr>
          <a:xfrm>
            <a:off x="3352911" y="5652485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optimal 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4837008A-A89B-2520-5EEA-160F64BADE43}"/>
                  </a:ext>
                </a:extLst>
              </p:cNvPr>
              <p:cNvSpPr txBox="1"/>
              <p:nvPr/>
            </p:nvSpPr>
            <p:spPr>
              <a:xfrm>
                <a:off x="1499329" y="5544763"/>
                <a:ext cx="15897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dirty="0"/>
                  <a:t>Playout policy</a:t>
                </a:r>
                <a:br>
                  <a:rPr lang="en-US" sz="1400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170D23-8E90-5184-0AD4-E073B2FBD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329" y="5544763"/>
                <a:ext cx="1589714" cy="523220"/>
              </a:xfrm>
              <a:prstGeom prst="rect">
                <a:avLst/>
              </a:prstGeom>
              <a:blipFill>
                <a:blip r:embed="rId43"/>
                <a:stretch>
                  <a:fillRect t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067165C-F68A-DAB5-DDA1-16E56272D192}"/>
              </a:ext>
            </a:extLst>
          </p:cNvPr>
          <p:cNvSpPr txBox="1"/>
          <p:nvPr/>
        </p:nvSpPr>
        <p:spPr>
          <a:xfrm>
            <a:off x="4999962" y="5652485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none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ADE29E7-A617-9E23-467A-CDF74961EAA6}"/>
              </a:ext>
            </a:extLst>
          </p:cNvPr>
          <p:cNvSpPr txBox="1"/>
          <p:nvPr/>
        </p:nvSpPr>
        <p:spPr>
          <a:xfrm>
            <a:off x="6612047" y="5544763"/>
            <a:ext cx="122747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Random or other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37770E4-E36E-E18F-5584-C9482A1E83E2}"/>
                  </a:ext>
                </a:extLst>
              </p:cNvPr>
              <p:cNvSpPr txBox="1"/>
              <p:nvPr/>
            </p:nvSpPr>
            <p:spPr>
              <a:xfrm>
                <a:off x="6191865" y="618669"/>
                <a:ext cx="3435503" cy="49532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B3EB39-579A-D803-7312-1ADEF9DD2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865" y="618669"/>
                <a:ext cx="3435503" cy="495328"/>
              </a:xfrm>
              <a:prstGeom prst="rect">
                <a:avLst/>
              </a:prstGeom>
              <a:blipFill>
                <a:blip r:embed="rId44"/>
                <a:stretch>
                  <a:fillRect l="-35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0D702D80-6165-5402-9F21-A31191CA7BEA}"/>
              </a:ext>
            </a:extLst>
          </p:cNvPr>
          <p:cNvGrpSpPr/>
          <p:nvPr/>
        </p:nvGrpSpPr>
        <p:grpSpPr>
          <a:xfrm>
            <a:off x="9684198" y="113777"/>
            <a:ext cx="1764927" cy="1139278"/>
            <a:chOff x="9309819" y="3831793"/>
            <a:chExt cx="2784960" cy="2131560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1A25130-C13A-5DFF-B557-7A3A4DAD23E1}"/>
                </a:ext>
              </a:extLst>
            </p:cNvPr>
            <p:cNvGrpSpPr/>
            <p:nvPr/>
          </p:nvGrpSpPr>
          <p:grpSpPr>
            <a:xfrm>
              <a:off x="9423219" y="4558633"/>
              <a:ext cx="1478520" cy="1404720"/>
              <a:chOff x="9423219" y="4558633"/>
              <a:chExt cx="1478520" cy="140472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45">
                <p14:nvContentPartPr>
                  <p14:cNvPr id="8" name="Ink 7">
                    <a:extLst>
                      <a:ext uri="{FF2B5EF4-FFF2-40B4-BE49-F238E27FC236}">
                        <a16:creationId xmlns:a16="http://schemas.microsoft.com/office/drawing/2014/main" id="{B4400463-5AB1-3DEF-B5AE-C84169026D4D}"/>
                      </a:ext>
                    </a:extLst>
                  </p14:cNvPr>
                  <p14:cNvContentPartPr/>
                  <p14:nvPr/>
                </p14:nvContentPartPr>
                <p14:xfrm>
                  <a:off x="9423219" y="5189713"/>
                  <a:ext cx="230400" cy="103680"/>
                </p14:xfrm>
              </p:contentPart>
            </mc:Choice>
            <mc:Fallback xmlns="">
              <p:pic>
                <p:nvPicPr>
                  <p:cNvPr id="57" name="Ink 56">
                    <a:extLst>
                      <a:ext uri="{FF2B5EF4-FFF2-40B4-BE49-F238E27FC236}">
                        <a16:creationId xmlns:a16="http://schemas.microsoft.com/office/drawing/2014/main" id="{FFD82EE3-E74E-9C00-229A-DBF15AC2B6F3}"/>
                      </a:ext>
                    </a:extLst>
                  </p:cNvPr>
                  <p:cNvPicPr/>
                  <p:nvPr/>
                </p:nvPicPr>
                <p:blipFill>
                  <a:blip r:embed="rId70"/>
                  <a:stretch>
                    <a:fillRect/>
                  </a:stretch>
                </p:blipFill>
                <p:spPr>
                  <a:xfrm>
                    <a:off x="9405219" y="5172073"/>
                    <a:ext cx="266040" cy="139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1">
                <p14:nvContentPartPr>
                  <p14:cNvPr id="9" name="Ink 8">
                    <a:extLst>
                      <a:ext uri="{FF2B5EF4-FFF2-40B4-BE49-F238E27FC236}">
                        <a16:creationId xmlns:a16="http://schemas.microsoft.com/office/drawing/2014/main" id="{D7FA74DC-E89B-1B59-71FC-95DC3E988927}"/>
                      </a:ext>
                    </a:extLst>
                  </p14:cNvPr>
                  <p14:cNvContentPartPr/>
                  <p14:nvPr/>
                </p14:nvContentPartPr>
                <p14:xfrm>
                  <a:off x="9463899" y="5347033"/>
                  <a:ext cx="226440" cy="41400"/>
                </p14:xfrm>
              </p:contentPart>
            </mc:Choice>
            <mc:Fallback xmlns="">
              <p:pic>
                <p:nvPicPr>
                  <p:cNvPr id="58" name="Ink 57">
                    <a:extLst>
                      <a:ext uri="{FF2B5EF4-FFF2-40B4-BE49-F238E27FC236}">
                        <a16:creationId xmlns:a16="http://schemas.microsoft.com/office/drawing/2014/main" id="{BF28F081-C564-2EBC-74EF-D66B60100372}"/>
                      </a:ext>
                    </a:extLst>
                  </p:cNvPr>
                  <p:cNvPicPr/>
                  <p:nvPr/>
                </p:nvPicPr>
                <p:blipFill>
                  <a:blip r:embed="rId72"/>
                  <a:stretch>
                    <a:fillRect/>
                  </a:stretch>
                </p:blipFill>
                <p:spPr>
                  <a:xfrm>
                    <a:off x="9445899" y="5329033"/>
                    <a:ext cx="262080" cy="770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3">
                <p14:nvContentPartPr>
                  <p14:cNvPr id="10" name="Ink 9">
                    <a:extLst>
                      <a:ext uri="{FF2B5EF4-FFF2-40B4-BE49-F238E27FC236}">
                        <a16:creationId xmlns:a16="http://schemas.microsoft.com/office/drawing/2014/main" id="{DEE5F192-ACDF-4B05-6A83-5408A87E240D}"/>
                      </a:ext>
                    </a:extLst>
                  </p14:cNvPr>
                  <p14:cNvContentPartPr/>
                  <p14:nvPr/>
                </p14:nvContentPartPr>
                <p14:xfrm>
                  <a:off x="9997059" y="4988113"/>
                  <a:ext cx="20520" cy="244800"/>
                </p14:xfrm>
              </p:contentPart>
            </mc:Choice>
            <mc:Fallback xmlns="">
              <p:pic>
                <p:nvPicPr>
                  <p:cNvPr id="60" name="Ink 59">
                    <a:extLst>
                      <a:ext uri="{FF2B5EF4-FFF2-40B4-BE49-F238E27FC236}">
                        <a16:creationId xmlns:a16="http://schemas.microsoft.com/office/drawing/2014/main" id="{54AA31B8-7340-4926-3A37-4303596A5A5B}"/>
                      </a:ext>
                    </a:extLst>
                  </p:cNvPr>
                  <p:cNvPicPr/>
                  <p:nvPr/>
                </p:nvPicPr>
                <p:blipFill>
                  <a:blip r:embed="rId74"/>
                  <a:stretch>
                    <a:fillRect/>
                  </a:stretch>
                </p:blipFill>
                <p:spPr>
                  <a:xfrm>
                    <a:off x="9979059" y="4970113"/>
                    <a:ext cx="56160" cy="2804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5">
                <p14:nvContentPartPr>
                  <p14:cNvPr id="11" name="Ink 10">
                    <a:extLst>
                      <a:ext uri="{FF2B5EF4-FFF2-40B4-BE49-F238E27FC236}">
                        <a16:creationId xmlns:a16="http://schemas.microsoft.com/office/drawing/2014/main" id="{A2AF6BD8-6720-4AEE-B40A-A7D655DF9C72}"/>
                      </a:ext>
                    </a:extLst>
                  </p14:cNvPr>
                  <p14:cNvContentPartPr/>
                  <p14:nvPr/>
                </p14:nvContentPartPr>
                <p14:xfrm>
                  <a:off x="9875379" y="5289793"/>
                  <a:ext cx="311400" cy="51120"/>
                </p14:xfrm>
              </p:contentPart>
            </mc:Choice>
            <mc:Fallback xmlns="">
              <p:pic>
                <p:nvPicPr>
                  <p:cNvPr id="61" name="Ink 60">
                    <a:extLst>
                      <a:ext uri="{FF2B5EF4-FFF2-40B4-BE49-F238E27FC236}">
                        <a16:creationId xmlns:a16="http://schemas.microsoft.com/office/drawing/2014/main" id="{E18BA47A-E6A7-2724-CB14-45F0966F14F0}"/>
                      </a:ext>
                    </a:extLst>
                  </p:cNvPr>
                  <p:cNvPicPr/>
                  <p:nvPr/>
                </p:nvPicPr>
                <p:blipFill>
                  <a:blip r:embed="rId76"/>
                  <a:stretch>
                    <a:fillRect/>
                  </a:stretch>
                </p:blipFill>
                <p:spPr>
                  <a:xfrm>
                    <a:off x="9857739" y="5272153"/>
                    <a:ext cx="347040" cy="86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7">
                <p14:nvContentPartPr>
                  <p14:cNvPr id="12" name="Ink 11">
                    <a:extLst>
                      <a:ext uri="{FF2B5EF4-FFF2-40B4-BE49-F238E27FC236}">
                        <a16:creationId xmlns:a16="http://schemas.microsoft.com/office/drawing/2014/main" id="{6C4BCE8F-63A7-A966-1363-B7CA57993693}"/>
                      </a:ext>
                    </a:extLst>
                  </p14:cNvPr>
                  <p14:cNvContentPartPr/>
                  <p14:nvPr/>
                </p14:nvContentPartPr>
                <p14:xfrm>
                  <a:off x="9884019" y="5461873"/>
                  <a:ext cx="236520" cy="270720"/>
                </p14:xfrm>
              </p:contentPart>
            </mc:Choice>
            <mc:Fallback xmlns="">
              <p:pic>
                <p:nvPicPr>
                  <p:cNvPr id="62" name="Ink 61">
                    <a:extLst>
                      <a:ext uri="{FF2B5EF4-FFF2-40B4-BE49-F238E27FC236}">
                        <a16:creationId xmlns:a16="http://schemas.microsoft.com/office/drawing/2014/main" id="{C582BE45-4009-F6F6-7940-22026B575DE0}"/>
                      </a:ext>
                    </a:extLst>
                  </p:cNvPr>
                  <p:cNvPicPr/>
                  <p:nvPr/>
                </p:nvPicPr>
                <p:blipFill>
                  <a:blip r:embed="rId78"/>
                  <a:stretch>
                    <a:fillRect/>
                  </a:stretch>
                </p:blipFill>
                <p:spPr>
                  <a:xfrm>
                    <a:off x="9866019" y="5443873"/>
                    <a:ext cx="272160" cy="3063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79">
                <p14:nvContentPartPr>
                  <p14:cNvPr id="18" name="Ink 17">
                    <a:extLst>
                      <a:ext uri="{FF2B5EF4-FFF2-40B4-BE49-F238E27FC236}">
                        <a16:creationId xmlns:a16="http://schemas.microsoft.com/office/drawing/2014/main" id="{1228C5F5-C974-B171-9183-71ABFB4D9867}"/>
                      </a:ext>
                    </a:extLst>
                  </p14:cNvPr>
                  <p14:cNvContentPartPr/>
                  <p14:nvPr/>
                </p14:nvContentPartPr>
                <p14:xfrm>
                  <a:off x="10399899" y="4857433"/>
                  <a:ext cx="501840" cy="744480"/>
                </p14:xfrm>
              </p:contentPart>
            </mc:Choice>
            <mc:Fallback xmlns="">
              <p:pic>
                <p:nvPicPr>
                  <p:cNvPr id="128" name="Ink 127">
                    <a:extLst>
                      <a:ext uri="{FF2B5EF4-FFF2-40B4-BE49-F238E27FC236}">
                        <a16:creationId xmlns:a16="http://schemas.microsoft.com/office/drawing/2014/main" id="{B357244C-A7E0-F15D-D75E-444042D3C8A1}"/>
                      </a:ext>
                    </a:extLst>
                  </p:cNvPr>
                  <p:cNvPicPr/>
                  <p:nvPr/>
                </p:nvPicPr>
                <p:blipFill>
                  <a:blip r:embed="rId80"/>
                  <a:stretch>
                    <a:fillRect/>
                  </a:stretch>
                </p:blipFill>
                <p:spPr>
                  <a:xfrm>
                    <a:off x="10381899" y="4839793"/>
                    <a:ext cx="537480" cy="780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1">
                <p14:nvContentPartPr>
                  <p14:cNvPr id="19" name="Ink 18">
                    <a:extLst>
                      <a:ext uri="{FF2B5EF4-FFF2-40B4-BE49-F238E27FC236}">
                        <a16:creationId xmlns:a16="http://schemas.microsoft.com/office/drawing/2014/main" id="{96C4A551-6141-BB65-C7E8-A2F59326A55D}"/>
                      </a:ext>
                    </a:extLst>
                  </p14:cNvPr>
                  <p14:cNvContentPartPr/>
                  <p14:nvPr/>
                </p14:nvContentPartPr>
                <p14:xfrm>
                  <a:off x="10460739" y="5775073"/>
                  <a:ext cx="26280" cy="151920"/>
                </p14:xfrm>
              </p:contentPart>
            </mc:Choice>
            <mc:Fallback xmlns="">
              <p:pic>
                <p:nvPicPr>
                  <p:cNvPr id="130" name="Ink 129">
                    <a:extLst>
                      <a:ext uri="{FF2B5EF4-FFF2-40B4-BE49-F238E27FC236}">
                        <a16:creationId xmlns:a16="http://schemas.microsoft.com/office/drawing/2014/main" id="{951038EA-3F81-3E9B-1AE6-6C58C8EAAFD2}"/>
                      </a:ext>
                    </a:extLst>
                  </p:cNvPr>
                  <p:cNvPicPr/>
                  <p:nvPr/>
                </p:nvPicPr>
                <p:blipFill>
                  <a:blip r:embed="rId82"/>
                  <a:stretch>
                    <a:fillRect/>
                  </a:stretch>
                </p:blipFill>
                <p:spPr>
                  <a:xfrm>
                    <a:off x="10442739" y="5757073"/>
                    <a:ext cx="61920" cy="1875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3">
                <p14:nvContentPartPr>
                  <p14:cNvPr id="20" name="Ink 19">
                    <a:extLst>
                      <a:ext uri="{FF2B5EF4-FFF2-40B4-BE49-F238E27FC236}">
                        <a16:creationId xmlns:a16="http://schemas.microsoft.com/office/drawing/2014/main" id="{30104DDB-4E45-BDB8-E255-7B48B06B5359}"/>
                      </a:ext>
                    </a:extLst>
                  </p14:cNvPr>
                  <p14:cNvContentPartPr/>
                  <p14:nvPr/>
                </p14:nvContentPartPr>
                <p14:xfrm>
                  <a:off x="10465419" y="5705593"/>
                  <a:ext cx="30960" cy="21600"/>
                </p14:xfrm>
              </p:contentPart>
            </mc:Choice>
            <mc:Fallback xmlns="">
              <p:pic>
                <p:nvPicPr>
                  <p:cNvPr id="131" name="Ink 130">
                    <a:extLst>
                      <a:ext uri="{FF2B5EF4-FFF2-40B4-BE49-F238E27FC236}">
                        <a16:creationId xmlns:a16="http://schemas.microsoft.com/office/drawing/2014/main" id="{E7F14F09-A6A1-C243-6C09-810D35F11C18}"/>
                      </a:ext>
                    </a:extLst>
                  </p:cNvPr>
                  <p:cNvPicPr/>
                  <p:nvPr/>
                </p:nvPicPr>
                <p:blipFill>
                  <a:blip r:embed="rId84"/>
                  <a:stretch>
                    <a:fillRect/>
                  </a:stretch>
                </p:blipFill>
                <p:spPr>
                  <a:xfrm>
                    <a:off x="10447419" y="5687593"/>
                    <a:ext cx="66600" cy="5724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5">
                <p14:nvContentPartPr>
                  <p14:cNvPr id="21" name="Ink 20">
                    <a:extLst>
                      <a:ext uri="{FF2B5EF4-FFF2-40B4-BE49-F238E27FC236}">
                        <a16:creationId xmlns:a16="http://schemas.microsoft.com/office/drawing/2014/main" id="{9D8E963C-BB5B-F011-D1DD-A1461F583E4A}"/>
                      </a:ext>
                    </a:extLst>
                  </p14:cNvPr>
                  <p14:cNvContentPartPr/>
                  <p14:nvPr/>
                </p14:nvContentPartPr>
                <p14:xfrm>
                  <a:off x="10599339" y="5804953"/>
                  <a:ext cx="122400" cy="22320"/>
                </p14:xfrm>
              </p:contentPart>
            </mc:Choice>
            <mc:Fallback xmlns="">
              <p:pic>
                <p:nvPicPr>
                  <p:cNvPr id="132" name="Ink 131">
                    <a:extLst>
                      <a:ext uri="{FF2B5EF4-FFF2-40B4-BE49-F238E27FC236}">
                        <a16:creationId xmlns:a16="http://schemas.microsoft.com/office/drawing/2014/main" id="{F82F6B9F-43AC-D135-D073-3B9EB29F1FAD}"/>
                      </a:ext>
                    </a:extLst>
                  </p:cNvPr>
                  <p:cNvPicPr/>
                  <p:nvPr/>
                </p:nvPicPr>
                <p:blipFill>
                  <a:blip r:embed="rId86"/>
                  <a:stretch>
                    <a:fillRect/>
                  </a:stretch>
                </p:blipFill>
                <p:spPr>
                  <a:xfrm>
                    <a:off x="10581339" y="5786953"/>
                    <a:ext cx="158040" cy="579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7">
                <p14:nvContentPartPr>
                  <p14:cNvPr id="22" name="Ink 21">
                    <a:extLst>
                      <a:ext uri="{FF2B5EF4-FFF2-40B4-BE49-F238E27FC236}">
                        <a16:creationId xmlns:a16="http://schemas.microsoft.com/office/drawing/2014/main" id="{D00AC053-9121-A6D3-73DA-4D9E9A8E9CEA}"/>
                      </a:ext>
                    </a:extLst>
                  </p14:cNvPr>
                  <p14:cNvContentPartPr/>
                  <p14:nvPr/>
                </p14:nvContentPartPr>
                <p14:xfrm>
                  <a:off x="10593219" y="5866153"/>
                  <a:ext cx="127800" cy="25560"/>
                </p14:xfrm>
              </p:contentPart>
            </mc:Choice>
            <mc:Fallback xmlns="">
              <p:pic>
                <p:nvPicPr>
                  <p:cNvPr id="133" name="Ink 132">
                    <a:extLst>
                      <a:ext uri="{FF2B5EF4-FFF2-40B4-BE49-F238E27FC236}">
                        <a16:creationId xmlns:a16="http://schemas.microsoft.com/office/drawing/2014/main" id="{13ED794A-E772-CD62-E5A6-3EFFD1B74F9E}"/>
                      </a:ext>
                    </a:extLst>
                  </p:cNvPr>
                  <p:cNvPicPr/>
                  <p:nvPr/>
                </p:nvPicPr>
                <p:blipFill>
                  <a:blip r:embed="rId88"/>
                  <a:stretch>
                    <a:fillRect/>
                  </a:stretch>
                </p:blipFill>
                <p:spPr>
                  <a:xfrm>
                    <a:off x="10575579" y="5848513"/>
                    <a:ext cx="163440" cy="612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89">
                <p14:nvContentPartPr>
                  <p14:cNvPr id="23" name="Ink 22">
                    <a:extLst>
                      <a:ext uri="{FF2B5EF4-FFF2-40B4-BE49-F238E27FC236}">
                        <a16:creationId xmlns:a16="http://schemas.microsoft.com/office/drawing/2014/main" id="{0F2CD110-A9BC-FA05-74EC-055064CA4940}"/>
                      </a:ext>
                    </a:extLst>
                  </p14:cNvPr>
                  <p14:cNvContentPartPr/>
                  <p14:nvPr/>
                </p14:nvContentPartPr>
                <p14:xfrm>
                  <a:off x="10805619" y="5736913"/>
                  <a:ext cx="30240" cy="226440"/>
                </p14:xfrm>
              </p:contentPart>
            </mc:Choice>
            <mc:Fallback xmlns="">
              <p:pic>
                <p:nvPicPr>
                  <p:cNvPr id="134" name="Ink 133">
                    <a:extLst>
                      <a:ext uri="{FF2B5EF4-FFF2-40B4-BE49-F238E27FC236}">
                        <a16:creationId xmlns:a16="http://schemas.microsoft.com/office/drawing/2014/main" id="{4D84E384-E672-AA73-1A79-9ECC807AC420}"/>
                      </a:ext>
                    </a:extLst>
                  </p:cNvPr>
                  <p:cNvPicPr/>
                  <p:nvPr/>
                </p:nvPicPr>
                <p:blipFill>
                  <a:blip r:embed="rId90"/>
                  <a:stretch>
                    <a:fillRect/>
                  </a:stretch>
                </p:blipFill>
                <p:spPr>
                  <a:xfrm>
                    <a:off x="10787619" y="5718913"/>
                    <a:ext cx="65880" cy="262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1">
                <p14:nvContentPartPr>
                  <p14:cNvPr id="24" name="Ink 23">
                    <a:extLst>
                      <a:ext uri="{FF2B5EF4-FFF2-40B4-BE49-F238E27FC236}">
                        <a16:creationId xmlns:a16="http://schemas.microsoft.com/office/drawing/2014/main" id="{2F10EE69-16FC-A0B8-2C4F-2C2CC0BA6477}"/>
                      </a:ext>
                    </a:extLst>
                  </p14:cNvPr>
                  <p14:cNvContentPartPr/>
                  <p14:nvPr/>
                </p14:nvContentPartPr>
                <p14:xfrm>
                  <a:off x="10588899" y="4558633"/>
                  <a:ext cx="214920" cy="227520"/>
                </p14:xfrm>
              </p:contentPart>
            </mc:Choice>
            <mc:Fallback xmlns="">
              <p:pic>
                <p:nvPicPr>
                  <p:cNvPr id="135" name="Ink 134">
                    <a:extLst>
                      <a:ext uri="{FF2B5EF4-FFF2-40B4-BE49-F238E27FC236}">
                        <a16:creationId xmlns:a16="http://schemas.microsoft.com/office/drawing/2014/main" id="{E0B1CEC3-EA27-8714-48C5-14E31AD99652}"/>
                      </a:ext>
                    </a:extLst>
                  </p:cNvPr>
                  <p:cNvPicPr/>
                  <p:nvPr/>
                </p:nvPicPr>
                <p:blipFill>
                  <a:blip r:embed="rId92"/>
                  <a:stretch>
                    <a:fillRect/>
                  </a:stretch>
                </p:blipFill>
                <p:spPr>
                  <a:xfrm>
                    <a:off x="10570899" y="4540633"/>
                    <a:ext cx="250560" cy="263160"/>
                  </a:xfrm>
                  <a:prstGeom prst="rect">
                    <a:avLst/>
                  </a:prstGeom>
                </p:spPr>
              </p:pic>
            </mc:Fallback>
          </mc:AlternateContent>
        </p:grpSp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00CB87C7-0F33-9810-223A-3BBA26953A59}"/>
                </a:ext>
              </a:extLst>
            </p:cNvPr>
            <p:cNvGrpSpPr/>
            <p:nvPr/>
          </p:nvGrpSpPr>
          <p:grpSpPr>
            <a:xfrm>
              <a:off x="11035299" y="5052913"/>
              <a:ext cx="735840" cy="469800"/>
              <a:chOff x="11035299" y="5052913"/>
              <a:chExt cx="735840" cy="46980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93">
                <p14:nvContentPartPr>
                  <p14:cNvPr id="26" name="Ink 25">
                    <a:extLst>
                      <a:ext uri="{FF2B5EF4-FFF2-40B4-BE49-F238E27FC236}">
                        <a16:creationId xmlns:a16="http://schemas.microsoft.com/office/drawing/2014/main" id="{7DF1EA0A-92E1-32E7-2413-9473D1CF7CE6}"/>
                      </a:ext>
                    </a:extLst>
                  </p14:cNvPr>
                  <p14:cNvContentPartPr/>
                  <p14:nvPr/>
                </p14:nvContentPartPr>
                <p14:xfrm>
                  <a:off x="11035299" y="5140753"/>
                  <a:ext cx="135000" cy="245520"/>
                </p14:xfrm>
              </p:contentPart>
            </mc:Choice>
            <mc:Fallback xmlns="">
              <p:pic>
                <p:nvPicPr>
                  <p:cNvPr id="137" name="Ink 136">
                    <a:extLst>
                      <a:ext uri="{FF2B5EF4-FFF2-40B4-BE49-F238E27FC236}">
                        <a16:creationId xmlns:a16="http://schemas.microsoft.com/office/drawing/2014/main" id="{1C0B5351-E854-F97A-9DD4-A5E2968A349D}"/>
                      </a:ext>
                    </a:extLst>
                  </p:cNvPr>
                  <p:cNvPicPr/>
                  <p:nvPr/>
                </p:nvPicPr>
                <p:blipFill>
                  <a:blip r:embed="rId94"/>
                  <a:stretch>
                    <a:fillRect/>
                  </a:stretch>
                </p:blipFill>
                <p:spPr>
                  <a:xfrm>
                    <a:off x="11017299" y="5123113"/>
                    <a:ext cx="170640" cy="2811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5">
                <p14:nvContentPartPr>
                  <p14:cNvPr id="27" name="Ink 26">
                    <a:extLst>
                      <a:ext uri="{FF2B5EF4-FFF2-40B4-BE49-F238E27FC236}">
                        <a16:creationId xmlns:a16="http://schemas.microsoft.com/office/drawing/2014/main" id="{902FEEE6-894B-8DDE-2780-4115190FB345}"/>
                      </a:ext>
                    </a:extLst>
                  </p14:cNvPr>
                  <p14:cNvContentPartPr/>
                  <p14:nvPr/>
                </p14:nvContentPartPr>
                <p14:xfrm>
                  <a:off x="11258499" y="5377273"/>
                  <a:ext cx="45720" cy="145440"/>
                </p14:xfrm>
              </p:contentPart>
            </mc:Choice>
            <mc:Fallback xmlns="">
              <p:pic>
                <p:nvPicPr>
                  <p:cNvPr id="138" name="Ink 137">
                    <a:extLst>
                      <a:ext uri="{FF2B5EF4-FFF2-40B4-BE49-F238E27FC236}">
                        <a16:creationId xmlns:a16="http://schemas.microsoft.com/office/drawing/2014/main" id="{6F0F127B-FADC-5B33-FFF1-718BF70EC972}"/>
                      </a:ext>
                    </a:extLst>
                  </p:cNvPr>
                  <p:cNvPicPr/>
                  <p:nvPr/>
                </p:nvPicPr>
                <p:blipFill>
                  <a:blip r:embed="rId96"/>
                  <a:stretch>
                    <a:fillRect/>
                  </a:stretch>
                </p:blipFill>
                <p:spPr>
                  <a:xfrm>
                    <a:off x="11240499" y="5359633"/>
                    <a:ext cx="81360" cy="181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7">
                <p14:nvContentPartPr>
                  <p14:cNvPr id="28" name="Ink 27">
                    <a:extLst>
                      <a:ext uri="{FF2B5EF4-FFF2-40B4-BE49-F238E27FC236}">
                        <a16:creationId xmlns:a16="http://schemas.microsoft.com/office/drawing/2014/main" id="{73DFBEE3-54C6-8150-DBD5-16DDD98D02DA}"/>
                      </a:ext>
                    </a:extLst>
                  </p14:cNvPr>
                  <p14:cNvContentPartPr/>
                  <p14:nvPr/>
                </p14:nvContentPartPr>
                <p14:xfrm>
                  <a:off x="11272539" y="5280073"/>
                  <a:ext cx="12960" cy="23760"/>
                </p14:xfrm>
              </p:contentPart>
            </mc:Choice>
            <mc:Fallback xmlns="">
              <p:pic>
                <p:nvPicPr>
                  <p:cNvPr id="139" name="Ink 138">
                    <a:extLst>
                      <a:ext uri="{FF2B5EF4-FFF2-40B4-BE49-F238E27FC236}">
                        <a16:creationId xmlns:a16="http://schemas.microsoft.com/office/drawing/2014/main" id="{71FE41B3-8F21-C5DB-37D1-D66F55C1694B}"/>
                      </a:ext>
                    </a:extLst>
                  </p:cNvPr>
                  <p:cNvPicPr/>
                  <p:nvPr/>
                </p:nvPicPr>
                <p:blipFill>
                  <a:blip r:embed="rId98"/>
                  <a:stretch>
                    <a:fillRect/>
                  </a:stretch>
                </p:blipFill>
                <p:spPr>
                  <a:xfrm>
                    <a:off x="11254539" y="5262073"/>
                    <a:ext cx="48600" cy="59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99">
                <p14:nvContentPartPr>
                  <p14:cNvPr id="29" name="Ink 28">
                    <a:extLst>
                      <a:ext uri="{FF2B5EF4-FFF2-40B4-BE49-F238E27FC236}">
                        <a16:creationId xmlns:a16="http://schemas.microsoft.com/office/drawing/2014/main" id="{99FA8DCD-62FD-9B2D-019E-53FEDA18B231}"/>
                      </a:ext>
                    </a:extLst>
                  </p14:cNvPr>
                  <p14:cNvContentPartPr/>
                  <p14:nvPr/>
                </p14:nvContentPartPr>
                <p14:xfrm>
                  <a:off x="11450019" y="5052913"/>
                  <a:ext cx="109440" cy="395280"/>
                </p14:xfrm>
              </p:contentPart>
            </mc:Choice>
            <mc:Fallback xmlns="">
              <p:pic>
                <p:nvPicPr>
                  <p:cNvPr id="140" name="Ink 139">
                    <a:extLst>
                      <a:ext uri="{FF2B5EF4-FFF2-40B4-BE49-F238E27FC236}">
                        <a16:creationId xmlns:a16="http://schemas.microsoft.com/office/drawing/2014/main" id="{ED3AF57E-E82A-C1AC-F7BA-59288964CC1C}"/>
                      </a:ext>
                    </a:extLst>
                  </p:cNvPr>
                  <p:cNvPicPr/>
                  <p:nvPr/>
                </p:nvPicPr>
                <p:blipFill>
                  <a:blip r:embed="rId100"/>
                  <a:stretch>
                    <a:fillRect/>
                  </a:stretch>
                </p:blipFill>
                <p:spPr>
                  <a:xfrm>
                    <a:off x="11432019" y="5035273"/>
                    <a:ext cx="145080" cy="430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1">
                <p14:nvContentPartPr>
                  <p14:cNvPr id="30" name="Ink 29">
                    <a:extLst>
                      <a:ext uri="{FF2B5EF4-FFF2-40B4-BE49-F238E27FC236}">
                        <a16:creationId xmlns:a16="http://schemas.microsoft.com/office/drawing/2014/main" id="{0337EF08-9D41-6D68-BA59-0CE8304ACDF9}"/>
                      </a:ext>
                    </a:extLst>
                  </p14:cNvPr>
                  <p14:cNvContentPartPr/>
                  <p14:nvPr/>
                </p14:nvContentPartPr>
                <p14:xfrm>
                  <a:off x="11550819" y="5218153"/>
                  <a:ext cx="117720" cy="220680"/>
                </p14:xfrm>
              </p:contentPart>
            </mc:Choice>
            <mc:Fallback xmlns="">
              <p:pic>
                <p:nvPicPr>
                  <p:cNvPr id="141" name="Ink 140">
                    <a:extLst>
                      <a:ext uri="{FF2B5EF4-FFF2-40B4-BE49-F238E27FC236}">
                        <a16:creationId xmlns:a16="http://schemas.microsoft.com/office/drawing/2014/main" id="{FE25B9B0-6BAE-EF07-5CFE-DB3427AB43FE}"/>
                      </a:ext>
                    </a:extLst>
                  </p:cNvPr>
                  <p:cNvPicPr/>
                  <p:nvPr/>
                </p:nvPicPr>
                <p:blipFill>
                  <a:blip r:embed="rId102"/>
                  <a:stretch>
                    <a:fillRect/>
                  </a:stretch>
                </p:blipFill>
                <p:spPr>
                  <a:xfrm>
                    <a:off x="11532819" y="5200513"/>
                    <a:ext cx="153360" cy="2563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03">
                <p14:nvContentPartPr>
                  <p14:cNvPr id="31" name="Ink 30">
                    <a:extLst>
                      <a:ext uri="{FF2B5EF4-FFF2-40B4-BE49-F238E27FC236}">
                        <a16:creationId xmlns:a16="http://schemas.microsoft.com/office/drawing/2014/main" id="{7B6D3893-8BD2-3557-F34C-9E68CC839304}"/>
                      </a:ext>
                    </a:extLst>
                  </p14:cNvPr>
                  <p14:cNvContentPartPr/>
                  <p14:nvPr/>
                </p14:nvContentPartPr>
                <p14:xfrm>
                  <a:off x="11716059" y="5079553"/>
                  <a:ext cx="55080" cy="438840"/>
                </p14:xfrm>
              </p:contentPart>
            </mc:Choice>
            <mc:Fallback xmlns="">
              <p:pic>
                <p:nvPicPr>
                  <p:cNvPr id="142" name="Ink 141">
                    <a:extLst>
                      <a:ext uri="{FF2B5EF4-FFF2-40B4-BE49-F238E27FC236}">
                        <a16:creationId xmlns:a16="http://schemas.microsoft.com/office/drawing/2014/main" id="{A06EE5A2-EA47-73EC-5CEB-6384ED0A29F6}"/>
                      </a:ext>
                    </a:extLst>
                  </p:cNvPr>
                  <p:cNvPicPr/>
                  <p:nvPr/>
                </p:nvPicPr>
                <p:blipFill>
                  <a:blip r:embed="rId104"/>
                  <a:stretch>
                    <a:fillRect/>
                  </a:stretch>
                </p:blipFill>
                <p:spPr>
                  <a:xfrm>
                    <a:off x="11698419" y="5061553"/>
                    <a:ext cx="90720" cy="474480"/>
                  </a:xfrm>
                  <a:prstGeom prst="rect">
                    <a:avLst/>
                  </a:prstGeom>
                </p:spPr>
              </p:pic>
            </mc:Fallback>
          </mc:AlternateContent>
        </p:grpSp>
        <mc:AlternateContent xmlns:mc="http://schemas.openxmlformats.org/markup-compatibility/2006" xmlns:p14="http://schemas.microsoft.com/office/powerpoint/2010/main">
          <mc:Choice Requires="p14">
            <p:contentPart p14:bwMode="auto" r:id="rId105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84F525F-E24F-53F2-1828-EE6DF3772E2F}"/>
                    </a:ext>
                  </a:extLst>
                </p14:cNvPr>
                <p14:cNvContentPartPr/>
                <p14:nvPr/>
              </p14:nvContentPartPr>
              <p14:xfrm>
                <a:off x="9346539" y="4389433"/>
                <a:ext cx="77400" cy="3420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BDF44944-2237-3E10-A25C-4DD311289A79}"/>
                    </a:ext>
                  </a:extLst>
                </p:cNvPr>
                <p:cNvPicPr/>
                <p:nvPr/>
              </p:nvPicPr>
              <p:blipFill>
                <a:blip r:embed="rId106"/>
                <a:stretch>
                  <a:fillRect/>
                </a:stretch>
              </p:blipFill>
              <p:spPr>
                <a:xfrm>
                  <a:off x="9318291" y="4355772"/>
                  <a:ext cx="133331" cy="40865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7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266C4B7-24B2-6C56-BF4B-B09CAE3338B8}"/>
                    </a:ext>
                  </a:extLst>
                </p14:cNvPr>
                <p14:cNvContentPartPr/>
                <p14:nvPr/>
              </p14:nvContentPartPr>
              <p14:xfrm>
                <a:off x="9309819" y="4362073"/>
                <a:ext cx="274680" cy="327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23EC2E60-D3AA-E9BB-7948-E7833A2F0311}"/>
                    </a:ext>
                  </a:extLst>
                </p:cNvPr>
                <p:cNvPicPr/>
                <p:nvPr/>
              </p:nvPicPr>
              <p:blipFill>
                <a:blip r:embed="rId108"/>
                <a:stretch>
                  <a:fillRect/>
                </a:stretch>
              </p:blipFill>
              <p:spPr>
                <a:xfrm>
                  <a:off x="9281443" y="4328402"/>
                  <a:ext cx="330865" cy="3946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9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D0FF7571-D5D2-F952-A7ED-92D27507D3B1}"/>
                    </a:ext>
                  </a:extLst>
                </p14:cNvPr>
                <p14:cNvContentPartPr/>
                <p14:nvPr/>
              </p14:nvContentPartPr>
              <p14:xfrm>
                <a:off x="9583059" y="4472233"/>
                <a:ext cx="158760" cy="2016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A83B7A7-EC2E-E7CF-DFF3-8DD8677DF053}"/>
                    </a:ext>
                  </a:extLst>
                </p:cNvPr>
                <p:cNvPicPr/>
                <p:nvPr/>
              </p:nvPicPr>
              <p:blipFill>
                <a:blip r:embed="rId110"/>
                <a:stretch>
                  <a:fillRect/>
                </a:stretch>
              </p:blipFill>
              <p:spPr>
                <a:xfrm>
                  <a:off x="9554709" y="4438633"/>
                  <a:ext cx="214893" cy="268128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1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6548EA6-166A-0FBF-3DC5-FA7AA97BD79B}"/>
                    </a:ext>
                  </a:extLst>
                </p14:cNvPr>
                <p14:cNvContentPartPr/>
                <p14:nvPr/>
              </p14:nvContentPartPr>
              <p14:xfrm>
                <a:off x="9788259" y="4468633"/>
                <a:ext cx="200880" cy="1404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F0B31749-BBD2-50C3-62EA-C051C4B63D0F}"/>
                    </a:ext>
                  </a:extLst>
                </p:cNvPr>
                <p:cNvPicPr/>
                <p:nvPr/>
              </p:nvPicPr>
              <p:blipFill>
                <a:blip r:embed="rId112"/>
                <a:stretch>
                  <a:fillRect/>
                </a:stretch>
              </p:blipFill>
              <p:spPr>
                <a:xfrm>
                  <a:off x="9759886" y="4435044"/>
                  <a:ext cx="257058" cy="20690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3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E1CCDD4-122F-5FEB-D291-2EDEC372DBFB}"/>
                    </a:ext>
                  </a:extLst>
                </p14:cNvPr>
                <p14:cNvContentPartPr/>
                <p14:nvPr/>
              </p14:nvContentPartPr>
              <p14:xfrm>
                <a:off x="10021179" y="4170193"/>
                <a:ext cx="324360" cy="3603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E06490F-D3C4-0828-7DA9-9BF27CA9A1C9}"/>
                    </a:ext>
                  </a:extLst>
                </p:cNvPr>
                <p:cNvPicPr/>
                <p:nvPr/>
              </p:nvPicPr>
              <p:blipFill>
                <a:blip r:embed="rId114"/>
                <a:stretch>
                  <a:fillRect/>
                </a:stretch>
              </p:blipFill>
              <p:spPr>
                <a:xfrm>
                  <a:off x="9992776" y="4136514"/>
                  <a:ext cx="380598" cy="42704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5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2E5A39D1-D64C-79CF-175A-E150C43ABBD8}"/>
                    </a:ext>
                  </a:extLst>
                </p14:cNvPr>
                <p14:cNvContentPartPr/>
                <p14:nvPr/>
              </p14:nvContentPartPr>
              <p14:xfrm>
                <a:off x="10501779" y="4018633"/>
                <a:ext cx="453960" cy="3301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F04F5A1-B1EC-B998-14B1-ADEBD00BC11A}"/>
                    </a:ext>
                  </a:extLst>
                </p:cNvPr>
                <p:cNvPicPr/>
                <p:nvPr/>
              </p:nvPicPr>
              <p:blipFill>
                <a:blip r:embed="rId116"/>
                <a:stretch>
                  <a:fillRect/>
                </a:stretch>
              </p:blipFill>
              <p:spPr>
                <a:xfrm>
                  <a:off x="10473406" y="3985016"/>
                  <a:ext cx="510138" cy="3966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7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51330EB-BA5B-181A-A0A7-686ECBA16F92}"/>
                    </a:ext>
                  </a:extLst>
                </p14:cNvPr>
                <p14:cNvContentPartPr/>
                <p14:nvPr/>
              </p14:nvContentPartPr>
              <p14:xfrm>
                <a:off x="10916859" y="3874993"/>
                <a:ext cx="232560" cy="3816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D2FA4AB-CBC7-5647-0950-47CA187A75A7}"/>
                    </a:ext>
                  </a:extLst>
                </p:cNvPr>
                <p:cNvPicPr/>
                <p:nvPr/>
              </p:nvPicPr>
              <p:blipFill>
                <a:blip r:embed="rId118"/>
                <a:stretch>
                  <a:fillRect/>
                </a:stretch>
              </p:blipFill>
              <p:spPr>
                <a:xfrm>
                  <a:off x="10888498" y="3841342"/>
                  <a:ext cx="288715" cy="448229"/>
                </a:xfrm>
                <a:prstGeom prst="rect">
                  <a:avLst/>
                </a:prstGeom>
              </p:spPr>
            </p:pic>
          </mc:Fallback>
        </mc:AlternateContent>
        <p:grpSp>
          <p:nvGrpSpPr>
            <p:cNvPr id="39" name="Group 38">
              <a:extLst>
                <a:ext uri="{FF2B5EF4-FFF2-40B4-BE49-F238E27FC236}">
                  <a16:creationId xmlns:a16="http://schemas.microsoft.com/office/drawing/2014/main" id="{26779F89-5E92-C316-1D92-1286B03E7A6C}"/>
                </a:ext>
              </a:extLst>
            </p:cNvPr>
            <p:cNvGrpSpPr/>
            <p:nvPr/>
          </p:nvGrpSpPr>
          <p:grpSpPr>
            <a:xfrm>
              <a:off x="11352459" y="3831793"/>
              <a:ext cx="742320" cy="344160"/>
              <a:chOff x="11352459" y="3831793"/>
              <a:chExt cx="742320" cy="344160"/>
            </a:xfrm>
          </p:grpSpPr>
          <mc:AlternateContent xmlns:mc="http://schemas.openxmlformats.org/markup-compatibility/2006" xmlns:p14="http://schemas.microsoft.com/office/powerpoint/2010/main">
            <mc:Choice Requires="p14">
              <p:contentPart p14:bwMode="auto" r:id="rId119">
                <p14:nvContentPartPr>
                  <p14:cNvPr id="40" name="Ink 39">
                    <a:extLst>
                      <a:ext uri="{FF2B5EF4-FFF2-40B4-BE49-F238E27FC236}">
                        <a16:creationId xmlns:a16="http://schemas.microsoft.com/office/drawing/2014/main" id="{C5921AC9-179B-2CD9-52A6-5E42FDBDD57B}"/>
                      </a:ext>
                    </a:extLst>
                  </p14:cNvPr>
                  <p14:cNvContentPartPr/>
                  <p14:nvPr/>
                </p14:nvContentPartPr>
                <p14:xfrm>
                  <a:off x="11352459" y="3831793"/>
                  <a:ext cx="172800" cy="339480"/>
                </p14:xfrm>
              </p:contentPart>
            </mc:Choice>
            <mc:Fallback xmlns="">
              <p:pic>
                <p:nvPicPr>
                  <p:cNvPr id="164" name="Ink 163">
                    <a:extLst>
                      <a:ext uri="{FF2B5EF4-FFF2-40B4-BE49-F238E27FC236}">
                        <a16:creationId xmlns:a16="http://schemas.microsoft.com/office/drawing/2014/main" id="{DF94B5A8-7AF7-E5A3-C9DB-8D55459AD517}"/>
                      </a:ext>
                    </a:extLst>
                  </p:cNvPr>
                  <p:cNvPicPr/>
                  <p:nvPr/>
                </p:nvPicPr>
                <p:blipFill>
                  <a:blip r:embed="rId166"/>
                  <a:stretch>
                    <a:fillRect/>
                  </a:stretch>
                </p:blipFill>
                <p:spPr>
                  <a:xfrm>
                    <a:off x="11334819" y="3814153"/>
                    <a:ext cx="208440" cy="3751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7">
                <p14:nvContentPartPr>
                  <p14:cNvPr id="41" name="Ink 40">
                    <a:extLst>
                      <a:ext uri="{FF2B5EF4-FFF2-40B4-BE49-F238E27FC236}">
                        <a16:creationId xmlns:a16="http://schemas.microsoft.com/office/drawing/2014/main" id="{A44275DB-8E89-0EBD-C175-E132ACBC2C85}"/>
                      </a:ext>
                    </a:extLst>
                  </p14:cNvPr>
                  <p14:cNvContentPartPr/>
                  <p14:nvPr/>
                </p14:nvContentPartPr>
                <p14:xfrm>
                  <a:off x="11583219" y="4023673"/>
                  <a:ext cx="59040" cy="152280"/>
                </p14:xfrm>
              </p:contentPart>
            </mc:Choice>
            <mc:Fallback xmlns="">
              <p:pic>
                <p:nvPicPr>
                  <p:cNvPr id="165" name="Ink 164">
                    <a:extLst>
                      <a:ext uri="{FF2B5EF4-FFF2-40B4-BE49-F238E27FC236}">
                        <a16:creationId xmlns:a16="http://schemas.microsoft.com/office/drawing/2014/main" id="{F6F30440-F3A4-C838-3951-4BDCA2442428}"/>
                      </a:ext>
                    </a:extLst>
                  </p:cNvPr>
                  <p:cNvPicPr/>
                  <p:nvPr/>
                </p:nvPicPr>
                <p:blipFill>
                  <a:blip r:embed="rId168"/>
                  <a:stretch>
                    <a:fillRect/>
                  </a:stretch>
                </p:blipFill>
                <p:spPr>
                  <a:xfrm>
                    <a:off x="11565579" y="4006033"/>
                    <a:ext cx="94680" cy="18792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69">
                <p14:nvContentPartPr>
                  <p14:cNvPr id="46" name="Ink 45">
                    <a:extLst>
                      <a:ext uri="{FF2B5EF4-FFF2-40B4-BE49-F238E27FC236}">
                        <a16:creationId xmlns:a16="http://schemas.microsoft.com/office/drawing/2014/main" id="{AD430704-B033-47F8-8B70-D954C494EA4E}"/>
                      </a:ext>
                    </a:extLst>
                  </p14:cNvPr>
                  <p14:cNvContentPartPr/>
                  <p14:nvPr/>
                </p14:nvContentPartPr>
                <p14:xfrm>
                  <a:off x="11566659" y="3928993"/>
                  <a:ext cx="49680" cy="77760"/>
                </p14:xfrm>
              </p:contentPart>
            </mc:Choice>
            <mc:Fallback xmlns="">
              <p:pic>
                <p:nvPicPr>
                  <p:cNvPr id="166" name="Ink 165">
                    <a:extLst>
                      <a:ext uri="{FF2B5EF4-FFF2-40B4-BE49-F238E27FC236}">
                        <a16:creationId xmlns:a16="http://schemas.microsoft.com/office/drawing/2014/main" id="{A3C37E32-E17F-6633-E2D1-D32A6937D6FD}"/>
                      </a:ext>
                    </a:extLst>
                  </p:cNvPr>
                  <p:cNvPicPr/>
                  <p:nvPr/>
                </p:nvPicPr>
                <p:blipFill>
                  <a:blip r:embed="rId170"/>
                  <a:stretch>
                    <a:fillRect/>
                  </a:stretch>
                </p:blipFill>
                <p:spPr>
                  <a:xfrm>
                    <a:off x="11549019" y="3911353"/>
                    <a:ext cx="85320" cy="1134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1">
                <p14:nvContentPartPr>
                  <p14:cNvPr id="49" name="Ink 48">
                    <a:extLst>
                      <a:ext uri="{FF2B5EF4-FFF2-40B4-BE49-F238E27FC236}">
                        <a16:creationId xmlns:a16="http://schemas.microsoft.com/office/drawing/2014/main" id="{93ECC22C-F700-EC08-443C-F0CE19C2D714}"/>
                      </a:ext>
                    </a:extLst>
                  </p14:cNvPr>
                  <p14:cNvContentPartPr/>
                  <p14:nvPr/>
                </p14:nvContentPartPr>
                <p14:xfrm>
                  <a:off x="11711739" y="3997033"/>
                  <a:ext cx="178920" cy="162360"/>
                </p14:xfrm>
              </p:contentPart>
            </mc:Choice>
            <mc:Fallback xmlns="">
              <p:pic>
                <p:nvPicPr>
                  <p:cNvPr id="167" name="Ink 166">
                    <a:extLst>
                      <a:ext uri="{FF2B5EF4-FFF2-40B4-BE49-F238E27FC236}">
                        <a16:creationId xmlns:a16="http://schemas.microsoft.com/office/drawing/2014/main" id="{BF19BAF6-4B20-AE92-BE4E-5D3C00312B3E}"/>
                      </a:ext>
                    </a:extLst>
                  </p:cNvPr>
                  <p:cNvPicPr/>
                  <p:nvPr/>
                </p:nvPicPr>
                <p:blipFill>
                  <a:blip r:embed="rId172"/>
                  <a:stretch>
                    <a:fillRect/>
                  </a:stretch>
                </p:blipFill>
                <p:spPr>
                  <a:xfrm>
                    <a:off x="11693739" y="3979393"/>
                    <a:ext cx="214560" cy="19800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3">
                <p14:nvContentPartPr>
                  <p14:cNvPr id="51" name="Ink 50">
                    <a:extLst>
                      <a:ext uri="{FF2B5EF4-FFF2-40B4-BE49-F238E27FC236}">
                        <a16:creationId xmlns:a16="http://schemas.microsoft.com/office/drawing/2014/main" id="{956A6AA9-7B8E-457B-427E-EC66E77DD6EE}"/>
                      </a:ext>
                    </a:extLst>
                  </p14:cNvPr>
                  <p14:cNvContentPartPr/>
                  <p14:nvPr/>
                </p14:nvContentPartPr>
                <p14:xfrm>
                  <a:off x="11913699" y="4037713"/>
                  <a:ext cx="99000" cy="87120"/>
                </p14:xfrm>
              </p:contentPart>
            </mc:Choice>
            <mc:Fallback xmlns="">
              <p:pic>
                <p:nvPicPr>
                  <p:cNvPr id="168" name="Ink 167">
                    <a:extLst>
                      <a:ext uri="{FF2B5EF4-FFF2-40B4-BE49-F238E27FC236}">
                        <a16:creationId xmlns:a16="http://schemas.microsoft.com/office/drawing/2014/main" id="{1C59FDA9-4CF6-3D97-86A8-BEFE2883C15E}"/>
                      </a:ext>
                    </a:extLst>
                  </p:cNvPr>
                  <p:cNvPicPr/>
                  <p:nvPr/>
                </p:nvPicPr>
                <p:blipFill>
                  <a:blip r:embed="rId174"/>
                  <a:stretch>
                    <a:fillRect/>
                  </a:stretch>
                </p:blipFill>
                <p:spPr>
                  <a:xfrm>
                    <a:off x="11895699" y="4020073"/>
                    <a:ext cx="134640" cy="12276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5">
                <p14:nvContentPartPr>
                  <p14:cNvPr id="55" name="Ink 54">
                    <a:extLst>
                      <a:ext uri="{FF2B5EF4-FFF2-40B4-BE49-F238E27FC236}">
                        <a16:creationId xmlns:a16="http://schemas.microsoft.com/office/drawing/2014/main" id="{9AE10449-2567-B9B5-2C3B-3EEBAD91626C}"/>
                      </a:ext>
                    </a:extLst>
                  </p14:cNvPr>
                  <p14:cNvContentPartPr/>
                  <p14:nvPr/>
                </p14:nvContentPartPr>
                <p14:xfrm>
                  <a:off x="12060939" y="4102513"/>
                  <a:ext cx="33840" cy="28440"/>
                </p14:xfrm>
              </p:contentPart>
            </mc:Choice>
            <mc:Fallback xmlns="">
              <p:pic>
                <p:nvPicPr>
                  <p:cNvPr id="169" name="Ink 168">
                    <a:extLst>
                      <a:ext uri="{FF2B5EF4-FFF2-40B4-BE49-F238E27FC236}">
                        <a16:creationId xmlns:a16="http://schemas.microsoft.com/office/drawing/2014/main" id="{2D54F1F9-86A1-6678-A181-1319235F16DD}"/>
                      </a:ext>
                    </a:extLst>
                  </p:cNvPr>
                  <p:cNvPicPr/>
                  <p:nvPr/>
                </p:nvPicPr>
                <p:blipFill>
                  <a:blip r:embed="rId176"/>
                  <a:stretch>
                    <a:fillRect/>
                  </a:stretch>
                </p:blipFill>
                <p:spPr>
                  <a:xfrm>
                    <a:off x="12043299" y="4084513"/>
                    <a:ext cx="69480" cy="64080"/>
                  </a:xfrm>
                  <a:prstGeom prst="rect">
                    <a:avLst/>
                  </a:prstGeom>
                </p:spPr>
              </p:pic>
            </mc:Fallback>
          </mc:AlternateContent>
          <mc:AlternateContent xmlns:mc="http://schemas.openxmlformats.org/markup-compatibility/2006" xmlns:p14="http://schemas.microsoft.com/office/powerpoint/2010/main">
            <mc:Choice Requires="p14">
              <p:contentPart p14:bwMode="auto" r:id="rId177">
                <p14:nvContentPartPr>
                  <p14:cNvPr id="56" name="Ink 55">
                    <a:extLst>
                      <a:ext uri="{FF2B5EF4-FFF2-40B4-BE49-F238E27FC236}">
                        <a16:creationId xmlns:a16="http://schemas.microsoft.com/office/drawing/2014/main" id="{0DDC77C9-8EC3-DFD7-D3BA-139D90348C99}"/>
                      </a:ext>
                    </a:extLst>
                  </p14:cNvPr>
                  <p14:cNvContentPartPr/>
                  <p14:nvPr/>
                </p14:nvContentPartPr>
                <p14:xfrm>
                  <a:off x="11902179" y="4042393"/>
                  <a:ext cx="115920" cy="100440"/>
                </p14:xfrm>
              </p:contentPart>
            </mc:Choice>
            <mc:Fallback xmlns="">
              <p:pic>
                <p:nvPicPr>
                  <p:cNvPr id="171" name="Ink 170">
                    <a:extLst>
                      <a:ext uri="{FF2B5EF4-FFF2-40B4-BE49-F238E27FC236}">
                        <a16:creationId xmlns:a16="http://schemas.microsoft.com/office/drawing/2014/main" id="{1AF59291-F3EE-00E3-6FFE-98A20A86A8BF}"/>
                      </a:ext>
                    </a:extLst>
                  </p:cNvPr>
                  <p:cNvPicPr/>
                  <p:nvPr/>
                </p:nvPicPr>
                <p:blipFill>
                  <a:blip r:embed="rId178"/>
                  <a:stretch>
                    <a:fillRect/>
                  </a:stretch>
                </p:blipFill>
                <p:spPr>
                  <a:xfrm>
                    <a:off x="11884179" y="4024753"/>
                    <a:ext cx="151560" cy="136080"/>
                  </a:xfrm>
                  <a:prstGeom prst="rect">
                    <a:avLst/>
                  </a:prstGeom>
                </p:spPr>
              </p:pic>
            </mc:Fallback>
          </mc:AlternateContent>
        </p:grpSp>
      </p:grpSp>
      <p:sp>
        <p:nvSpPr>
          <p:cNvPr id="58" name="TextBox 57">
            <a:extLst>
              <a:ext uri="{FF2B5EF4-FFF2-40B4-BE49-F238E27FC236}">
                <a16:creationId xmlns:a16="http://schemas.microsoft.com/office/drawing/2014/main" id="{61AA5D4B-8680-66CC-5931-1445FD960872}"/>
              </a:ext>
            </a:extLst>
          </p:cNvPr>
          <p:cNvSpPr txBox="1"/>
          <p:nvPr/>
        </p:nvSpPr>
        <p:spPr>
          <a:xfrm>
            <a:off x="1499329" y="6220374"/>
            <a:ext cx="15897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/>
              <a:t>Method</a:t>
            </a:r>
            <a:endParaRPr 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CA53B03A-ECED-24A0-708E-85C9072CE945}"/>
              </a:ext>
            </a:extLst>
          </p:cNvPr>
          <p:cNvSpPr txBox="1"/>
          <p:nvPr/>
        </p:nvSpPr>
        <p:spPr>
          <a:xfrm>
            <a:off x="3352911" y="6220374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Tree search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376C655-BA65-833C-377F-40705893168B}"/>
              </a:ext>
            </a:extLst>
          </p:cNvPr>
          <p:cNvSpPr txBox="1"/>
          <p:nvPr/>
        </p:nvSpPr>
        <p:spPr>
          <a:xfrm>
            <a:off x="4999962" y="6112652"/>
            <a:ext cx="122747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Code + cutoff search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90208D3F-559D-E8B3-B833-24DBBE878AE8}"/>
              </a:ext>
            </a:extLst>
          </p:cNvPr>
          <p:cNvSpPr txBox="1"/>
          <p:nvPr/>
        </p:nvSpPr>
        <p:spPr>
          <a:xfrm>
            <a:off x="6612046" y="6220374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Simulation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32AED2A1-8AD6-EB63-4D73-82E17C333E5D}"/>
              </a:ext>
            </a:extLst>
          </p:cNvPr>
          <p:cNvSpPr txBox="1"/>
          <p:nvPr/>
        </p:nvSpPr>
        <p:spPr>
          <a:xfrm>
            <a:off x="6652375" y="2994752"/>
            <a:ext cx="11468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0.634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E854511F-6D8D-4383-3995-3B17D23D4227}"/>
              </a:ext>
            </a:extLst>
          </p:cNvPr>
          <p:cNvSpPr txBox="1"/>
          <p:nvPr/>
        </p:nvSpPr>
        <p:spPr>
          <a:xfrm>
            <a:off x="6668035" y="3963726"/>
            <a:ext cx="11155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-0.021</a:t>
            </a:r>
          </a:p>
        </p:txBody>
      </p:sp>
    </p:spTree>
    <p:extLst>
      <p:ext uri="{BB962C8B-B14F-4D97-AF65-F5344CB8AC3E}">
        <p14:creationId xmlns:p14="http://schemas.microsoft.com/office/powerpoint/2010/main" val="2500892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61" grpId="0" animBg="1"/>
      <p:bldP spid="62" grpId="0"/>
      <p:bldP spid="12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94FF1-691A-5E02-6114-1B9F91436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34D206A-D85D-D9E4-6AC2-0921A44C63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461856"/>
                  </p:ext>
                </p:extLst>
              </p:nvPr>
            </p:nvGraphicFramePr>
            <p:xfrm>
              <a:off x="1499368" y="1583490"/>
              <a:ext cx="8128000" cy="36497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7523171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8302918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86940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594860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21157299"/>
                        </a:ext>
                      </a:extLst>
                    </a:gridCol>
                  </a:tblGrid>
                  <a:tr h="1059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State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𝑚𝑖𝑛𝑖𝑚𝑎𝑥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Expert code</a:t>
                          </a:r>
                          <a:endParaRPr lang="en-US" sz="1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𝑒𝑣𝑎𝑙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Monte Carlo simulation</a:t>
                          </a:r>
                          <a:endParaRPr lang="en-US" sz="1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𝑒𝑣𝑎𝑙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Machine Learning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311786"/>
                      </a:ext>
                    </a:extLst>
                  </a:tr>
                  <a:tr h="1019219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0.634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936605"/>
                      </a:ext>
                    </a:extLst>
                  </a:tr>
                  <a:tr h="1023457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918322"/>
                      </a:ext>
                    </a:extLst>
                  </a:tr>
                  <a:tr h="5349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62585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F34D206A-D85D-D9E4-6AC2-0921A44C6307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0461856"/>
                  </p:ext>
                </p:extLst>
              </p:nvPr>
            </p:nvGraphicFramePr>
            <p:xfrm>
              <a:off x="1499368" y="1583490"/>
              <a:ext cx="8128000" cy="3654994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7523171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8302918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86940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594860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21157299"/>
                        </a:ext>
                      </a:extLst>
                    </a:gridCol>
                  </a:tblGrid>
                  <a:tr h="1059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5" t="-2299" r="-401498" b="-264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2299" r="-301498" b="-264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75" t="-2299" r="-201498" b="-264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375" t="-2299" r="-101498" b="-26436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375" t="-2299" r="-1498" b="-26436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5311786"/>
                      </a:ext>
                    </a:extLst>
                  </a:tr>
                  <a:tr h="1019219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0.634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936605"/>
                      </a:ext>
                    </a:extLst>
                  </a:tr>
                  <a:tr h="1023457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918322"/>
                      </a:ext>
                    </a:extLst>
                  </a:tr>
                  <a:tr h="553276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6258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E8B1472F-3577-7AE5-F4B8-4165F79489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872" y="200533"/>
            <a:ext cx="10515600" cy="1325563"/>
          </a:xfrm>
        </p:spPr>
        <p:txBody>
          <a:bodyPr/>
          <a:lstStyle/>
          <a:p>
            <a:r>
              <a:rPr lang="en-US" dirty="0"/>
              <a:t>Machine Learning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D398B2A-DE1E-5E55-ABD5-3976D602898C}"/>
              </a:ext>
            </a:extLst>
          </p:cNvPr>
          <p:cNvGrpSpPr/>
          <p:nvPr/>
        </p:nvGrpSpPr>
        <p:grpSpPr>
          <a:xfrm>
            <a:off x="1718883" y="3823326"/>
            <a:ext cx="1082520" cy="725400"/>
            <a:chOff x="1059264" y="3751776"/>
            <a:chExt cx="108252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AC928A4E-42FA-B1B3-BAA5-26EAA72672C0}"/>
                    </a:ext>
                  </a:extLst>
                </p14:cNvPr>
                <p14:cNvContentPartPr/>
                <p14:nvPr/>
              </p14:nvContentPartPr>
              <p14:xfrm>
                <a:off x="1449864" y="3751776"/>
                <a:ext cx="77760" cy="725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6EB35FE-E34A-750C-3CB1-D411CF5A766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40864" y="3742776"/>
                  <a:ext cx="9540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3A2B999-E26D-03FD-7C8F-E3539F0E8B79}"/>
                    </a:ext>
                  </a:extLst>
                </p14:cNvPr>
                <p14:cNvContentPartPr/>
                <p14:nvPr/>
              </p14:nvContentPartPr>
              <p14:xfrm>
                <a:off x="1779264" y="3775176"/>
                <a:ext cx="31320" cy="700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7B82477-3724-F624-CA6F-37E6E8CC35E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70264" y="3766176"/>
                  <a:ext cx="4896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0DFE752A-A3D9-09AC-E68F-5EEC563D4729}"/>
                    </a:ext>
                  </a:extLst>
                </p14:cNvPr>
                <p14:cNvContentPartPr/>
                <p14:nvPr/>
              </p14:nvContentPartPr>
              <p14:xfrm>
                <a:off x="1192824" y="4032936"/>
                <a:ext cx="800640" cy="27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D593035-0D53-7399-4C2D-CACD27A724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83824" y="4023818"/>
                  <a:ext cx="818280" cy="45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61497949-94BA-AA08-BF70-D493B520B93F}"/>
                    </a:ext>
                  </a:extLst>
                </p14:cNvPr>
                <p14:cNvContentPartPr/>
                <p14:nvPr/>
              </p14:nvContentPartPr>
              <p14:xfrm>
                <a:off x="1059264" y="4226616"/>
                <a:ext cx="1082520" cy="8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BD2996-C378-09FE-BB6C-4EAB7C81D88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0264" y="4217616"/>
                  <a:ext cx="1100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C351696E-F7CC-665D-2BF5-50EE11030E78}"/>
                    </a:ext>
                  </a:extLst>
                </p14:cNvPr>
                <p14:cNvContentPartPr/>
                <p14:nvPr/>
              </p14:nvContentPartPr>
              <p14:xfrm>
                <a:off x="1193904" y="3844656"/>
                <a:ext cx="148680" cy="131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23DFBEE-7331-DD2D-2986-D41C74E91C6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4926" y="3835656"/>
                  <a:ext cx="166277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F3AF3CE-993F-1F0C-2987-DC65172DBBEC}"/>
                    </a:ext>
                  </a:extLst>
                </p14:cNvPr>
                <p14:cNvContentPartPr/>
                <p14:nvPr/>
              </p14:nvContentPartPr>
              <p14:xfrm>
                <a:off x="1187784" y="3848256"/>
                <a:ext cx="152640" cy="156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1FB4DFA-BE43-3750-3A09-008F694350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78763" y="3839256"/>
                  <a:ext cx="170322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8CE5A16-A3FB-96AD-9241-C378F37BFE93}"/>
                    </a:ext>
                  </a:extLst>
                </p14:cNvPr>
                <p14:cNvContentPartPr/>
                <p14:nvPr/>
              </p14:nvContentPartPr>
              <p14:xfrm>
                <a:off x="1491984" y="3896856"/>
                <a:ext cx="136440" cy="88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94208B-CF98-F010-29EA-FF14243AEB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82984" y="3887892"/>
                  <a:ext cx="154080" cy="106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7BD5EC7-AC6D-9605-1DF6-8F03DC3508C3}"/>
                    </a:ext>
                  </a:extLst>
                </p14:cNvPr>
                <p14:cNvContentPartPr/>
                <p14:nvPr/>
              </p14:nvContentPartPr>
              <p14:xfrm>
                <a:off x="1830744" y="3892176"/>
                <a:ext cx="161640" cy="45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28750C-69BD-5E5A-CD64-AE50C2E4250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21744" y="3883103"/>
                  <a:ext cx="179280" cy="627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626447E-D9C7-2CB0-F5FC-4FE9B535313A}"/>
                    </a:ext>
                  </a:extLst>
                </p14:cNvPr>
                <p14:cNvContentPartPr/>
                <p14:nvPr/>
              </p14:nvContentPartPr>
              <p14:xfrm>
                <a:off x="1862784" y="3803616"/>
                <a:ext cx="201600" cy="158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905B8A-F707-69CF-A85C-C6BF9229B50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53784" y="3794616"/>
                  <a:ext cx="219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6789D3A-0202-D71F-3834-5D170ED6757D}"/>
                    </a:ext>
                  </a:extLst>
                </p14:cNvPr>
                <p14:cNvContentPartPr/>
                <p14:nvPr/>
              </p14:nvContentPartPr>
              <p14:xfrm>
                <a:off x="1525104" y="4126536"/>
                <a:ext cx="97560" cy="82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AF36103-0F2D-9CAD-16AD-ABBEFA4DA7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16104" y="4117536"/>
                  <a:ext cx="11520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2C09140-612A-AB7C-285A-634F7B8C35FC}"/>
              </a:ext>
            </a:extLst>
          </p:cNvPr>
          <p:cNvGrpSpPr/>
          <p:nvPr/>
        </p:nvGrpSpPr>
        <p:grpSpPr>
          <a:xfrm>
            <a:off x="1647243" y="2744718"/>
            <a:ext cx="1441800" cy="787680"/>
            <a:chOff x="1023624" y="2645856"/>
            <a:chExt cx="1441800" cy="7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076BCA85-3B9D-02DE-93D4-0053159C7A47}"/>
                    </a:ext>
                  </a:extLst>
                </p14:cNvPr>
                <p14:cNvContentPartPr/>
                <p14:nvPr/>
              </p14:nvContentPartPr>
              <p14:xfrm>
                <a:off x="1358784" y="2677896"/>
                <a:ext cx="111600" cy="716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FB68281-506D-F66A-B10E-F3382BA83E1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49784" y="2668896"/>
                  <a:ext cx="12924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9FCA2A8B-B4F5-7525-2750-4AAD1F9C4D15}"/>
                    </a:ext>
                  </a:extLst>
                </p14:cNvPr>
                <p14:cNvContentPartPr/>
                <p14:nvPr/>
              </p14:nvContentPartPr>
              <p14:xfrm>
                <a:off x="1788984" y="2645856"/>
                <a:ext cx="31320" cy="7876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CF54184-7AD2-C6A4-4B8B-B68DAAA2B43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9879" y="2636856"/>
                  <a:ext cx="49165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20E51079-BFE2-7E01-35EA-8809B532D4B0}"/>
                    </a:ext>
                  </a:extLst>
                </p14:cNvPr>
                <p14:cNvContentPartPr/>
                <p14:nvPr/>
              </p14:nvContentPartPr>
              <p14:xfrm>
                <a:off x="1095264" y="2909016"/>
                <a:ext cx="1172520" cy="20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512F32E-0C3F-F415-66D3-3224EF3991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86264" y="2900016"/>
                  <a:ext cx="1190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E571D768-83C9-B3AB-4693-01EBE1C1C389}"/>
                    </a:ext>
                  </a:extLst>
                </p14:cNvPr>
                <p14:cNvContentPartPr/>
                <p14:nvPr/>
              </p14:nvContentPartPr>
              <p14:xfrm>
                <a:off x="1023624" y="3171096"/>
                <a:ext cx="1441800" cy="46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70A4D3C-C8C8-9BFD-846C-90449980235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4626" y="3162096"/>
                  <a:ext cx="1459436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3E706E79-728D-066D-91E4-559A3280FD23}"/>
                    </a:ext>
                  </a:extLst>
                </p14:cNvPr>
                <p14:cNvContentPartPr/>
                <p14:nvPr/>
              </p14:nvContentPartPr>
              <p14:xfrm>
                <a:off x="1183104" y="2692656"/>
                <a:ext cx="147240" cy="186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BA85023-FB7D-E19C-5492-88BA43ADC70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74104" y="2683673"/>
                  <a:ext cx="164880" cy="2040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DE9A1D1F-C072-A0F1-5A45-EEA371ED3C58}"/>
                    </a:ext>
                  </a:extLst>
                </p14:cNvPr>
                <p14:cNvContentPartPr/>
                <p14:nvPr/>
              </p14:nvContentPartPr>
              <p14:xfrm>
                <a:off x="1217304" y="2716776"/>
                <a:ext cx="144720" cy="102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C3980DA-E4B7-6B6F-EB45-8288319F53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08304" y="2707776"/>
                  <a:ext cx="162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E273075C-9EED-9E22-E59C-AE285212B675}"/>
                    </a:ext>
                  </a:extLst>
                </p14:cNvPr>
                <p14:cNvContentPartPr/>
                <p14:nvPr/>
              </p14:nvContentPartPr>
              <p14:xfrm>
                <a:off x="1507824" y="2736936"/>
                <a:ext cx="177840" cy="107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BC01B0E-C3AC-4AF1-67C9-D3A3A83839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98824" y="2727966"/>
                  <a:ext cx="195480" cy="124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4146EAB1-409F-69C7-85DE-60E5A7A6B57A}"/>
                    </a:ext>
                  </a:extLst>
                </p14:cNvPr>
                <p14:cNvContentPartPr/>
                <p14:nvPr/>
              </p14:nvContentPartPr>
              <p14:xfrm>
                <a:off x="1515384" y="2663496"/>
                <a:ext cx="179280" cy="182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8451AB9-83AF-F45C-7CDB-EDF0DF3EC02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06384" y="2654514"/>
                  <a:ext cx="196920" cy="1997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4EC10E6D-8358-7AC4-061F-75B4CC3B739B}"/>
                    </a:ext>
                  </a:extLst>
                </p14:cNvPr>
                <p14:cNvContentPartPr/>
                <p14:nvPr/>
              </p14:nvContentPartPr>
              <p14:xfrm>
                <a:off x="1491264" y="3033216"/>
                <a:ext cx="95400" cy="94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090C569-5230-AD5B-A153-A29B76CA434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482264" y="3024250"/>
                  <a:ext cx="113040" cy="1122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6CE766DC-8120-C319-3E7D-0E9D976F338C}"/>
                    </a:ext>
                  </a:extLst>
                </p14:cNvPr>
                <p14:cNvContentPartPr/>
                <p14:nvPr/>
              </p14:nvContentPartPr>
              <p14:xfrm>
                <a:off x="1434744" y="3328056"/>
                <a:ext cx="193680" cy="91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46BCB01-6AEF-4290-EF61-D804F8AD927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25744" y="3319056"/>
                  <a:ext cx="211320" cy="108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673C6AF-C7EE-4E60-F341-8156298644A4}"/>
              </a:ext>
            </a:extLst>
          </p:cNvPr>
          <p:cNvSpPr txBox="1"/>
          <p:nvPr/>
        </p:nvSpPr>
        <p:spPr>
          <a:xfrm>
            <a:off x="3352911" y="5652485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optimal 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170D23-8E90-5184-0AD4-E073B2FBD850}"/>
                  </a:ext>
                </a:extLst>
              </p:cNvPr>
              <p:cNvSpPr txBox="1"/>
              <p:nvPr/>
            </p:nvSpPr>
            <p:spPr>
              <a:xfrm>
                <a:off x="1499329" y="5544763"/>
                <a:ext cx="15897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dirty="0"/>
                  <a:t>Playout policy</a:t>
                </a:r>
                <a:br>
                  <a:rPr lang="en-US" sz="1400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59170D23-8E90-5184-0AD4-E073B2FBD8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329" y="5544763"/>
                <a:ext cx="1589714" cy="523220"/>
              </a:xfrm>
              <a:prstGeom prst="rect">
                <a:avLst/>
              </a:prstGeom>
              <a:blipFill>
                <a:blip r:embed="rId43"/>
                <a:stretch>
                  <a:fillRect t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7D115F6D-BAE0-7D3E-A819-1CF3F5F96D1B}"/>
              </a:ext>
            </a:extLst>
          </p:cNvPr>
          <p:cNvSpPr txBox="1"/>
          <p:nvPr/>
        </p:nvSpPr>
        <p:spPr>
          <a:xfrm>
            <a:off x="4999962" y="5652485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none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3A06CB4-54C5-7711-39ED-BF44F589A040}"/>
              </a:ext>
            </a:extLst>
          </p:cNvPr>
          <p:cNvSpPr txBox="1"/>
          <p:nvPr/>
        </p:nvSpPr>
        <p:spPr>
          <a:xfrm>
            <a:off x="6612047" y="5544763"/>
            <a:ext cx="122747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Random or other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B3EB39-579A-D803-7312-1ADEF9DD2A4F}"/>
                  </a:ext>
                </a:extLst>
              </p:cNvPr>
              <p:cNvSpPr txBox="1"/>
              <p:nvPr/>
            </p:nvSpPr>
            <p:spPr>
              <a:xfrm>
                <a:off x="6191865" y="618669"/>
                <a:ext cx="3435503" cy="49532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1EB3EB39-579A-D803-7312-1ADEF9DD2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1865" y="618669"/>
                <a:ext cx="3435503" cy="495328"/>
              </a:xfrm>
              <a:prstGeom prst="rect">
                <a:avLst/>
              </a:prstGeom>
              <a:blipFill>
                <a:blip r:embed="rId44"/>
                <a:stretch>
                  <a:fillRect l="-353" b="-69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8" name="TextBox 57">
            <a:extLst>
              <a:ext uri="{FF2B5EF4-FFF2-40B4-BE49-F238E27FC236}">
                <a16:creationId xmlns:a16="http://schemas.microsoft.com/office/drawing/2014/main" id="{1BA1B069-734F-EF52-AE02-FB7F1F2EA994}"/>
              </a:ext>
            </a:extLst>
          </p:cNvPr>
          <p:cNvSpPr txBox="1"/>
          <p:nvPr/>
        </p:nvSpPr>
        <p:spPr>
          <a:xfrm>
            <a:off x="1499329" y="6220374"/>
            <a:ext cx="15897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/>
              <a:t>Method</a:t>
            </a:r>
            <a:endParaRPr lang="en-US" sz="14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1329CBC8-D97A-8826-F664-36DF95E49FF5}"/>
              </a:ext>
            </a:extLst>
          </p:cNvPr>
          <p:cNvSpPr txBox="1"/>
          <p:nvPr/>
        </p:nvSpPr>
        <p:spPr>
          <a:xfrm>
            <a:off x="3352911" y="6220374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Tree search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96B9AA37-6F81-E156-16D7-F99F06B0A96C}"/>
              </a:ext>
            </a:extLst>
          </p:cNvPr>
          <p:cNvSpPr txBox="1"/>
          <p:nvPr/>
        </p:nvSpPr>
        <p:spPr>
          <a:xfrm>
            <a:off x="4999962" y="6112652"/>
            <a:ext cx="122747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Code + cutoff search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0379FB2A-FD8C-BD8F-B5B8-FA92D4862C24}"/>
              </a:ext>
            </a:extLst>
          </p:cNvPr>
          <p:cNvSpPr txBox="1"/>
          <p:nvPr/>
        </p:nvSpPr>
        <p:spPr>
          <a:xfrm>
            <a:off x="6612046" y="6220374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Simulation</a:t>
            </a:r>
          </a:p>
        </p:txBody>
      </p:sp>
    </p:spTree>
    <p:extLst>
      <p:ext uri="{BB962C8B-B14F-4D97-AF65-F5344CB8AC3E}">
        <p14:creationId xmlns:p14="http://schemas.microsoft.com/office/powerpoint/2010/main" val="411911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33A7FD-19AD-2E90-5FC6-EA65C0ED2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3B270F-5BE3-8FB5-2226-1104988DB4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7302280"/>
                  </p:ext>
                </p:extLst>
              </p:nvPr>
            </p:nvGraphicFramePr>
            <p:xfrm>
              <a:off x="1499368" y="1583490"/>
              <a:ext cx="8128000" cy="36497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7523171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8302918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86940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594860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21157299"/>
                        </a:ext>
                      </a:extLst>
                    </a:gridCol>
                  </a:tblGrid>
                  <a:tr h="1059042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State </a:t>
                          </a:r>
                          <a14:m>
                            <m:oMath xmlns:m="http://schemas.openxmlformats.org/officeDocument/2006/math">
                              <m:r>
                                <a:rPr lang="en-US" sz="18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oMath>
                          </a14:m>
                          <a:endParaRPr lang="en-US" sz="1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𝑚𝑖𝑛𝑖𝑚𝑎𝑥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Expert code</a:t>
                          </a:r>
                          <a:endParaRPr lang="en-US" sz="1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𝑒𝑣𝑎𝑙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1800" b="0" dirty="0"/>
                            <a:t>Monte Carlo simulation</a:t>
                          </a:r>
                          <a:endParaRPr lang="en-US" sz="1800" b="0" i="1" dirty="0">
                            <a:latin typeface="Cambria Math" panose="02040503050406030204" pitchFamily="18" charset="0"/>
                          </a:endParaRP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𝑒𝑣𝑎𝑙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sz="1800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sz="1800" b="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b="0" dirty="0"/>
                            <a:t>Machine Learning</a:t>
                          </a: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h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US" b="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245311786"/>
                      </a:ext>
                    </a:extLst>
                  </a:tr>
                  <a:tr h="1019219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0.634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936605"/>
                      </a:ext>
                    </a:extLst>
                  </a:tr>
                  <a:tr h="1023457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918322"/>
                      </a:ext>
                    </a:extLst>
                  </a:tr>
                  <a:tr h="534987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625856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A53B270F-5BE3-8FB5-2226-1104988DB42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87302280"/>
                  </p:ext>
                </p:extLst>
              </p:nvPr>
            </p:nvGraphicFramePr>
            <p:xfrm>
              <a:off x="1499368" y="1583490"/>
              <a:ext cx="8128000" cy="3649723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1625600">
                      <a:extLst>
                        <a:ext uri="{9D8B030D-6E8A-4147-A177-3AD203B41FA5}">
                          <a16:colId xmlns:a16="http://schemas.microsoft.com/office/drawing/2014/main" val="2075231717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3983029180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1758694013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4159486076"/>
                        </a:ext>
                      </a:extLst>
                    </a:gridCol>
                    <a:gridCol w="1625600">
                      <a:extLst>
                        <a:ext uri="{9D8B030D-6E8A-4147-A177-3AD203B41FA5}">
                          <a16:colId xmlns:a16="http://schemas.microsoft.com/office/drawing/2014/main" val="2621157299"/>
                        </a:ext>
                      </a:extLst>
                    </a:gridCol>
                  </a:tblGrid>
                  <a:tr h="10590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75" t="-2874" r="-4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100375" t="-2874" r="-3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200375" t="-2874" r="-2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300375" t="-2874" r="-101498" b="-26379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400375" t="-2874" r="-1498" b="-26379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4245311786"/>
                      </a:ext>
                    </a:extLst>
                  </a:tr>
                  <a:tr h="1019219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+0.4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0.634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9936605"/>
                      </a:ext>
                    </a:extLst>
                  </a:tr>
                  <a:tr h="1023457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0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-0.4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-0.021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095918322"/>
                      </a:ext>
                    </a:extLst>
                  </a:tr>
                  <a:tr h="548005"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  <a:p>
                          <a:pPr marL="0" marR="0" lvl="0" indent="0" algn="ctr" defTabSz="914400" rtl="0" eaLnBrk="1" fontAlgn="auto" latinLnBrk="0" hangingPunct="1">
                            <a:lnSpc>
                              <a:spcPts val="1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US" sz="3200" dirty="0"/>
                            <a:t>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8262585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" name="Title 3">
            <a:extLst>
              <a:ext uri="{FF2B5EF4-FFF2-40B4-BE49-F238E27FC236}">
                <a16:creationId xmlns:a16="http://schemas.microsoft.com/office/drawing/2014/main" id="{0CF04371-4A7E-B022-AB5E-61F984C25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872" y="200533"/>
            <a:ext cx="10515600" cy="1325563"/>
          </a:xfrm>
        </p:spPr>
        <p:txBody>
          <a:bodyPr/>
          <a:lstStyle/>
          <a:p>
            <a:r>
              <a:rPr lang="en-US" dirty="0"/>
              <a:t>Machine Learning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10F2CB9-80D6-3C55-0C57-403C445DF624}"/>
              </a:ext>
            </a:extLst>
          </p:cNvPr>
          <p:cNvGrpSpPr/>
          <p:nvPr/>
        </p:nvGrpSpPr>
        <p:grpSpPr>
          <a:xfrm>
            <a:off x="1718883" y="3823326"/>
            <a:ext cx="1082520" cy="725400"/>
            <a:chOff x="1059264" y="3751776"/>
            <a:chExt cx="1082520" cy="725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DA48B90-783B-1011-62EC-2A6839710C2C}"/>
                    </a:ext>
                  </a:extLst>
                </p14:cNvPr>
                <p14:cNvContentPartPr/>
                <p14:nvPr/>
              </p14:nvContentPartPr>
              <p14:xfrm>
                <a:off x="1449864" y="3751776"/>
                <a:ext cx="77760" cy="7254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46EB35FE-E34A-750C-3CB1-D411CF5A7660}"/>
                    </a:ext>
                  </a:extLst>
                </p:cNvPr>
                <p:cNvPicPr/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1440864" y="3742776"/>
                  <a:ext cx="95400" cy="74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56B2DA3-68A1-70F0-9601-119FCD6DA794}"/>
                    </a:ext>
                  </a:extLst>
                </p14:cNvPr>
                <p14:cNvContentPartPr/>
                <p14:nvPr/>
              </p14:nvContentPartPr>
              <p14:xfrm>
                <a:off x="1779264" y="3775176"/>
                <a:ext cx="31320" cy="700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67B82477-3724-F624-CA6F-37E6E8CC35E2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1770264" y="3766176"/>
                  <a:ext cx="48960" cy="71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BD6B934-20CB-5CC8-E2DC-402CC951F97E}"/>
                    </a:ext>
                  </a:extLst>
                </p14:cNvPr>
                <p14:cNvContentPartPr/>
                <p14:nvPr/>
              </p14:nvContentPartPr>
              <p14:xfrm>
                <a:off x="1192824" y="4032936"/>
                <a:ext cx="800640" cy="277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0D593035-0D53-7399-4C2D-CACD27A72481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1183824" y="4023818"/>
                  <a:ext cx="818280" cy="4559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DA64481-11CF-7A3C-CFF5-4184BB4B1D31}"/>
                    </a:ext>
                  </a:extLst>
                </p14:cNvPr>
                <p14:cNvContentPartPr/>
                <p14:nvPr/>
              </p14:nvContentPartPr>
              <p14:xfrm>
                <a:off x="1059264" y="4226616"/>
                <a:ext cx="1082520" cy="8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40BD2996-C378-09FE-BB6C-4EAB7C81D880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1050264" y="4217616"/>
                  <a:ext cx="110016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5AABA42-B440-E690-3A70-0E323FA0A295}"/>
                    </a:ext>
                  </a:extLst>
                </p14:cNvPr>
                <p14:cNvContentPartPr/>
                <p14:nvPr/>
              </p14:nvContentPartPr>
              <p14:xfrm>
                <a:off x="1193904" y="3844656"/>
                <a:ext cx="148680" cy="1314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23DFBEE-7331-DD2D-2986-D41C74E91C66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1184926" y="3835656"/>
                  <a:ext cx="166277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21068A3-BCFD-E38E-5414-8B4FDD97C68E}"/>
                    </a:ext>
                  </a:extLst>
                </p14:cNvPr>
                <p14:cNvContentPartPr/>
                <p14:nvPr/>
              </p14:nvContentPartPr>
              <p14:xfrm>
                <a:off x="1187784" y="3848256"/>
                <a:ext cx="152640" cy="156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1FB4DFA-BE43-3750-3A09-008F69435065}"/>
                    </a:ext>
                  </a:extLst>
                </p:cNvPr>
                <p:cNvPicPr/>
                <p:nvPr/>
              </p:nvPicPr>
              <p:blipFill>
                <a:blip r:embed="rId14"/>
                <a:stretch>
                  <a:fillRect/>
                </a:stretch>
              </p:blipFill>
              <p:spPr>
                <a:xfrm>
                  <a:off x="1178763" y="3839256"/>
                  <a:ext cx="170322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39585126-918E-5EFF-2CAE-55EB56A55B9E}"/>
                    </a:ext>
                  </a:extLst>
                </p14:cNvPr>
                <p14:cNvContentPartPr/>
                <p14:nvPr/>
              </p14:nvContentPartPr>
              <p14:xfrm>
                <a:off x="1491984" y="3896856"/>
                <a:ext cx="136440" cy="88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3C94208B-CF98-F010-29EA-FF14243AEB83}"/>
                    </a:ext>
                  </a:extLst>
                </p:cNvPr>
                <p:cNvPicPr/>
                <p:nvPr/>
              </p:nvPicPr>
              <p:blipFill>
                <a:blip r:embed="rId16"/>
                <a:stretch>
                  <a:fillRect/>
                </a:stretch>
              </p:blipFill>
              <p:spPr>
                <a:xfrm>
                  <a:off x="1482984" y="3887892"/>
                  <a:ext cx="154080" cy="10612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485170D-C309-12C8-4B30-3A01F55730B1}"/>
                    </a:ext>
                  </a:extLst>
                </p14:cNvPr>
                <p14:cNvContentPartPr/>
                <p14:nvPr/>
              </p14:nvContentPartPr>
              <p14:xfrm>
                <a:off x="1830744" y="3892176"/>
                <a:ext cx="161640" cy="450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328750C-69BD-5E5A-CD64-AE50C2E42504}"/>
                    </a:ext>
                  </a:extLst>
                </p:cNvPr>
                <p:cNvPicPr/>
                <p:nvPr/>
              </p:nvPicPr>
              <p:blipFill>
                <a:blip r:embed="rId18"/>
                <a:stretch>
                  <a:fillRect/>
                </a:stretch>
              </p:blipFill>
              <p:spPr>
                <a:xfrm>
                  <a:off x="1821744" y="3883103"/>
                  <a:ext cx="179280" cy="62782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6C656359-5A16-2DB8-5911-2BBBA887F6DD}"/>
                    </a:ext>
                  </a:extLst>
                </p14:cNvPr>
                <p14:cNvContentPartPr/>
                <p14:nvPr/>
              </p14:nvContentPartPr>
              <p14:xfrm>
                <a:off x="1862784" y="3803616"/>
                <a:ext cx="201600" cy="1584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C905B8A-F707-69CF-A85C-C6BF9229B502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1853784" y="3794616"/>
                  <a:ext cx="219240" cy="17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F6AE0584-D863-9117-CA11-DAB0735D6095}"/>
                    </a:ext>
                  </a:extLst>
                </p14:cNvPr>
                <p14:cNvContentPartPr/>
                <p14:nvPr/>
              </p14:nvContentPartPr>
              <p14:xfrm>
                <a:off x="1525104" y="4126536"/>
                <a:ext cx="97560" cy="820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AAF36103-0F2D-9CAD-16AD-ABBEFA4DA72B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1516104" y="4117536"/>
                  <a:ext cx="115200" cy="99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7D4AA029-14DE-A2A2-40DF-B049E75F6369}"/>
              </a:ext>
            </a:extLst>
          </p:cNvPr>
          <p:cNvGrpSpPr/>
          <p:nvPr/>
        </p:nvGrpSpPr>
        <p:grpSpPr>
          <a:xfrm>
            <a:off x="1647243" y="2744718"/>
            <a:ext cx="1441800" cy="787680"/>
            <a:chOff x="1023624" y="2645856"/>
            <a:chExt cx="1441800" cy="787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51593CCB-DEAC-42C6-DB08-120AB8652CE5}"/>
                    </a:ext>
                  </a:extLst>
                </p14:cNvPr>
                <p14:cNvContentPartPr/>
                <p14:nvPr/>
              </p14:nvContentPartPr>
              <p14:xfrm>
                <a:off x="1358784" y="2677896"/>
                <a:ext cx="111600" cy="7167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FFB68281-506D-F66A-B10E-F3382BA83E12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1349784" y="2668896"/>
                  <a:ext cx="129240" cy="73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11E8E37E-9C5A-391A-E8D0-9333D8A3A28D}"/>
                    </a:ext>
                  </a:extLst>
                </p14:cNvPr>
                <p14:cNvContentPartPr/>
                <p14:nvPr/>
              </p14:nvContentPartPr>
              <p14:xfrm>
                <a:off x="1788984" y="2645856"/>
                <a:ext cx="31320" cy="78768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8CF54184-7AD2-C6A4-4B8B-B68DAAA2B43F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1779879" y="2636856"/>
                  <a:ext cx="49165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4BEBEE1-C6AD-12AA-1B46-4D6ED0F128F0}"/>
                    </a:ext>
                  </a:extLst>
                </p14:cNvPr>
                <p14:cNvContentPartPr/>
                <p14:nvPr/>
              </p14:nvContentPartPr>
              <p14:xfrm>
                <a:off x="1095264" y="2909016"/>
                <a:ext cx="1172520" cy="201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0512F32E-0C3F-F415-66D3-3224EF39915A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1086264" y="2900016"/>
                  <a:ext cx="1190160" cy="3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677D3CC5-2E58-A280-2EE4-B3ACF357D1F9}"/>
                    </a:ext>
                  </a:extLst>
                </p14:cNvPr>
                <p14:cNvContentPartPr/>
                <p14:nvPr/>
              </p14:nvContentPartPr>
              <p14:xfrm>
                <a:off x="1023624" y="3171096"/>
                <a:ext cx="1441800" cy="4608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C70A4D3C-C8C8-9BFD-846C-904499802355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1014626" y="3162096"/>
                  <a:ext cx="1459436" cy="6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F2C158A1-8123-22A6-43F8-EDD9B11C6658}"/>
                    </a:ext>
                  </a:extLst>
                </p14:cNvPr>
                <p14:cNvContentPartPr/>
                <p14:nvPr/>
              </p14:nvContentPartPr>
              <p14:xfrm>
                <a:off x="1183104" y="2692656"/>
                <a:ext cx="147240" cy="186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ABA85023-FB7D-E19C-5492-88BA43ADC709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1174104" y="2683673"/>
                  <a:ext cx="164880" cy="20408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268DA8B3-16F7-0762-63DE-223B31403FE7}"/>
                    </a:ext>
                  </a:extLst>
                </p14:cNvPr>
                <p14:cNvContentPartPr/>
                <p14:nvPr/>
              </p14:nvContentPartPr>
              <p14:xfrm>
                <a:off x="1217304" y="2716776"/>
                <a:ext cx="144720" cy="10296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AC3980DA-E4B7-6B6F-EB45-8288319F5375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1208304" y="2707776"/>
                  <a:ext cx="162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5332C398-EBD2-4390-39AD-119DEC0994F0}"/>
                    </a:ext>
                  </a:extLst>
                </p14:cNvPr>
                <p14:cNvContentPartPr/>
                <p14:nvPr/>
              </p14:nvContentPartPr>
              <p14:xfrm>
                <a:off x="1507824" y="2736936"/>
                <a:ext cx="177840" cy="10728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2BC01B0E-C3AC-4AF1-67C9-D3A3A8383991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1498824" y="2727966"/>
                  <a:ext cx="195480" cy="12486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185" name="Ink 184">
                  <a:extLst>
                    <a:ext uri="{FF2B5EF4-FFF2-40B4-BE49-F238E27FC236}">
                      <a16:creationId xmlns:a16="http://schemas.microsoft.com/office/drawing/2014/main" id="{E172AF8E-CA4C-ED30-4AF6-7C42BB7C35F2}"/>
                    </a:ext>
                  </a:extLst>
                </p14:cNvPr>
                <p14:cNvContentPartPr/>
                <p14:nvPr/>
              </p14:nvContentPartPr>
              <p14:xfrm>
                <a:off x="1515384" y="2663496"/>
                <a:ext cx="179280" cy="182160"/>
              </p14:xfrm>
            </p:contentPart>
          </mc:Choice>
          <mc:Fallback xmlns="">
            <p:pic>
              <p:nvPicPr>
                <p:cNvPr id="185" name="Ink 184">
                  <a:extLst>
                    <a:ext uri="{FF2B5EF4-FFF2-40B4-BE49-F238E27FC236}">
                      <a16:creationId xmlns:a16="http://schemas.microsoft.com/office/drawing/2014/main" id="{18451AB9-83AF-F45C-7CDB-EDF0DF3EC02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1506384" y="2654514"/>
                  <a:ext cx="196920" cy="19976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9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27076D72-56FA-6CC9-C8BF-D1EFEDA7AF00}"/>
                    </a:ext>
                  </a:extLst>
                </p14:cNvPr>
                <p14:cNvContentPartPr/>
                <p14:nvPr/>
              </p14:nvContentPartPr>
              <p14:xfrm>
                <a:off x="1491264" y="3033216"/>
                <a:ext cx="95400" cy="946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5090C569-5230-AD5B-A153-A29B76CA4348}"/>
                    </a:ext>
                  </a:extLst>
                </p:cNvPr>
                <p:cNvPicPr/>
                <p:nvPr/>
              </p:nvPicPr>
              <p:blipFill>
                <a:blip r:embed="rId40"/>
                <a:stretch>
                  <a:fillRect/>
                </a:stretch>
              </p:blipFill>
              <p:spPr>
                <a:xfrm>
                  <a:off x="1482264" y="3024250"/>
                  <a:ext cx="113040" cy="11225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1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5AF86A7A-BAD2-2194-B032-99EC58E8A11F}"/>
                    </a:ext>
                  </a:extLst>
                </p14:cNvPr>
                <p14:cNvContentPartPr/>
                <p14:nvPr/>
              </p14:nvContentPartPr>
              <p14:xfrm>
                <a:off x="1434744" y="3328056"/>
                <a:ext cx="193680" cy="9108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546BCB01-6AEF-4290-EF61-D804F8AD9270}"/>
                    </a:ext>
                  </a:extLst>
                </p:cNvPr>
                <p:cNvPicPr/>
                <p:nvPr/>
              </p:nvPicPr>
              <p:blipFill>
                <a:blip r:embed="rId42"/>
                <a:stretch>
                  <a:fillRect/>
                </a:stretch>
              </p:blipFill>
              <p:spPr>
                <a:xfrm>
                  <a:off x="1425744" y="3319056"/>
                  <a:ext cx="211320" cy="10872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21E9F1D5-20B1-61FA-974D-235C165B0DC7}"/>
              </a:ext>
            </a:extLst>
          </p:cNvPr>
          <p:cNvSpPr txBox="1"/>
          <p:nvPr/>
        </p:nvSpPr>
        <p:spPr>
          <a:xfrm>
            <a:off x="3352911" y="5652485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r>
              <a:rPr lang="en-US" sz="1400" dirty="0"/>
              <a:t>optimal play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29E4F09D-D049-6074-E4A8-717D13B70BBB}"/>
                  </a:ext>
                </a:extLst>
              </p:cNvPr>
              <p:cNvSpPr txBox="1"/>
              <p:nvPr/>
            </p:nvSpPr>
            <p:spPr>
              <a:xfrm>
                <a:off x="1499329" y="5544763"/>
                <a:ext cx="1589714" cy="52322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/>
                <a:r>
                  <a:rPr lang="en-US" sz="1400" b="0" dirty="0"/>
                  <a:t>Playout policy</a:t>
                </a:r>
                <a:br>
                  <a:rPr lang="en-US" sz="1400" b="0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lang="en-US" sz="14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4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b>
                        <m:r>
                          <a:rPr lang="en-US" sz="1400" b="0" i="1" smtClean="0">
                            <a:latin typeface="Cambria Math" panose="02040503050406030204" pitchFamily="18" charset="0"/>
                          </a:rPr>
                          <m:t>𝑜</m:t>
                        </m:r>
                      </m:sub>
                    </m:sSub>
                  </m:oMath>
                </a14:m>
                <a:r>
                  <a:rPr lang="en-US" sz="1400" dirty="0"/>
                  <a:t> </a:t>
                </a: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55EF13B-C823-C26A-5FCA-7FC1220AF0E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9329" y="5544763"/>
                <a:ext cx="1589714" cy="523220"/>
              </a:xfrm>
              <a:prstGeom prst="rect">
                <a:avLst/>
              </a:prstGeom>
              <a:blipFill>
                <a:blip r:embed="rId43"/>
                <a:stretch>
                  <a:fillRect t="-235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0929278D-5891-FF1F-BDB1-EC4CBC497DE2}"/>
              </a:ext>
            </a:extLst>
          </p:cNvPr>
          <p:cNvSpPr txBox="1"/>
          <p:nvPr/>
        </p:nvSpPr>
        <p:spPr>
          <a:xfrm>
            <a:off x="4999962" y="5652485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none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6BA932A6-CB48-A1AD-3E44-45C59E583B8B}"/>
              </a:ext>
            </a:extLst>
          </p:cNvPr>
          <p:cNvSpPr txBox="1"/>
          <p:nvPr/>
        </p:nvSpPr>
        <p:spPr>
          <a:xfrm>
            <a:off x="6612047" y="5544763"/>
            <a:ext cx="122747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Random or other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01B5435-4974-ABD7-B94B-B00620358F74}"/>
              </a:ext>
            </a:extLst>
          </p:cNvPr>
          <p:cNvSpPr txBox="1"/>
          <p:nvPr/>
        </p:nvSpPr>
        <p:spPr>
          <a:xfrm>
            <a:off x="8224132" y="5544763"/>
            <a:ext cx="122747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For training data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49476F1E-9327-2E22-832B-7176D1CF643A}"/>
                  </a:ext>
                </a:extLst>
              </p:cNvPr>
              <p:cNvSpPr txBox="1"/>
              <p:nvPr/>
            </p:nvSpPr>
            <p:spPr>
              <a:xfrm>
                <a:off x="6255768" y="659246"/>
                <a:ext cx="3435503" cy="495328"/>
              </a:xfrm>
              <a:prstGeom prst="rect">
                <a:avLst/>
              </a:prstGeom>
            </p:spPr>
            <p:style>
              <a:lnRef idx="3">
                <a:schemeClr val="lt1"/>
              </a:lnRef>
              <a:fillRef idx="1">
                <a:schemeClr val="accent3"/>
              </a:fillRef>
              <a:effectRef idx="1">
                <a:schemeClr val="accent3"/>
              </a:effectRef>
              <a:fontRef idx="minor">
                <a:schemeClr val="lt1"/>
              </a:fontRef>
            </p:style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𝑣𝑎𝑙𝑢𝑒</m:t>
                      </m:r>
                      <m:d>
                        <m:d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</m:d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≈</m:t>
                      </m:r>
                      <m:sSub>
                        <m:sSub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r>
                            <a:rPr lang="en-US" sz="2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𝜋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sub>
                      </m:sSub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𝑈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𝑠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)]</m:t>
                      </m:r>
                    </m:oMath>
                  </m:oMathPara>
                </a14:m>
                <a:endParaRPr lang="en-US" sz="2800" dirty="0"/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BDA3EC6-8E9F-69D8-EFE2-02C62ECADD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55768" y="659246"/>
                <a:ext cx="3435503" cy="495328"/>
              </a:xfrm>
              <a:prstGeom prst="rect">
                <a:avLst/>
              </a:prstGeom>
              <a:blipFill>
                <a:blip r:embed="rId44"/>
                <a:stretch>
                  <a:fillRect l="-176" b="-82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8" name="TextBox 147">
            <a:extLst>
              <a:ext uri="{FF2B5EF4-FFF2-40B4-BE49-F238E27FC236}">
                <a16:creationId xmlns:a16="http://schemas.microsoft.com/office/drawing/2014/main" id="{192F5175-F655-0FDD-EAAE-EFFF9B1A8E1B}"/>
              </a:ext>
            </a:extLst>
          </p:cNvPr>
          <p:cNvSpPr txBox="1"/>
          <p:nvPr/>
        </p:nvSpPr>
        <p:spPr>
          <a:xfrm>
            <a:off x="1499329" y="6220374"/>
            <a:ext cx="158971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400" b="0" dirty="0"/>
              <a:t>Method</a:t>
            </a:r>
            <a:endParaRPr lang="en-US" sz="1400" dirty="0"/>
          </a:p>
        </p:txBody>
      </p:sp>
      <p:sp>
        <p:nvSpPr>
          <p:cNvPr id="149" name="TextBox 148">
            <a:extLst>
              <a:ext uri="{FF2B5EF4-FFF2-40B4-BE49-F238E27FC236}">
                <a16:creationId xmlns:a16="http://schemas.microsoft.com/office/drawing/2014/main" id="{626A5AEE-2CE7-D260-58D1-AE7340243C1A}"/>
              </a:ext>
            </a:extLst>
          </p:cNvPr>
          <p:cNvSpPr txBox="1"/>
          <p:nvPr/>
        </p:nvSpPr>
        <p:spPr>
          <a:xfrm>
            <a:off x="3352911" y="6220374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Tree search</a:t>
            </a:r>
          </a:p>
        </p:txBody>
      </p:sp>
      <p:sp>
        <p:nvSpPr>
          <p:cNvPr id="150" name="TextBox 149">
            <a:extLst>
              <a:ext uri="{FF2B5EF4-FFF2-40B4-BE49-F238E27FC236}">
                <a16:creationId xmlns:a16="http://schemas.microsoft.com/office/drawing/2014/main" id="{F6AA41C0-90EF-3ED0-B308-9E767BB74775}"/>
              </a:ext>
            </a:extLst>
          </p:cNvPr>
          <p:cNvSpPr txBox="1"/>
          <p:nvPr/>
        </p:nvSpPr>
        <p:spPr>
          <a:xfrm>
            <a:off x="4999962" y="6112652"/>
            <a:ext cx="122747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Code + cutoff search</a:t>
            </a:r>
          </a:p>
        </p:txBody>
      </p:sp>
      <p:sp>
        <p:nvSpPr>
          <p:cNvPr id="151" name="TextBox 150">
            <a:extLst>
              <a:ext uri="{FF2B5EF4-FFF2-40B4-BE49-F238E27FC236}">
                <a16:creationId xmlns:a16="http://schemas.microsoft.com/office/drawing/2014/main" id="{16A67E37-604A-65D6-C0A8-49A2E3F06966}"/>
              </a:ext>
            </a:extLst>
          </p:cNvPr>
          <p:cNvSpPr txBox="1"/>
          <p:nvPr/>
        </p:nvSpPr>
        <p:spPr>
          <a:xfrm>
            <a:off x="6612046" y="6220374"/>
            <a:ext cx="1227479" cy="307777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Simulation</a:t>
            </a:r>
          </a:p>
        </p:txBody>
      </p:sp>
      <p:sp>
        <p:nvSpPr>
          <p:cNvPr id="152" name="TextBox 151">
            <a:extLst>
              <a:ext uri="{FF2B5EF4-FFF2-40B4-BE49-F238E27FC236}">
                <a16:creationId xmlns:a16="http://schemas.microsoft.com/office/drawing/2014/main" id="{9D50566E-F0DA-9240-9691-4C32ABDDE553}"/>
              </a:ext>
            </a:extLst>
          </p:cNvPr>
          <p:cNvSpPr txBox="1"/>
          <p:nvPr/>
        </p:nvSpPr>
        <p:spPr>
          <a:xfrm>
            <a:off x="8225272" y="6141926"/>
            <a:ext cx="1227479" cy="52322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 algn="ctr"/>
            <a:r>
              <a:rPr lang="en-US" sz="1400" dirty="0"/>
              <a:t>Machine learning</a:t>
            </a:r>
          </a:p>
        </p:txBody>
      </p:sp>
      <p:grpSp>
        <p:nvGrpSpPr>
          <p:cNvPr id="153" name="Group 152">
            <a:extLst>
              <a:ext uri="{FF2B5EF4-FFF2-40B4-BE49-F238E27FC236}">
                <a16:creationId xmlns:a16="http://schemas.microsoft.com/office/drawing/2014/main" id="{467244E6-6631-A82C-4380-5EC78808AEF5}"/>
              </a:ext>
            </a:extLst>
          </p:cNvPr>
          <p:cNvGrpSpPr/>
          <p:nvPr/>
        </p:nvGrpSpPr>
        <p:grpSpPr>
          <a:xfrm>
            <a:off x="9890888" y="2976822"/>
            <a:ext cx="1352784" cy="276959"/>
            <a:chOff x="8512059" y="1125673"/>
            <a:chExt cx="1795320" cy="367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5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FB474E08-5216-DA0C-FEE0-2CFADFE6ACE0}"/>
                    </a:ext>
                  </a:extLst>
                </p14:cNvPr>
                <p14:cNvContentPartPr/>
                <p14:nvPr/>
              </p14:nvContentPartPr>
              <p14:xfrm>
                <a:off x="8598459" y="1125673"/>
                <a:ext cx="56160" cy="30240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CEBFD206-DDF7-323B-3E43-2D61DD027C15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8574662" y="1101787"/>
                  <a:ext cx="103277" cy="349695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54CE7880-4B8D-040F-05E0-9C000C91E2CD}"/>
                    </a:ext>
                  </a:extLst>
                </p14:cNvPr>
                <p14:cNvContentPartPr/>
                <p14:nvPr/>
              </p14:nvContentPartPr>
              <p14:xfrm>
                <a:off x="8512059" y="1251313"/>
                <a:ext cx="148320" cy="363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2C783990-35B5-D447-D43C-867D26735157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8488213" y="1227392"/>
                  <a:ext cx="195534" cy="8372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F0E69B1F-BBF1-6D37-0170-578F632BE67A}"/>
                    </a:ext>
                  </a:extLst>
                </p14:cNvPr>
                <p14:cNvContentPartPr/>
                <p14:nvPr/>
              </p14:nvContentPartPr>
              <p14:xfrm>
                <a:off x="8692059" y="1264633"/>
                <a:ext cx="80280" cy="1641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EF4554EF-6D54-01E0-AF68-05923DC129C5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8668166" y="1240773"/>
                  <a:ext cx="127588" cy="211404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36F1C8C9-3BF4-9690-F9BE-DD39FC348AE1}"/>
                    </a:ext>
                  </a:extLst>
                </p14:cNvPr>
                <p14:cNvContentPartPr/>
                <p14:nvPr/>
              </p14:nvContentPartPr>
              <p14:xfrm>
                <a:off x="8852259" y="1228633"/>
                <a:ext cx="403200" cy="21708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780B00DA-F270-0BCA-DCAC-C7D62DAA3E6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8828344" y="1204778"/>
                  <a:ext cx="450551" cy="264313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5E68257B-C8ED-1EAA-5D40-847B53E0F25B}"/>
                    </a:ext>
                  </a:extLst>
                </p14:cNvPr>
                <p14:cNvContentPartPr/>
                <p14:nvPr/>
              </p14:nvContentPartPr>
              <p14:xfrm>
                <a:off x="9184179" y="1153393"/>
                <a:ext cx="51120" cy="10584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75345BB-EFAC-B5CB-5FA5-92EEDAE607D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9160291" y="1129555"/>
                  <a:ext cx="98418" cy="15303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D6E42F83-A49F-E07E-72F2-7739A9EE5BD8}"/>
                    </a:ext>
                  </a:extLst>
                </p14:cNvPr>
                <p14:cNvContentPartPr/>
                <p14:nvPr/>
              </p14:nvContentPartPr>
              <p14:xfrm>
                <a:off x="9277779" y="1358953"/>
                <a:ext cx="227160" cy="1296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D0066B54-1411-FFE8-659C-7DA7A0769CCA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9253918" y="1335129"/>
                  <a:ext cx="274405" cy="176771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953B35E0-380B-2B69-C25B-FCB16684B03A}"/>
                    </a:ext>
                  </a:extLst>
                </p14:cNvPr>
                <p14:cNvContentPartPr/>
                <p14:nvPr/>
              </p14:nvContentPartPr>
              <p14:xfrm>
                <a:off x="9790059" y="1224673"/>
                <a:ext cx="45000" cy="26856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9EF0FAE3-5367-7C93-EE61-AD85B2E3E602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9766123" y="1200780"/>
                  <a:ext cx="92394" cy="315869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F82B8CB5-0E46-6984-625B-C284F45109FB}"/>
                    </a:ext>
                  </a:extLst>
                </p14:cNvPr>
                <p14:cNvContentPartPr/>
                <p14:nvPr/>
              </p14:nvContentPartPr>
              <p14:xfrm>
                <a:off x="9805179" y="1208473"/>
                <a:ext cx="217440" cy="2278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776F2ED2-02A8-CCCB-3D3B-C04FC3BD34A7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9781284" y="1184586"/>
                  <a:ext cx="264751" cy="275176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C67D96CF-8EA4-20E5-E317-58F125AC1EAE}"/>
                    </a:ext>
                  </a:extLst>
                </p14:cNvPr>
                <p14:cNvContentPartPr/>
                <p14:nvPr/>
              </p14:nvContentPartPr>
              <p14:xfrm>
                <a:off x="10082739" y="1215313"/>
                <a:ext cx="224640" cy="24336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9B85FB86-3B8E-BABA-76BC-BF469FC6A55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0058892" y="1191454"/>
                  <a:ext cx="271857" cy="29060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174" name="TextBox 173">
            <a:extLst>
              <a:ext uri="{FF2B5EF4-FFF2-40B4-BE49-F238E27FC236}">
                <a16:creationId xmlns:a16="http://schemas.microsoft.com/office/drawing/2014/main" id="{6F6AD614-95D0-3E01-0063-BB05CE19D41D}"/>
              </a:ext>
            </a:extLst>
          </p:cNvPr>
          <p:cNvSpPr txBox="1"/>
          <p:nvPr/>
        </p:nvSpPr>
        <p:spPr>
          <a:xfrm>
            <a:off x="8260202" y="2994752"/>
            <a:ext cx="10174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0.325</a:t>
            </a:r>
          </a:p>
        </p:txBody>
      </p:sp>
      <p:sp>
        <p:nvSpPr>
          <p:cNvPr id="176" name="TextBox 175">
            <a:extLst>
              <a:ext uri="{FF2B5EF4-FFF2-40B4-BE49-F238E27FC236}">
                <a16:creationId xmlns:a16="http://schemas.microsoft.com/office/drawing/2014/main" id="{0D2FCB1B-BE83-B56E-D1A6-F0B39464C6D0}"/>
              </a:ext>
            </a:extLst>
          </p:cNvPr>
          <p:cNvSpPr txBox="1"/>
          <p:nvPr/>
        </p:nvSpPr>
        <p:spPr>
          <a:xfrm>
            <a:off x="8397487" y="3947540"/>
            <a:ext cx="8206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0.042</a:t>
            </a:r>
          </a:p>
        </p:txBody>
      </p:sp>
      <p:sp>
        <p:nvSpPr>
          <p:cNvPr id="183" name="TextBox 182">
            <a:extLst>
              <a:ext uri="{FF2B5EF4-FFF2-40B4-BE49-F238E27FC236}">
                <a16:creationId xmlns:a16="http://schemas.microsoft.com/office/drawing/2014/main" id="{577B0620-DD6D-9A43-F255-6325FB9837CA}"/>
              </a:ext>
            </a:extLst>
          </p:cNvPr>
          <p:cNvSpPr txBox="1"/>
          <p:nvPr/>
        </p:nvSpPr>
        <p:spPr>
          <a:xfrm>
            <a:off x="10114707" y="5006154"/>
            <a:ext cx="1899435" cy="1077218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600" dirty="0"/>
              <a:t>All methods hopefully produce a consistent state order.</a:t>
            </a:r>
          </a:p>
        </p:txBody>
      </p:sp>
    </p:spTree>
    <p:extLst>
      <p:ext uri="{BB962C8B-B14F-4D97-AF65-F5344CB8AC3E}">
        <p14:creationId xmlns:p14="http://schemas.microsoft.com/office/powerpoint/2010/main" val="2354883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52" grpId="0" animBg="1"/>
      <p:bldP spid="174" grpId="0"/>
      <p:bldP spid="176" grpId="0"/>
      <p:bldP spid="18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6AA583-00D1-F2D9-AABE-067A1E4B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 (RL)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4C3E15-0236-C2F0-13B6-C101CCA1A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Tries to learn state values directly from rewards resulting from</a:t>
            </a:r>
          </a:p>
          <a:p>
            <a:endParaRPr lang="en-US" dirty="0"/>
          </a:p>
          <a:p>
            <a:pPr lvl="1"/>
            <a:r>
              <a:rPr lang="en-US" dirty="0"/>
              <a:t>Model-based RL: Uses a complete probabilistic model of the environment.</a:t>
            </a:r>
          </a:p>
          <a:p>
            <a:pPr lvl="1"/>
            <a:r>
              <a:rPr lang="en-US" dirty="0"/>
              <a:t>Model-free RL: Learns from interactions with the environment.</a:t>
            </a:r>
          </a:p>
          <a:p>
            <a:pPr lvl="2"/>
            <a:r>
              <a:rPr lang="en-US" dirty="0"/>
              <a:t>Online learning</a:t>
            </a:r>
          </a:p>
          <a:p>
            <a:pPr lvl="2"/>
            <a:r>
              <a:rPr lang="en-US" dirty="0"/>
              <a:t>Offline learning (can use supervised learning from a sampled dataset)</a:t>
            </a:r>
          </a:p>
          <a:p>
            <a:pPr lvl="1"/>
            <a:endParaRPr lang="en-US" dirty="0"/>
          </a:p>
          <a:p>
            <a:pPr marL="0" indent="0">
              <a:buNone/>
            </a:pPr>
            <a:r>
              <a:rPr lang="en-US" dirty="0"/>
              <a:t>Machine learning for an evaluation function can be seen as a special case of model-free offline RL called (neural) fitted Q-learning with replay memory.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We will talk about other RL methods later.</a:t>
            </a:r>
          </a:p>
        </p:txBody>
      </p:sp>
    </p:spTree>
    <p:extLst>
      <p:ext uri="{BB962C8B-B14F-4D97-AF65-F5344CB8AC3E}">
        <p14:creationId xmlns:p14="http://schemas.microsoft.com/office/powerpoint/2010/main" val="339641499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</TotalTime>
  <Words>789</Words>
  <Application>Microsoft Office PowerPoint</Application>
  <PresentationFormat>Widescreen</PresentationFormat>
  <Paragraphs>202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Calibri Light</vt:lpstr>
      <vt:lpstr>Cambria Math</vt:lpstr>
      <vt:lpstr>Wingdings</vt:lpstr>
      <vt:lpstr>Office Theme</vt:lpstr>
      <vt:lpstr>CS 5/7320  Artificial Intelligence  Learning from Examples: Learning to Score a Tic-Tac-Toe board  AIMA Chapter 19</vt:lpstr>
      <vt:lpstr>Intro: Learning from Examples</vt:lpstr>
      <vt:lpstr>Learning from Examples</vt:lpstr>
      <vt:lpstr>Learning Components of an Agent</vt:lpstr>
      <vt:lpstr>Example: Tic-Tac-Toe</vt:lpstr>
      <vt:lpstr>Utility of Being in a State: State Value</vt:lpstr>
      <vt:lpstr>Minimax and Variations</vt:lpstr>
      <vt:lpstr>Expert Evaluation Function</vt:lpstr>
      <vt:lpstr>Monte Carlo Simulation</vt:lpstr>
      <vt:lpstr>Machine Learning</vt:lpstr>
      <vt:lpstr>Machine Learning</vt:lpstr>
      <vt:lpstr>Reinforcement Learning (RL)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Hahsler, Michael</dc:creator>
  <cp:lastModifiedBy>Hahsler, Michael</cp:lastModifiedBy>
  <cp:revision>20</cp:revision>
  <dcterms:created xsi:type="dcterms:W3CDTF">2025-04-28T15:50:49Z</dcterms:created>
  <dcterms:modified xsi:type="dcterms:W3CDTF">2025-12-01T18:12:43Z</dcterms:modified>
</cp:coreProperties>
</file>