
<file path=[Content_Types].xml><?xml version="1.0" encoding="utf-8"?>
<Types xmlns="http://schemas.openxmlformats.org/package/2006/content-types">
  <Default Extension="jpeg" ContentType="image/jpeg"/>
  <Default Extension="png" ContentType="image/png"/>
  <Default Extension="rels" ContentType="application/vnd.openxmlformats-package.relationships+xml"/>
  <Default Extension="svg" ContentType="image/svg+xml"/>
  <Default Extension="wdp" ContentType="image/vnd.ms-photo"/>
  <Default Extension="xml" ContentType="application/xml"/>
  <Override PartName="/ppt/presentation.xml" ContentType="application/vnd.openxmlformats-officedocument.presentationml.presentation.main+xml"/>
  <Override PartName="/ppt/slideMasters/slideMaster1.xml" ContentType="application/vnd.openxmlformats-officedocument.presentationml.slideMaster+xml"/>
  <Override PartName="/ppt/slides/slide1.xml" ContentType="application/vnd.openxmlformats-officedocument.presentationml.slide+xml"/>
  <Override PartName="/ppt/slides/slide2.xml" ContentType="application/vnd.openxmlformats-officedocument.presentationml.slide+xml"/>
  <Override PartName="/ppt/slides/slide3.xml" ContentType="application/vnd.openxmlformats-officedocument.presentationml.slide+xml"/>
  <Override PartName="/ppt/slides/slide4.xml" ContentType="application/vnd.openxmlformats-officedocument.presentationml.slide+xml"/>
  <Override PartName="/ppt/slides/slide5.xml" ContentType="application/vnd.openxmlformats-officedocument.presentationml.slide+xml"/>
  <Override PartName="/ppt/slides/slide6.xml" ContentType="application/vnd.openxmlformats-officedocument.presentationml.slide+xml"/>
  <Override PartName="/ppt/slides/slide7.xml" ContentType="application/vnd.openxmlformats-officedocument.presentationml.slide+xml"/>
  <Override PartName="/ppt/slides/slide8.xml" ContentType="application/vnd.openxmlformats-officedocument.presentationml.slide+xml"/>
  <Override PartName="/ppt/slides/slide9.xml" ContentType="application/vnd.openxmlformats-officedocument.presentationml.slide+xml"/>
  <Override PartName="/ppt/slides/slide10.xml" ContentType="application/vnd.openxmlformats-officedocument.presentationml.slide+xml"/>
  <Override PartName="/ppt/slides/slide11.xml" ContentType="application/vnd.openxmlformats-officedocument.presentationml.slide+xml"/>
  <Override PartName="/ppt/slides/slide12.xml" ContentType="application/vnd.openxmlformats-officedocument.presentationml.slide+xml"/>
  <Override PartName="/ppt/slides/slide13.xml" ContentType="application/vnd.openxmlformats-officedocument.presentationml.slide+xml"/>
  <Override PartName="/ppt/slides/slide14.xml" ContentType="application/vnd.openxmlformats-officedocument.presentationml.slide+xml"/>
  <Override PartName="/ppt/slides/slide15.xml" ContentType="application/vnd.openxmlformats-officedocument.presentationml.slide+xml"/>
  <Override PartName="/ppt/slides/slide16.xml" ContentType="application/vnd.openxmlformats-officedocument.presentationml.slide+xml"/>
  <Override PartName="/ppt/slides/slide17.xml" ContentType="application/vnd.openxmlformats-officedocument.presentationml.slide+xml"/>
  <Override PartName="/ppt/slides/slide18.xml" ContentType="application/vnd.openxmlformats-officedocument.presentationml.slide+xml"/>
  <Override PartName="/ppt/slides/slide19.xml" ContentType="application/vnd.openxmlformats-officedocument.presentationml.slide+xml"/>
  <Override PartName="/ppt/slides/slide20.xml" ContentType="application/vnd.openxmlformats-officedocument.presentationml.slide+xml"/>
  <Override PartName="/ppt/slides/slide21.xml" ContentType="application/vnd.openxmlformats-officedocument.presentationml.slide+xml"/>
  <Override PartName="/ppt/slides/slide22.xml" ContentType="application/vnd.openxmlformats-officedocument.presentationml.slide+xml"/>
  <Override PartName="/ppt/slides/slide23.xml" ContentType="application/vnd.openxmlformats-officedocument.presentationml.slide+xml"/>
  <Override PartName="/ppt/slides/slide24.xml" ContentType="application/vnd.openxmlformats-officedocument.presentationml.slide+xml"/>
  <Override PartName="/ppt/slides/slide25.xml" ContentType="application/vnd.openxmlformats-officedocument.presentationml.slide+xml"/>
  <Override PartName="/ppt/slides/slide26.xml" ContentType="application/vnd.openxmlformats-officedocument.presentationml.slide+xml"/>
  <Override PartName="/ppt/slides/slide27.xml" ContentType="application/vnd.openxmlformats-officedocument.presentationml.slide+xml"/>
  <Override PartName="/ppt/slides/slide28.xml" ContentType="application/vnd.openxmlformats-officedocument.presentationml.slide+xml"/>
  <Override PartName="/ppt/slides/slide29.xml" ContentType="application/vnd.openxmlformats-officedocument.presentationml.slide+xml"/>
  <Override PartName="/ppt/slides/slide30.xml" ContentType="application/vnd.openxmlformats-officedocument.presentationml.slide+xml"/>
  <Override PartName="/ppt/slides/slide31.xml" ContentType="application/vnd.openxmlformats-officedocument.presentationml.slide+xml"/>
  <Override PartName="/ppt/slides/slide32.xml" ContentType="application/vnd.openxmlformats-officedocument.presentationml.slide+xml"/>
  <Override PartName="/ppt/slides/slide33.xml" ContentType="application/vnd.openxmlformats-officedocument.presentationml.slide+xml"/>
  <Override PartName="/ppt/slides/slide34.xml" ContentType="application/vnd.openxmlformats-officedocument.presentationml.slide+xml"/>
  <Override PartName="/ppt/slides/slide35.xml" ContentType="application/vnd.openxmlformats-officedocument.presentationml.slide+xml"/>
  <Override PartName="/ppt/slides/slide36.xml" ContentType="application/vnd.openxmlformats-officedocument.presentationml.slide+xml"/>
  <Override PartName="/ppt/slides/slide37.xml" ContentType="application/vnd.openxmlformats-officedocument.presentationml.slide+xml"/>
  <Override PartName="/ppt/slides/slide38.xml" ContentType="application/vnd.openxmlformats-officedocument.presentationml.slide+xml"/>
  <Override PartName="/ppt/slides/slide39.xml" ContentType="application/vnd.openxmlformats-officedocument.presentationml.slide+xml"/>
  <Override PartName="/ppt/slides/slide40.xml" ContentType="application/vnd.openxmlformats-officedocument.presentationml.slide+xml"/>
  <Override PartName="/ppt/slides/slide41.xml" ContentType="application/vnd.openxmlformats-officedocument.presentationml.slide+xml"/>
  <Override PartName="/ppt/slides/slide42.xml" ContentType="application/vnd.openxmlformats-officedocument.presentationml.slide+xml"/>
  <Override PartName="/ppt/slides/slide43.xml" ContentType="application/vnd.openxmlformats-officedocument.presentationml.slide+xml"/>
  <Override PartName="/ppt/slides/slide44.xml" ContentType="application/vnd.openxmlformats-officedocument.presentationml.slide+xml"/>
  <Override PartName="/ppt/slides/slide45.xml" ContentType="application/vnd.openxmlformats-officedocument.presentationml.slide+xml"/>
  <Override PartName="/ppt/slides/slide46.xml" ContentType="application/vnd.openxmlformats-officedocument.presentationml.slide+xml"/>
  <Override PartName="/ppt/notesMasters/notesMaster1.xml" ContentType="application/vnd.openxmlformats-officedocument.presentationml.notesMaster+xml"/>
  <Override PartName="/ppt/presProps.xml" ContentType="application/vnd.openxmlformats-officedocument.presentationml.presProps+xml"/>
  <Override PartName="/ppt/viewProps.xml" ContentType="application/vnd.openxmlformats-officedocument.presentationml.viewProps+xml"/>
  <Override PartName="/ppt/theme/theme1.xml" ContentType="application/vnd.openxmlformats-officedocument.theme+xml"/>
  <Override PartName="/ppt/tableStyles.xml" ContentType="application/vnd.openxmlformats-officedocument.presentationml.tableStyles+xml"/>
  <Override PartName="/ppt/slideLayouts/slideLayout1.xml" ContentType="application/vnd.openxmlformats-officedocument.presentationml.slideLayout+xml"/>
  <Override PartName="/ppt/slideLayouts/slideLayout2.xml" ContentType="application/vnd.openxmlformats-officedocument.presentationml.slideLayout+xml"/>
  <Override PartName="/ppt/slideLayouts/slideLayout3.xml" ContentType="application/vnd.openxmlformats-officedocument.presentationml.slideLayout+xml"/>
  <Override PartName="/ppt/slideLayouts/slideLayout4.xml" ContentType="application/vnd.openxmlformats-officedocument.presentationml.slideLayout+xml"/>
  <Override PartName="/ppt/slideLayouts/slideLayout5.xml" ContentType="application/vnd.openxmlformats-officedocument.presentationml.slideLayout+xml"/>
  <Override PartName="/ppt/slideLayouts/slideLayout6.xml" ContentType="application/vnd.openxmlformats-officedocument.presentationml.slideLayout+xml"/>
  <Override PartName="/ppt/slideLayouts/slideLayout7.xml" ContentType="application/vnd.openxmlformats-officedocument.presentationml.slideLayout+xml"/>
  <Override PartName="/ppt/slideLayouts/slideLayout8.xml" ContentType="application/vnd.openxmlformats-officedocument.presentationml.slideLayout+xml"/>
  <Override PartName="/ppt/slideLayouts/slideLayout9.xml" ContentType="application/vnd.openxmlformats-officedocument.presentationml.slideLayout+xml"/>
  <Override PartName="/ppt/slideLayouts/slideLayout10.xml" ContentType="application/vnd.openxmlformats-officedocument.presentationml.slideLayout+xml"/>
  <Override PartName="/ppt/slideLayouts/slideLayout11.xml" ContentType="application/vnd.openxmlformats-officedocument.presentationml.slideLayout+xml"/>
  <Override PartName="/ppt/theme/theme2.xml" ContentType="application/vnd.openxmlformats-officedocument.theme+xml"/>
  <Override PartName="/ppt/notesSlides/notesSlide1.xml" ContentType="application/vnd.openxmlformats-officedocument.presentationml.notesSlide+xml"/>
  <Override PartName="/ppt/diagrams/data1.xml" ContentType="application/vnd.openxmlformats-officedocument.drawingml.diagramData+xml"/>
  <Override PartName="/ppt/diagrams/layout1.xml" ContentType="application/vnd.openxmlformats-officedocument.drawingml.diagramLayout+xml"/>
  <Override PartName="/ppt/diagrams/quickStyle1.xml" ContentType="application/vnd.openxmlformats-officedocument.drawingml.diagramStyle+xml"/>
  <Override PartName="/ppt/diagrams/colors1.xml" ContentType="application/vnd.openxmlformats-officedocument.drawingml.diagramColors+xml"/>
  <Override PartName="/ppt/diagrams/drawing1.xml" ContentType="application/vnd.ms-office.drawingml.diagramDrawing+xml"/>
  <Override PartName="/ppt/notesSlides/notesSlide2.xml" ContentType="application/vnd.openxmlformats-officedocument.presentationml.notesSlide+xml"/>
  <Override PartName="/ppt/diagrams/data2.xml" ContentType="application/vnd.openxmlformats-officedocument.drawingml.diagramData+xml"/>
  <Override PartName="/ppt/diagrams/layout2.xml" ContentType="application/vnd.openxmlformats-officedocument.drawingml.diagramLayout+xml"/>
  <Override PartName="/ppt/diagrams/quickStyle2.xml" ContentType="application/vnd.openxmlformats-officedocument.drawingml.diagramStyle+xml"/>
  <Override PartName="/ppt/diagrams/colors2.xml" ContentType="application/vnd.openxmlformats-officedocument.drawingml.diagramColors+xml"/>
  <Override PartName="/ppt/diagrams/drawing2.xml" ContentType="application/vnd.ms-office.drawingml.diagramDrawing+xml"/>
  <Override PartName="/ppt/notesSlides/notesSlide3.xml" ContentType="application/vnd.openxmlformats-officedocument.presentationml.notesSlide+xml"/>
  <Override PartName="/ppt/notesSlides/notesSlide4.xml" ContentType="application/vnd.openxmlformats-officedocument.presentationml.notesSlide+xml"/>
  <Override PartName="/ppt/notesSlides/notesSlide5.xml" ContentType="application/vnd.openxmlformats-officedocument.presentationml.notesSlide+xml"/>
  <Override PartName="/ppt/notesSlides/notesSlide6.xml" ContentType="application/vnd.openxmlformats-officedocument.presentationml.notesSlide+xml"/>
  <Override PartName="/ppt/notesSlides/notesSlide7.xml" ContentType="application/vnd.openxmlformats-officedocument.presentationml.notesSlide+xml"/>
  <Override PartName="/ppt/notesSlides/notesSlide8.xml" ContentType="application/vnd.openxmlformats-officedocument.presentationml.notesSlide+xml"/>
  <Override PartName="/ppt/notesSlides/notesSlide9.xml" ContentType="application/vnd.openxmlformats-officedocument.presentationml.notesSlide+xml"/>
  <Override PartName="/ppt/notesSlides/notesSlide10.xml" ContentType="application/vnd.openxmlformats-officedocument.presentationml.notesSlide+xml"/>
  <Override PartName="/ppt/notesSlides/notesSlide11.xml" ContentType="application/vnd.openxmlformats-officedocument.presentationml.notesSlide+xml"/>
  <Override PartName="/ppt/notesSlides/notesSlide12.xml" ContentType="application/vnd.openxmlformats-officedocument.presentationml.notesSlide+xml"/>
  <Override PartName="/ppt/notesSlides/notesSlide13.xml" ContentType="application/vnd.openxmlformats-officedocument.presentationml.notesSlide+xml"/>
  <Override PartName="/ppt/notesSlides/notesSlide14.xml" ContentType="application/vnd.openxmlformats-officedocument.presentationml.notesSlide+xml"/>
  <Override PartName="/ppt/notesSlides/notesSlide15.xml" ContentType="application/vnd.openxmlformats-officedocument.presentationml.notesSlide+xml"/>
  <Override PartName="/ppt/notesSlides/notesSlide16.xml" ContentType="application/vnd.openxmlformats-officedocument.presentationml.notesSlide+xml"/>
  <Override PartName="/ppt/notesSlides/notesSlide17.xml" ContentType="application/vnd.openxmlformats-officedocument.presentationml.notesSlide+xml"/>
  <Override PartName="/ppt/notesSlides/notesSlide18.xml" ContentType="application/vnd.openxmlformats-officedocument.presentationml.notesSlide+xml"/>
  <Override PartName="/ppt/notesSlides/notesSlide19.xml" ContentType="application/vnd.openxmlformats-officedocument.presentationml.notesSlide+xml"/>
  <Override PartName="/ppt/notesSlides/notesSlide20.xml" ContentType="application/vnd.openxmlformats-officedocument.presentationml.notesSlide+xml"/>
  <Override PartName="/ppt/notesSlides/notesSlide21.xml" ContentType="application/vnd.openxmlformats-officedocument.presentationml.notesSlide+xml"/>
  <Override PartName="/ppt/notesSlides/notesSlide22.xml" ContentType="application/vnd.openxmlformats-officedocument.presentationml.notesSlide+xml"/>
  <Override PartName="/ppt/notesSlides/notesSlide23.xml" ContentType="application/vnd.openxmlformats-officedocument.presentationml.notesSlide+xml"/>
  <Override PartName="/ppt/diagrams/data3.xml" ContentType="application/vnd.openxmlformats-officedocument.drawingml.diagramData+xml"/>
  <Override PartName="/ppt/diagrams/layout3.xml" ContentType="application/vnd.openxmlformats-officedocument.drawingml.diagramLayout+xml"/>
  <Override PartName="/ppt/diagrams/quickStyle3.xml" ContentType="application/vnd.openxmlformats-officedocument.drawingml.diagramStyle+xml"/>
  <Override PartName="/ppt/diagrams/colors3.xml" ContentType="application/vnd.openxmlformats-officedocument.drawingml.diagramColors+xml"/>
  <Override PartName="/ppt/diagrams/drawing3.xml" ContentType="application/vnd.ms-office.drawingml.diagramDrawing+xml"/>
  <Override PartName="/ppt/notesSlides/notesSlide24.xml" ContentType="application/vnd.openxmlformats-officedocument.presentationml.notesSlide+xml"/>
  <Override PartName="/ppt/notesSlides/notesSlide25.xml" ContentType="application/vnd.openxmlformats-officedocument.presentationml.notesSlide+xml"/>
  <Override PartName="/ppt/notesSlides/notesSlide26.xml" ContentType="application/vnd.openxmlformats-officedocument.presentationml.notesSlide+xml"/>
  <Override PartName="/ppt/notesSlides/notesSlide27.xml" ContentType="application/vnd.openxmlformats-officedocument.presentationml.notesSlide+xml"/>
  <Override PartName="/ppt/notesSlides/notesSlide28.xml" ContentType="application/vnd.openxmlformats-officedocument.presentationml.notesSlide+xml"/>
  <Override PartName="/ppt/notesSlides/notesSlide29.xml" ContentType="application/vnd.openxmlformats-officedocument.presentationml.notesSlide+xml"/>
  <Override PartName="/ppt/notesSlides/notesSlide30.xml" ContentType="application/vnd.openxmlformats-officedocument.presentationml.notesSlide+xml"/>
  <Override PartName="/ppt/notesSlides/notesSlide31.xml" ContentType="application/vnd.openxmlformats-officedocument.presentationml.notesSlide+xml"/>
  <Override PartName="/ppt/notesSlides/notesSlide32.xml" ContentType="application/vnd.openxmlformats-officedocument.presentationml.notesSlide+xml"/>
  <Override PartName="/docProps/core.xml" ContentType="application/vnd.openxmlformats-package.core-properties+xml"/>
  <Override PartName="/docProps/app.xml" ContentType="application/vnd.openxmlformats-officedocument.extended-properties+xml"/>
</Types>
</file>

<file path=_rels/.rels><?xml version="1.0" encoding="UTF-8" standalone="yes"?>
<Relationships xmlns="http://schemas.openxmlformats.org/package/2006/relationships"><Relationship Id="rId3" Type="http://schemas.openxmlformats.org/officeDocument/2006/relationships/extended-properties" Target="docProps/app.xml"/><Relationship Id="rId2" Type="http://schemas.openxmlformats.org/package/2006/relationships/metadata/core-properties" Target="docProps/core.xml"/><Relationship Id="rId1" Type="http://schemas.openxmlformats.org/officeDocument/2006/relationships/officeDocument" Target="ppt/presentation.xml"/></Relationships>
</file>

<file path=ppt/presentation.xml><?xml version="1.0" encoding="utf-8"?>
<p:presentation xmlns:a="http://schemas.openxmlformats.org/drawingml/2006/main" xmlns:r="http://schemas.openxmlformats.org/officeDocument/2006/relationships" xmlns:p="http://schemas.openxmlformats.org/presentationml/2006/main" saveSubsetFonts="1">
  <p:sldMasterIdLst>
    <p:sldMasterId id="2147483672" r:id="rId1"/>
  </p:sldMasterIdLst>
  <p:notesMasterIdLst>
    <p:notesMasterId r:id="rId48"/>
  </p:notesMasterIdLst>
  <p:sldIdLst>
    <p:sldId id="294" r:id="rId2"/>
    <p:sldId id="415" r:id="rId3"/>
    <p:sldId id="414" r:id="rId4"/>
    <p:sldId id="412" r:id="rId5"/>
    <p:sldId id="259" r:id="rId6"/>
    <p:sldId id="260" r:id="rId7"/>
    <p:sldId id="274" r:id="rId8"/>
    <p:sldId id="275" r:id="rId9"/>
    <p:sldId id="417" r:id="rId10"/>
    <p:sldId id="292" r:id="rId11"/>
    <p:sldId id="295" r:id="rId12"/>
    <p:sldId id="281" r:id="rId13"/>
    <p:sldId id="261" r:id="rId14"/>
    <p:sldId id="262" r:id="rId15"/>
    <p:sldId id="273" r:id="rId16"/>
    <p:sldId id="276" r:id="rId17"/>
    <p:sldId id="264" r:id="rId18"/>
    <p:sldId id="263" r:id="rId19"/>
    <p:sldId id="416" r:id="rId20"/>
    <p:sldId id="265" r:id="rId21"/>
    <p:sldId id="280" r:id="rId22"/>
    <p:sldId id="293" r:id="rId23"/>
    <p:sldId id="267" r:id="rId24"/>
    <p:sldId id="316" r:id="rId25"/>
    <p:sldId id="282" r:id="rId26"/>
    <p:sldId id="288" r:id="rId27"/>
    <p:sldId id="289" r:id="rId28"/>
    <p:sldId id="413" r:id="rId29"/>
    <p:sldId id="411" r:id="rId30"/>
    <p:sldId id="291" r:id="rId31"/>
    <p:sldId id="407" r:id="rId32"/>
    <p:sldId id="305" r:id="rId33"/>
    <p:sldId id="306" r:id="rId34"/>
    <p:sldId id="307" r:id="rId35"/>
    <p:sldId id="297" r:id="rId36"/>
    <p:sldId id="298" r:id="rId37"/>
    <p:sldId id="299" r:id="rId38"/>
    <p:sldId id="317" r:id="rId39"/>
    <p:sldId id="318" r:id="rId40"/>
    <p:sldId id="408" r:id="rId41"/>
    <p:sldId id="319" r:id="rId42"/>
    <p:sldId id="418" r:id="rId43"/>
    <p:sldId id="320" r:id="rId44"/>
    <p:sldId id="321" r:id="rId45"/>
    <p:sldId id="409" r:id="rId46"/>
    <p:sldId id="322" r:id="rId47"/>
  </p:sldIdLst>
  <p:sldSz cx="9144000" cy="6858000" type="screen4x3"/>
  <p:notesSz cx="7315200" cy="9601200"/>
  <p:defaultTextStyle>
    <a:defPPr>
      <a:defRPr lang="en-US"/>
    </a:defPPr>
    <a:lvl1pPr marL="0" algn="l" defTabSz="914400" rtl="0" eaLnBrk="1" latinLnBrk="0" hangingPunct="1">
      <a:defRPr sz="1800" kern="1200">
        <a:solidFill>
          <a:schemeClr val="tx1"/>
        </a:solidFill>
        <a:latin typeface="+mn-lt"/>
        <a:ea typeface="+mn-ea"/>
        <a:cs typeface="+mn-cs"/>
      </a:defRPr>
    </a:lvl1pPr>
    <a:lvl2pPr marL="457200" algn="l" defTabSz="914400" rtl="0" eaLnBrk="1" latinLnBrk="0" hangingPunct="1">
      <a:defRPr sz="1800" kern="1200">
        <a:solidFill>
          <a:schemeClr val="tx1"/>
        </a:solidFill>
        <a:latin typeface="+mn-lt"/>
        <a:ea typeface="+mn-ea"/>
        <a:cs typeface="+mn-cs"/>
      </a:defRPr>
    </a:lvl2pPr>
    <a:lvl3pPr marL="914400" algn="l" defTabSz="914400" rtl="0" eaLnBrk="1" latinLnBrk="0" hangingPunct="1">
      <a:defRPr sz="1800" kern="1200">
        <a:solidFill>
          <a:schemeClr val="tx1"/>
        </a:solidFill>
        <a:latin typeface="+mn-lt"/>
        <a:ea typeface="+mn-ea"/>
        <a:cs typeface="+mn-cs"/>
      </a:defRPr>
    </a:lvl3pPr>
    <a:lvl4pPr marL="1371600" algn="l" defTabSz="914400" rtl="0" eaLnBrk="1" latinLnBrk="0" hangingPunct="1">
      <a:defRPr sz="1800" kern="1200">
        <a:solidFill>
          <a:schemeClr val="tx1"/>
        </a:solidFill>
        <a:latin typeface="+mn-lt"/>
        <a:ea typeface="+mn-ea"/>
        <a:cs typeface="+mn-cs"/>
      </a:defRPr>
    </a:lvl4pPr>
    <a:lvl5pPr marL="1828800" algn="l" defTabSz="914400" rtl="0" eaLnBrk="1" latinLnBrk="0" hangingPunct="1">
      <a:defRPr sz="1800" kern="1200">
        <a:solidFill>
          <a:schemeClr val="tx1"/>
        </a:solidFill>
        <a:latin typeface="+mn-lt"/>
        <a:ea typeface="+mn-ea"/>
        <a:cs typeface="+mn-cs"/>
      </a:defRPr>
    </a:lvl5pPr>
    <a:lvl6pPr marL="2286000" algn="l" defTabSz="914400" rtl="0" eaLnBrk="1" latinLnBrk="0" hangingPunct="1">
      <a:defRPr sz="1800" kern="1200">
        <a:solidFill>
          <a:schemeClr val="tx1"/>
        </a:solidFill>
        <a:latin typeface="+mn-lt"/>
        <a:ea typeface="+mn-ea"/>
        <a:cs typeface="+mn-cs"/>
      </a:defRPr>
    </a:lvl6pPr>
    <a:lvl7pPr marL="2743200" algn="l" defTabSz="914400" rtl="0" eaLnBrk="1" latinLnBrk="0" hangingPunct="1">
      <a:defRPr sz="1800" kern="1200">
        <a:solidFill>
          <a:schemeClr val="tx1"/>
        </a:solidFill>
        <a:latin typeface="+mn-lt"/>
        <a:ea typeface="+mn-ea"/>
        <a:cs typeface="+mn-cs"/>
      </a:defRPr>
    </a:lvl7pPr>
    <a:lvl8pPr marL="3200400" algn="l" defTabSz="914400" rtl="0" eaLnBrk="1" latinLnBrk="0" hangingPunct="1">
      <a:defRPr sz="1800" kern="1200">
        <a:solidFill>
          <a:schemeClr val="tx1"/>
        </a:solidFill>
        <a:latin typeface="+mn-lt"/>
        <a:ea typeface="+mn-ea"/>
        <a:cs typeface="+mn-cs"/>
      </a:defRPr>
    </a:lvl8pPr>
    <a:lvl9pPr marL="3657600" algn="l" defTabSz="914400" rtl="0" eaLnBrk="1" latinLnBrk="0" hangingPunct="1">
      <a:defRPr sz="1800" kern="1200">
        <a:solidFill>
          <a:schemeClr val="tx1"/>
        </a:solidFill>
        <a:latin typeface="+mn-lt"/>
        <a:ea typeface="+mn-ea"/>
        <a:cs typeface="+mn-cs"/>
      </a:defRPr>
    </a:lvl9pPr>
  </p:defaultTextStyle>
  <p:extLst>
    <p:ext uri="{521415D9-36F7-43E2-AB2F-B90AF26B5E84}">
      <p14:sectionLst xmlns:p14="http://schemas.microsoft.com/office/powerpoint/2010/main">
        <p14:section name="Introduction" id="{00414DC9-0645-4083-969A-0E91DFB27E53}">
          <p14:sldIdLst>
            <p14:sldId id="294"/>
            <p14:sldId id="415"/>
            <p14:sldId id="414"/>
          </p14:sldIdLst>
        </p14:section>
        <p14:section name="Bayesian Networks" id="{71F8DEDF-787B-487C-B69A-23E849119B89}">
          <p14:sldIdLst>
            <p14:sldId id="412"/>
            <p14:sldId id="259"/>
            <p14:sldId id="260"/>
            <p14:sldId id="274"/>
            <p14:sldId id="275"/>
            <p14:sldId id="417"/>
            <p14:sldId id="292"/>
            <p14:sldId id="295"/>
            <p14:sldId id="281"/>
            <p14:sldId id="261"/>
            <p14:sldId id="262"/>
            <p14:sldId id="273"/>
            <p14:sldId id="276"/>
            <p14:sldId id="264"/>
            <p14:sldId id="263"/>
          </p14:sldIdLst>
        </p14:section>
        <p14:section name="Constructing Bayesian Networks" id="{4DEA269B-4784-48B7-98AA-BF12D67ACD5F}">
          <p14:sldIdLst>
            <p14:sldId id="416"/>
            <p14:sldId id="265"/>
            <p14:sldId id="280"/>
            <p14:sldId id="293"/>
            <p14:sldId id="267"/>
          </p14:sldIdLst>
        </p14:section>
        <p14:section name="Exact Inference in Bayesian Networks" id="{E28E4138-660E-46D9-AE6C-11AAE04FC7DF}">
          <p14:sldIdLst>
            <p14:sldId id="316"/>
            <p14:sldId id="282"/>
            <p14:sldId id="288"/>
            <p14:sldId id="289"/>
            <p14:sldId id="413"/>
          </p14:sldIdLst>
        </p14:section>
        <p14:section name="Approximate Inference in Bayes Networks" id="{7D7CE26B-4811-4FD5-91F3-0227F93FAC1B}">
          <p14:sldIdLst>
            <p14:sldId id="411"/>
            <p14:sldId id="291"/>
            <p14:sldId id="407"/>
            <p14:sldId id="305"/>
            <p14:sldId id="306"/>
            <p14:sldId id="307"/>
            <p14:sldId id="297"/>
            <p14:sldId id="298"/>
            <p14:sldId id="299"/>
            <p14:sldId id="317"/>
            <p14:sldId id="318"/>
            <p14:sldId id="408"/>
            <p14:sldId id="319"/>
          </p14:sldIdLst>
        </p14:section>
        <p14:section name="MCMC" id="{340D9B00-FBA5-4A1A-AB41-1A373AFC1CC5}">
          <p14:sldIdLst>
            <p14:sldId id="418"/>
            <p14:sldId id="320"/>
            <p14:sldId id="321"/>
            <p14:sldId id="409"/>
            <p14:sldId id="322"/>
          </p14:sldIdLst>
        </p14:section>
      </p14:sectionLst>
    </p:ext>
    <p:ext uri="{EFAFB233-063F-42B5-8137-9DF3F51BA10A}">
      <p15:sldGuideLst xmlns:p15="http://schemas.microsoft.com/office/powerpoint/2012/main">
        <p15:guide id="1" orient="horz" pos="2160">
          <p15:clr>
            <a:srgbClr val="A4A3A4"/>
          </p15:clr>
        </p15:guide>
        <p15:guide id="2" pos="2880">
          <p15:clr>
            <a:srgbClr val="A4A3A4"/>
          </p15:clr>
        </p15:guide>
      </p15:sldGuideLst>
    </p:ext>
  </p:extLst>
</p:presentation>
</file>

<file path=ppt/presProps.xml><?xml version="1.0" encoding="utf-8"?>
<p:presentationPr xmlns:a="http://schemas.openxmlformats.org/drawingml/2006/main" xmlns:r="http://schemas.openxmlformats.org/officeDocument/2006/relationships" xmlns:p="http://schemas.openxmlformats.org/presentationml/2006/main">
  <p:clrMru>
    <a:srgbClr val="DCD7E5"/>
    <a:srgbClr val="000000"/>
    <a:srgbClr val="B2B2B2"/>
    <a:srgbClr val="0066FF"/>
  </p:clrMru>
  <p:extLst>
    <p:ext uri="{E76CE94A-603C-4142-B9EB-6D1370010A27}">
      <p14:discardImageEditData xmlns:p14="http://schemas.microsoft.com/office/powerpoint/2010/main" val="0"/>
    </p:ext>
    <p:ext uri="{D31A062A-798A-4329-ABDD-BBA856620510}">
      <p14:defaultImageDpi xmlns:p14="http://schemas.microsoft.com/office/powerpoint/2010/main" val="220"/>
    </p:ext>
    <p:ext uri="{FD5EFAAD-0ECE-453E-9831-46B23BE46B34}">
      <p15:chartTrackingRefBased xmlns:p15="http://schemas.microsoft.com/office/powerpoint/2012/main" val="0"/>
    </p:ext>
  </p:extLst>
</p:presentationPr>
</file>

<file path=ppt/tableStyles.xml><?xml version="1.0" encoding="utf-8"?>
<a:tblStyleLst xmlns:a="http://schemas.openxmlformats.org/drawingml/2006/main" def="{5C22544A-7EE6-4342-B048-85BDC9FD1C3A}">
  <a:tblStyle styleId="{5C22544A-7EE6-4342-B048-85BDC9FD1C3A}" styleName="Medium Style 2 - Accent 1">
    <a:wholeTbl>
      <a:tcTxStyle>
        <a:fontRef idx="minor">
          <a:prstClr val="black"/>
        </a:fontRef>
        <a:schemeClr val="dk1"/>
      </a:tcTxStyle>
      <a:tcStyle>
        <a:tcBdr>
          <a:left>
            <a:ln w="12700" cmpd="sng">
              <a:solidFill>
                <a:schemeClr val="lt1"/>
              </a:solidFill>
            </a:ln>
          </a:left>
          <a:right>
            <a:ln w="12700" cmpd="sng">
              <a:solidFill>
                <a:schemeClr val="lt1"/>
              </a:solidFill>
            </a:ln>
          </a:right>
          <a:top>
            <a:ln w="12700" cmpd="sng">
              <a:solidFill>
                <a:schemeClr val="lt1"/>
              </a:solidFill>
            </a:ln>
          </a:top>
          <a:bottom>
            <a:ln w="12700" cmpd="sng">
              <a:solidFill>
                <a:schemeClr val="lt1"/>
              </a:solidFill>
            </a:ln>
          </a:bottom>
          <a:insideH>
            <a:ln w="12700" cmpd="sng">
              <a:solidFill>
                <a:schemeClr val="lt1"/>
              </a:solidFill>
            </a:ln>
          </a:insideH>
          <a:insideV>
            <a:ln w="12700" cmpd="sng">
              <a:solidFill>
                <a:schemeClr val="lt1"/>
              </a:solidFill>
            </a:ln>
          </a:insideV>
        </a:tcBdr>
        <a:fill>
          <a:solidFill>
            <a:schemeClr val="accent1">
              <a:tint val="20000"/>
            </a:schemeClr>
          </a:solidFill>
        </a:fill>
      </a:tcStyle>
    </a:wholeTbl>
    <a:band1H>
      <a:tcStyle>
        <a:tcBdr/>
        <a:fill>
          <a:solidFill>
            <a:schemeClr val="accent1">
              <a:tint val="40000"/>
            </a:schemeClr>
          </a:solidFill>
        </a:fill>
      </a:tcStyle>
    </a:band1H>
    <a:band2H>
      <a:tcStyle>
        <a:tcBdr/>
      </a:tcStyle>
    </a:band2H>
    <a:band1V>
      <a:tcStyle>
        <a:tcBdr/>
        <a:fill>
          <a:solidFill>
            <a:schemeClr val="accent1">
              <a:tint val="40000"/>
            </a:schemeClr>
          </a:solidFill>
        </a:fill>
      </a:tcStyle>
    </a:band1V>
    <a:band2V>
      <a:tcStyle>
        <a:tcBdr/>
      </a:tcStyle>
    </a:band2V>
    <a:lastCol>
      <a:tcTxStyle b="on">
        <a:fontRef idx="minor">
          <a:prstClr val="black"/>
        </a:fontRef>
        <a:schemeClr val="lt1"/>
      </a:tcTxStyle>
      <a:tcStyle>
        <a:tcBdr/>
        <a:fill>
          <a:solidFill>
            <a:schemeClr val="accent1"/>
          </a:solidFill>
        </a:fill>
      </a:tcStyle>
    </a:lastCol>
    <a:firstCol>
      <a:tcTxStyle b="on">
        <a:fontRef idx="minor">
          <a:prstClr val="black"/>
        </a:fontRef>
        <a:schemeClr val="lt1"/>
      </a:tcTxStyle>
      <a:tcStyle>
        <a:tcBdr/>
        <a:fill>
          <a:solidFill>
            <a:schemeClr val="accent1"/>
          </a:solidFill>
        </a:fill>
      </a:tcStyle>
    </a:firstCol>
    <a:lastRow>
      <a:tcTxStyle b="on">
        <a:fontRef idx="minor">
          <a:prstClr val="black"/>
        </a:fontRef>
        <a:schemeClr val="lt1"/>
      </a:tcTxStyle>
      <a:tcStyle>
        <a:tcBdr>
          <a:top>
            <a:ln w="38100" cmpd="sng">
              <a:solidFill>
                <a:schemeClr val="lt1"/>
              </a:solidFill>
            </a:ln>
          </a:top>
        </a:tcBdr>
        <a:fill>
          <a:solidFill>
            <a:schemeClr val="accent1"/>
          </a:solidFill>
        </a:fill>
      </a:tcStyle>
    </a:lastRow>
    <a:firstRow>
      <a:tcTxStyle b="on">
        <a:fontRef idx="minor">
          <a:prstClr val="black"/>
        </a:fontRef>
        <a:schemeClr val="lt1"/>
      </a:tcTxStyle>
      <a:tcStyle>
        <a:tcBdr>
          <a:bottom>
            <a:ln w="38100" cmpd="sng">
              <a:solidFill>
                <a:schemeClr val="lt1"/>
              </a:solidFill>
            </a:ln>
          </a:bottom>
        </a:tcBdr>
        <a:fill>
          <a:solidFill>
            <a:schemeClr val="accent1"/>
          </a:solidFill>
        </a:fill>
      </a:tcStyle>
    </a:firstRow>
  </a:tblStyle>
  <a:tblStyle styleId="{F5AB1C69-6EDB-4FF4-983F-18BD219EF322}" styleName="Medium Style 2 - Accent 3">
    <a:wholeTbl>
      <a:tcTxStyle>
        <a:fontRef idx="minor">
          <a:prstClr val="black"/>
        </a:fontRef>
        <a:schemeClr val="dk1"/>
      </a:tcTxStyle>
      <a:tcStyle>
        <a:tcBdr>
          <a:left>
            <a:ln w="12700" cmpd="sng">
              <a:solidFill>
                <a:schemeClr val="lt1"/>
              </a:solidFill>
            </a:ln>
          </a:left>
          <a:right>
            <a:ln w="12700" cmpd="sng">
              <a:solidFill>
                <a:schemeClr val="lt1"/>
              </a:solidFill>
            </a:ln>
          </a:right>
          <a:top>
            <a:ln w="12700" cmpd="sng">
              <a:solidFill>
                <a:schemeClr val="lt1"/>
              </a:solidFill>
            </a:ln>
          </a:top>
          <a:bottom>
            <a:ln w="12700" cmpd="sng">
              <a:solidFill>
                <a:schemeClr val="lt1"/>
              </a:solidFill>
            </a:ln>
          </a:bottom>
          <a:insideH>
            <a:ln w="12700" cmpd="sng">
              <a:solidFill>
                <a:schemeClr val="lt1"/>
              </a:solidFill>
            </a:ln>
          </a:insideH>
          <a:insideV>
            <a:ln w="12700" cmpd="sng">
              <a:solidFill>
                <a:schemeClr val="lt1"/>
              </a:solidFill>
            </a:ln>
          </a:insideV>
        </a:tcBdr>
        <a:fill>
          <a:solidFill>
            <a:schemeClr val="accent3">
              <a:tint val="20000"/>
            </a:schemeClr>
          </a:solidFill>
        </a:fill>
      </a:tcStyle>
    </a:wholeTbl>
    <a:band1H>
      <a:tcStyle>
        <a:tcBdr/>
        <a:fill>
          <a:solidFill>
            <a:schemeClr val="accent3">
              <a:tint val="40000"/>
            </a:schemeClr>
          </a:solidFill>
        </a:fill>
      </a:tcStyle>
    </a:band1H>
    <a:band2H>
      <a:tcStyle>
        <a:tcBdr/>
      </a:tcStyle>
    </a:band2H>
    <a:band1V>
      <a:tcStyle>
        <a:tcBdr/>
        <a:fill>
          <a:solidFill>
            <a:schemeClr val="accent3">
              <a:tint val="40000"/>
            </a:schemeClr>
          </a:solidFill>
        </a:fill>
      </a:tcStyle>
    </a:band1V>
    <a:band2V>
      <a:tcStyle>
        <a:tcBdr/>
      </a:tcStyle>
    </a:band2V>
    <a:lastCol>
      <a:tcTxStyle b="on">
        <a:fontRef idx="minor">
          <a:prstClr val="black"/>
        </a:fontRef>
        <a:schemeClr val="lt1"/>
      </a:tcTxStyle>
      <a:tcStyle>
        <a:tcBdr/>
        <a:fill>
          <a:solidFill>
            <a:schemeClr val="accent3"/>
          </a:solidFill>
        </a:fill>
      </a:tcStyle>
    </a:lastCol>
    <a:firstCol>
      <a:tcTxStyle b="on">
        <a:fontRef idx="minor">
          <a:prstClr val="black"/>
        </a:fontRef>
        <a:schemeClr val="lt1"/>
      </a:tcTxStyle>
      <a:tcStyle>
        <a:tcBdr/>
        <a:fill>
          <a:solidFill>
            <a:schemeClr val="accent3"/>
          </a:solidFill>
        </a:fill>
      </a:tcStyle>
    </a:firstCol>
    <a:lastRow>
      <a:tcTxStyle b="on">
        <a:fontRef idx="minor">
          <a:prstClr val="black"/>
        </a:fontRef>
        <a:schemeClr val="lt1"/>
      </a:tcTxStyle>
      <a:tcStyle>
        <a:tcBdr>
          <a:top>
            <a:ln w="38100" cmpd="sng">
              <a:solidFill>
                <a:schemeClr val="lt1"/>
              </a:solidFill>
            </a:ln>
          </a:top>
        </a:tcBdr>
        <a:fill>
          <a:solidFill>
            <a:schemeClr val="accent3"/>
          </a:solidFill>
        </a:fill>
      </a:tcStyle>
    </a:lastRow>
    <a:firstRow>
      <a:tcTxStyle b="on">
        <a:fontRef idx="minor">
          <a:prstClr val="black"/>
        </a:fontRef>
        <a:schemeClr val="lt1"/>
      </a:tcTxStyle>
      <a:tcStyle>
        <a:tcBdr>
          <a:bottom>
            <a:ln w="38100" cmpd="sng">
              <a:solidFill>
                <a:schemeClr val="lt1"/>
              </a:solidFill>
            </a:ln>
          </a:bottom>
        </a:tcBdr>
        <a:fill>
          <a:solidFill>
            <a:schemeClr val="accent3"/>
          </a:solidFill>
        </a:fill>
      </a:tcStyle>
    </a:firstRow>
  </a:tblStyle>
</a:tblStyleLst>
</file>

<file path=ppt/viewProps.xml><?xml version="1.0" encoding="utf-8"?>
<p:viewPr xmlns:a="http://schemas.openxmlformats.org/drawingml/2006/main" xmlns:r="http://schemas.openxmlformats.org/officeDocument/2006/relationships" xmlns:p="http://schemas.openxmlformats.org/presentationml/2006/main" lastView="sldThumbnailView">
  <p:normalViewPr>
    <p:restoredLeft sz="34581" autoAdjust="0"/>
    <p:restoredTop sz="86427" autoAdjust="0"/>
  </p:normalViewPr>
  <p:slideViewPr>
    <p:cSldViewPr>
      <p:cViewPr varScale="1">
        <p:scale>
          <a:sx n="83" d="100"/>
          <a:sy n="83" d="100"/>
        </p:scale>
        <p:origin x="1376" y="52"/>
      </p:cViewPr>
      <p:guideLst>
        <p:guide orient="horz" pos="2160"/>
        <p:guide pos="2880"/>
      </p:guideLst>
    </p:cSldViewPr>
  </p:slideViewPr>
  <p:outlineViewPr>
    <p:cViewPr>
      <p:scale>
        <a:sx n="33" d="100"/>
        <a:sy n="33" d="100"/>
      </p:scale>
      <p:origin x="0" y="-24918"/>
    </p:cViewPr>
  </p:outlineViewPr>
  <p:notesTextViewPr>
    <p:cViewPr>
      <p:scale>
        <a:sx n="100" d="100"/>
        <a:sy n="100" d="100"/>
      </p:scale>
      <p:origin x="0" y="0"/>
    </p:cViewPr>
  </p:notesTextViewPr>
  <p:sorterViewPr>
    <p:cViewPr>
      <p:scale>
        <a:sx n="100" d="100"/>
        <a:sy n="100" d="100"/>
      </p:scale>
      <p:origin x="0" y="-8616"/>
    </p:cViewPr>
  </p:sorterViewPr>
  <p:gridSpacing cx="76200" cy="76200"/>
</p:viewPr>
</file>

<file path=ppt/_rels/presentation.xml.rels><?xml version="1.0" encoding="UTF-8" standalone="yes"?>
<Relationships xmlns="http://schemas.openxmlformats.org/package/2006/relationships"><Relationship Id="rId13" Type="http://schemas.openxmlformats.org/officeDocument/2006/relationships/slide" Target="slides/slide12.xml"/><Relationship Id="rId18" Type="http://schemas.openxmlformats.org/officeDocument/2006/relationships/slide" Target="slides/slide17.xml"/><Relationship Id="rId26" Type="http://schemas.openxmlformats.org/officeDocument/2006/relationships/slide" Target="slides/slide25.xml"/><Relationship Id="rId39" Type="http://schemas.openxmlformats.org/officeDocument/2006/relationships/slide" Target="slides/slide38.xml"/><Relationship Id="rId21" Type="http://schemas.openxmlformats.org/officeDocument/2006/relationships/slide" Target="slides/slide20.xml"/><Relationship Id="rId34" Type="http://schemas.openxmlformats.org/officeDocument/2006/relationships/slide" Target="slides/slide33.xml"/><Relationship Id="rId42" Type="http://schemas.openxmlformats.org/officeDocument/2006/relationships/slide" Target="slides/slide41.xml"/><Relationship Id="rId47" Type="http://schemas.openxmlformats.org/officeDocument/2006/relationships/slide" Target="slides/slide46.xml"/><Relationship Id="rId50" Type="http://schemas.openxmlformats.org/officeDocument/2006/relationships/viewProps" Target="viewProps.xml"/><Relationship Id="rId7" Type="http://schemas.openxmlformats.org/officeDocument/2006/relationships/slide" Target="slides/slide6.xml"/><Relationship Id="rId2" Type="http://schemas.openxmlformats.org/officeDocument/2006/relationships/slide" Target="slides/slide1.xml"/><Relationship Id="rId16" Type="http://schemas.openxmlformats.org/officeDocument/2006/relationships/slide" Target="slides/slide15.xml"/><Relationship Id="rId29" Type="http://schemas.openxmlformats.org/officeDocument/2006/relationships/slide" Target="slides/slide28.xml"/><Relationship Id="rId11" Type="http://schemas.openxmlformats.org/officeDocument/2006/relationships/slide" Target="slides/slide10.xml"/><Relationship Id="rId24" Type="http://schemas.openxmlformats.org/officeDocument/2006/relationships/slide" Target="slides/slide23.xml"/><Relationship Id="rId32" Type="http://schemas.openxmlformats.org/officeDocument/2006/relationships/slide" Target="slides/slide31.xml"/><Relationship Id="rId37" Type="http://schemas.openxmlformats.org/officeDocument/2006/relationships/slide" Target="slides/slide36.xml"/><Relationship Id="rId40" Type="http://schemas.openxmlformats.org/officeDocument/2006/relationships/slide" Target="slides/slide39.xml"/><Relationship Id="rId45" Type="http://schemas.openxmlformats.org/officeDocument/2006/relationships/slide" Target="slides/slide44.xml"/><Relationship Id="rId5" Type="http://schemas.openxmlformats.org/officeDocument/2006/relationships/slide" Target="slides/slide4.xml"/><Relationship Id="rId15" Type="http://schemas.openxmlformats.org/officeDocument/2006/relationships/slide" Target="slides/slide14.xml"/><Relationship Id="rId23" Type="http://schemas.openxmlformats.org/officeDocument/2006/relationships/slide" Target="slides/slide22.xml"/><Relationship Id="rId28" Type="http://schemas.openxmlformats.org/officeDocument/2006/relationships/slide" Target="slides/slide27.xml"/><Relationship Id="rId36" Type="http://schemas.openxmlformats.org/officeDocument/2006/relationships/slide" Target="slides/slide35.xml"/><Relationship Id="rId49" Type="http://schemas.openxmlformats.org/officeDocument/2006/relationships/presProps" Target="presProps.xml"/><Relationship Id="rId10" Type="http://schemas.openxmlformats.org/officeDocument/2006/relationships/slide" Target="slides/slide9.xml"/><Relationship Id="rId19" Type="http://schemas.openxmlformats.org/officeDocument/2006/relationships/slide" Target="slides/slide18.xml"/><Relationship Id="rId31" Type="http://schemas.openxmlformats.org/officeDocument/2006/relationships/slide" Target="slides/slide30.xml"/><Relationship Id="rId44" Type="http://schemas.openxmlformats.org/officeDocument/2006/relationships/slide" Target="slides/slide43.xml"/><Relationship Id="rId52" Type="http://schemas.openxmlformats.org/officeDocument/2006/relationships/tableStyles" Target="tableStyles.xml"/><Relationship Id="rId4" Type="http://schemas.openxmlformats.org/officeDocument/2006/relationships/slide" Target="slides/slide3.xml"/><Relationship Id="rId9" Type="http://schemas.openxmlformats.org/officeDocument/2006/relationships/slide" Target="slides/slide8.xml"/><Relationship Id="rId14" Type="http://schemas.openxmlformats.org/officeDocument/2006/relationships/slide" Target="slides/slide13.xml"/><Relationship Id="rId22" Type="http://schemas.openxmlformats.org/officeDocument/2006/relationships/slide" Target="slides/slide21.xml"/><Relationship Id="rId27" Type="http://schemas.openxmlformats.org/officeDocument/2006/relationships/slide" Target="slides/slide26.xml"/><Relationship Id="rId30" Type="http://schemas.openxmlformats.org/officeDocument/2006/relationships/slide" Target="slides/slide29.xml"/><Relationship Id="rId35" Type="http://schemas.openxmlformats.org/officeDocument/2006/relationships/slide" Target="slides/slide34.xml"/><Relationship Id="rId43" Type="http://schemas.openxmlformats.org/officeDocument/2006/relationships/slide" Target="slides/slide42.xml"/><Relationship Id="rId48" Type="http://schemas.openxmlformats.org/officeDocument/2006/relationships/notesMaster" Target="notesMasters/notesMaster1.xml"/><Relationship Id="rId8" Type="http://schemas.openxmlformats.org/officeDocument/2006/relationships/slide" Target="slides/slide7.xml"/><Relationship Id="rId51" Type="http://schemas.openxmlformats.org/officeDocument/2006/relationships/theme" Target="theme/theme1.xml"/><Relationship Id="rId3" Type="http://schemas.openxmlformats.org/officeDocument/2006/relationships/slide" Target="slides/slide2.xml"/><Relationship Id="rId12" Type="http://schemas.openxmlformats.org/officeDocument/2006/relationships/slide" Target="slides/slide11.xml"/><Relationship Id="rId17" Type="http://schemas.openxmlformats.org/officeDocument/2006/relationships/slide" Target="slides/slide16.xml"/><Relationship Id="rId25" Type="http://schemas.openxmlformats.org/officeDocument/2006/relationships/slide" Target="slides/slide24.xml"/><Relationship Id="rId33" Type="http://schemas.openxmlformats.org/officeDocument/2006/relationships/slide" Target="slides/slide32.xml"/><Relationship Id="rId38" Type="http://schemas.openxmlformats.org/officeDocument/2006/relationships/slide" Target="slides/slide37.xml"/><Relationship Id="rId46" Type="http://schemas.openxmlformats.org/officeDocument/2006/relationships/slide" Target="slides/slide45.xml"/><Relationship Id="rId20" Type="http://schemas.openxmlformats.org/officeDocument/2006/relationships/slide" Target="slides/slide19.xml"/><Relationship Id="rId41" Type="http://schemas.openxmlformats.org/officeDocument/2006/relationships/slide" Target="slides/slide40.xml"/><Relationship Id="rId1" Type="http://schemas.openxmlformats.org/officeDocument/2006/relationships/slideMaster" Target="slideMasters/slideMaster1.xml"/><Relationship Id="rId6" Type="http://schemas.openxmlformats.org/officeDocument/2006/relationships/slide" Target="slides/slide5.xml"/></Relationships>
</file>

<file path=ppt/diagrams/_rels/data2.xml.rels><?xml version="1.0" encoding="UTF-8" standalone="yes"?>
<Relationships xmlns="http://schemas.openxmlformats.org/package/2006/relationships"><Relationship Id="rId8" Type="http://schemas.openxmlformats.org/officeDocument/2006/relationships/image" Target="../media/image13.svg"/><Relationship Id="rId3" Type="http://schemas.openxmlformats.org/officeDocument/2006/relationships/image" Target="../media/image8.png"/><Relationship Id="rId7" Type="http://schemas.openxmlformats.org/officeDocument/2006/relationships/image" Target="../media/image12.png"/><Relationship Id="rId2" Type="http://schemas.openxmlformats.org/officeDocument/2006/relationships/image" Target="../media/image7.svg"/><Relationship Id="rId1" Type="http://schemas.openxmlformats.org/officeDocument/2006/relationships/image" Target="../media/image6.png"/><Relationship Id="rId6" Type="http://schemas.openxmlformats.org/officeDocument/2006/relationships/image" Target="../media/image11.svg"/><Relationship Id="rId5" Type="http://schemas.openxmlformats.org/officeDocument/2006/relationships/image" Target="../media/image10.png"/><Relationship Id="rId4" Type="http://schemas.openxmlformats.org/officeDocument/2006/relationships/image" Target="../media/image9.svg"/></Relationships>
</file>

<file path=ppt/diagrams/_rels/data3.xml.rels><?xml version="1.0" encoding="UTF-8" standalone="yes"?>
<Relationships xmlns="http://schemas.openxmlformats.org/package/2006/relationships"><Relationship Id="rId3" Type="http://schemas.openxmlformats.org/officeDocument/2006/relationships/image" Target="../media/image46.png"/><Relationship Id="rId2" Type="http://schemas.openxmlformats.org/officeDocument/2006/relationships/image" Target="../media/image45.svg"/><Relationship Id="rId1" Type="http://schemas.openxmlformats.org/officeDocument/2006/relationships/image" Target="../media/image44.png"/><Relationship Id="rId6" Type="http://schemas.openxmlformats.org/officeDocument/2006/relationships/image" Target="../media/image49.svg"/><Relationship Id="rId5" Type="http://schemas.openxmlformats.org/officeDocument/2006/relationships/image" Target="../media/image48.png"/><Relationship Id="rId4" Type="http://schemas.openxmlformats.org/officeDocument/2006/relationships/image" Target="../media/image47.svg"/></Relationships>
</file>

<file path=ppt/diagrams/_rels/drawing2.xml.rels><?xml version="1.0" encoding="UTF-8" standalone="yes"?>
<Relationships xmlns="http://schemas.openxmlformats.org/package/2006/relationships"><Relationship Id="rId8" Type="http://schemas.openxmlformats.org/officeDocument/2006/relationships/image" Target="../media/image13.svg"/><Relationship Id="rId3" Type="http://schemas.openxmlformats.org/officeDocument/2006/relationships/image" Target="../media/image8.png"/><Relationship Id="rId7" Type="http://schemas.openxmlformats.org/officeDocument/2006/relationships/image" Target="../media/image12.png"/><Relationship Id="rId2" Type="http://schemas.openxmlformats.org/officeDocument/2006/relationships/image" Target="../media/image7.svg"/><Relationship Id="rId1" Type="http://schemas.openxmlformats.org/officeDocument/2006/relationships/image" Target="../media/image6.png"/><Relationship Id="rId6" Type="http://schemas.openxmlformats.org/officeDocument/2006/relationships/image" Target="../media/image11.svg"/><Relationship Id="rId5" Type="http://schemas.openxmlformats.org/officeDocument/2006/relationships/image" Target="../media/image10.png"/><Relationship Id="rId4" Type="http://schemas.openxmlformats.org/officeDocument/2006/relationships/image" Target="../media/image9.svg"/></Relationships>
</file>

<file path=ppt/diagrams/_rels/drawing3.xml.rels><?xml version="1.0" encoding="UTF-8" standalone="yes"?>
<Relationships xmlns="http://schemas.openxmlformats.org/package/2006/relationships"><Relationship Id="rId3" Type="http://schemas.openxmlformats.org/officeDocument/2006/relationships/image" Target="../media/image46.png"/><Relationship Id="rId2" Type="http://schemas.openxmlformats.org/officeDocument/2006/relationships/image" Target="../media/image45.svg"/><Relationship Id="rId1" Type="http://schemas.openxmlformats.org/officeDocument/2006/relationships/image" Target="../media/image44.png"/><Relationship Id="rId6" Type="http://schemas.openxmlformats.org/officeDocument/2006/relationships/image" Target="../media/image49.svg"/><Relationship Id="rId5" Type="http://schemas.openxmlformats.org/officeDocument/2006/relationships/image" Target="../media/image48.png"/><Relationship Id="rId4" Type="http://schemas.openxmlformats.org/officeDocument/2006/relationships/image" Target="../media/image47.svg"/></Relationships>
</file>

<file path=ppt/diagrams/colors1.xml><?xml version="1.0" encoding="utf-8"?>
<dgm:colorsDef xmlns:dgm="http://schemas.openxmlformats.org/drawingml/2006/diagram" xmlns:a="http://schemas.openxmlformats.org/drawingml/2006/main" uniqueId="urn:microsoft.com/office/officeart/2005/8/colors/colorful1">
  <dgm:title val=""/>
  <dgm:desc val=""/>
  <dgm:catLst>
    <dgm:cat type="colorful" pri="10100"/>
  </dgm:catLst>
  <dgm:styleLbl name="node0">
    <dgm:fillClrLst meth="repeat">
      <a:schemeClr val="accent1"/>
    </dgm:fillClrLst>
    <dgm:linClrLst meth="repeat">
      <a:schemeClr val="lt1"/>
    </dgm:linClrLst>
    <dgm:effectClrLst/>
    <dgm:txLinClrLst/>
    <dgm:txFillClrLst/>
    <dgm:txEffectClrLst/>
  </dgm:styleLbl>
  <dgm:styleLbl name="node1">
    <dgm:fillClrLst meth="repeat">
      <a:schemeClr val="accent2"/>
      <a:schemeClr val="accent3"/>
      <a:schemeClr val="accent4"/>
      <a:schemeClr val="accent5"/>
      <a:schemeClr val="accent6"/>
    </dgm:fillClrLst>
    <dgm:linClrLst meth="repeat">
      <a:schemeClr val="lt1"/>
    </dgm:linClrLst>
    <dgm:effectClrLst/>
    <dgm:txLinClrLst/>
    <dgm:txFillClrLst/>
    <dgm:txEffectClrLst/>
  </dgm:styleLbl>
  <dgm:styleLbl name="alignNode1">
    <dgm:fillClrLst meth="repeat">
      <a:schemeClr val="accent2"/>
      <a:schemeClr val="accent3"/>
      <a:schemeClr val="accent4"/>
      <a:schemeClr val="accent5"/>
      <a:schemeClr val="accent6"/>
    </dgm:fillClrLst>
    <dgm:linClrLst meth="repeat">
      <a:schemeClr val="accent2"/>
      <a:schemeClr val="accent3"/>
      <a:schemeClr val="accent4"/>
      <a:schemeClr val="accent5"/>
      <a:schemeClr val="accent6"/>
    </dgm:linClrLst>
    <dgm:effectClrLst/>
    <dgm:txLinClrLst/>
    <dgm:txFillClrLst/>
    <dgm:txEffectClrLst/>
  </dgm:styleLbl>
  <dgm:styleLbl name="lnNode1">
    <dgm:fillClrLst meth="repeat">
      <a:schemeClr val="accent2"/>
      <a:schemeClr val="accent3"/>
      <a:schemeClr val="accent4"/>
      <a:schemeClr val="accent5"/>
      <a:schemeClr val="accent6"/>
    </dgm:fillClrLst>
    <dgm:linClrLst meth="repeat">
      <a:schemeClr val="lt1"/>
    </dgm:linClrLst>
    <dgm:effectClrLst/>
    <dgm:txLinClrLst/>
    <dgm:txFillClrLst/>
    <dgm:txEffectClrLst/>
  </dgm:styleLbl>
  <dgm:styleLbl name="vennNode1">
    <dgm:fillClrLst meth="repeat">
      <a:schemeClr val="accent2">
        <a:alpha val="50000"/>
      </a:schemeClr>
      <a:schemeClr val="accent3">
        <a:alpha val="50000"/>
      </a:schemeClr>
      <a:schemeClr val="accent4">
        <a:alpha val="50000"/>
      </a:schemeClr>
      <a:schemeClr val="accent5">
        <a:alpha val="50000"/>
      </a:schemeClr>
      <a:schemeClr val="accent6">
        <a:alpha val="50000"/>
      </a:schemeClr>
    </dgm:fillClrLst>
    <dgm:linClrLst meth="repeat">
      <a:schemeClr val="lt1"/>
    </dgm:linClrLst>
    <dgm:effectClrLst/>
    <dgm:txLinClrLst/>
    <dgm:txFillClrLst/>
    <dgm:txEffectClrLst/>
  </dgm:styleLbl>
  <dgm:styleLbl name="node2">
    <dgm:fillClrLst>
      <a:schemeClr val="accent2"/>
    </dgm:fillClrLst>
    <dgm:linClrLst meth="repeat">
      <a:schemeClr val="lt1"/>
    </dgm:linClrLst>
    <dgm:effectClrLst/>
    <dgm:txLinClrLst/>
    <dgm:txFillClrLst/>
    <dgm:txEffectClrLst/>
  </dgm:styleLbl>
  <dgm:styleLbl name="node3">
    <dgm:fillClrLst>
      <a:schemeClr val="accent3"/>
    </dgm:fillClrLst>
    <dgm:linClrLst meth="repeat">
      <a:schemeClr val="lt1"/>
    </dgm:linClrLst>
    <dgm:effectClrLst/>
    <dgm:txLinClrLst/>
    <dgm:txFillClrLst/>
    <dgm:txEffectClrLst/>
  </dgm:styleLbl>
  <dgm:styleLbl name="node4">
    <dgm:fillClrLst>
      <a:schemeClr val="accent4"/>
    </dgm:fillClrLst>
    <dgm:linClrLst meth="repeat">
      <a:schemeClr val="lt1"/>
    </dgm:linClrLst>
    <dgm:effectClrLst/>
    <dgm:txLinClrLst/>
    <dgm:txFillClrLst/>
    <dgm:txEffectClrLst/>
  </dgm:styleLbl>
  <dgm:styleLbl name="fgImgPlace1">
    <dgm:fillClrLst meth="repeat">
      <a:schemeClr val="accent2">
        <a:tint val="50000"/>
      </a:schemeClr>
      <a:schemeClr val="accent3">
        <a:tint val="50000"/>
      </a:schemeClr>
      <a:schemeClr val="accent4">
        <a:tint val="50000"/>
      </a:schemeClr>
      <a:schemeClr val="accent5">
        <a:tint val="50000"/>
      </a:schemeClr>
      <a:schemeClr val="accent6">
        <a:tint val="50000"/>
      </a:schemeClr>
    </dgm:fillClrLst>
    <dgm:linClrLst meth="repeat">
      <a:schemeClr val="lt1"/>
    </dgm:linClrLst>
    <dgm:effectClrLst/>
    <dgm:txLinClrLst/>
    <dgm:txFillClrLst meth="repeat">
      <a:schemeClr val="lt1"/>
    </dgm:txFillClrLst>
    <dgm:txEffectClrLst/>
  </dgm:styleLbl>
  <dgm:styleLbl name="alignImgPlace1">
    <dgm:fillClrLst>
      <a:schemeClr val="accent1">
        <a:tint val="50000"/>
      </a:schemeClr>
      <a:schemeClr val="accent2">
        <a:tint val="20000"/>
      </a:schemeClr>
    </dgm:fillClrLst>
    <dgm:linClrLst meth="repeat">
      <a:schemeClr val="lt1"/>
    </dgm:linClrLst>
    <dgm:effectClrLst/>
    <dgm:txLinClrLst/>
    <dgm:txFillClrLst meth="repeat">
      <a:schemeClr val="lt1"/>
    </dgm:txFillClrLst>
    <dgm:txEffectClrLst/>
  </dgm:styleLbl>
  <dgm:styleLbl name="bgImgPlace1">
    <dgm:fillClrLst>
      <a:schemeClr val="accent1">
        <a:tint val="50000"/>
      </a:schemeClr>
      <a:schemeClr val="accent2">
        <a:tint val="20000"/>
      </a:schemeClr>
    </dgm:fillClrLst>
    <dgm:linClrLst meth="repeat">
      <a:schemeClr val="lt1"/>
    </dgm:linClrLst>
    <dgm:effectClrLst/>
    <dgm:txLinClrLst/>
    <dgm:txFillClrLst meth="repeat">
      <a:schemeClr val="lt1"/>
    </dgm:txFillClrLst>
    <dgm:txEffectClrLst/>
  </dgm:styleLbl>
  <dgm:styleLbl name="sibTrans2D1">
    <dgm:fillClrLst meth="repeat">
      <a:schemeClr val="accent2"/>
      <a:schemeClr val="accent3"/>
      <a:schemeClr val="accent4"/>
      <a:schemeClr val="accent5"/>
      <a:schemeClr val="accent6"/>
    </dgm:fillClrLst>
    <dgm:linClrLst meth="cycle">
      <a:schemeClr val="lt1"/>
    </dgm:linClrLst>
    <dgm:effectClrLst/>
    <dgm:txLinClrLst/>
    <dgm:txFillClrLst/>
    <dgm:txEffectClrLst/>
  </dgm:styleLbl>
  <dgm:styleLbl name="fgSibTrans2D1">
    <dgm:fillClrLst meth="repeat">
      <a:schemeClr val="accent2"/>
      <a:schemeClr val="accent3"/>
      <a:schemeClr val="accent4"/>
      <a:schemeClr val="accent5"/>
      <a:schemeClr val="accent6"/>
    </dgm:fillClrLst>
    <dgm:linClrLst meth="cycle">
      <a:schemeClr val="lt1"/>
    </dgm:linClrLst>
    <dgm:effectClrLst/>
    <dgm:txLinClrLst/>
    <dgm:txFillClrLst meth="repeat">
      <a:schemeClr val="lt1"/>
    </dgm:txFillClrLst>
    <dgm:txEffectClrLst/>
  </dgm:styleLbl>
  <dgm:styleLbl name="bgSibTrans2D1">
    <dgm:fillClrLst meth="repeat">
      <a:schemeClr val="accent2"/>
      <a:schemeClr val="accent3"/>
      <a:schemeClr val="accent4"/>
      <a:schemeClr val="accent5"/>
      <a:schemeClr val="accent6"/>
    </dgm:fillClrLst>
    <dgm:linClrLst meth="cycle">
      <a:schemeClr val="lt1"/>
    </dgm:linClrLst>
    <dgm:effectClrLst/>
    <dgm:txLinClrLst/>
    <dgm:txFillClrLst meth="repeat">
      <a:schemeClr val="lt1"/>
    </dgm:txFillClrLst>
    <dgm:txEffectClrLst/>
  </dgm:styleLbl>
  <dgm:styleLbl name="sibTrans1D1">
    <dgm:fillClrLst meth="repeat">
      <a:schemeClr val="accent2"/>
      <a:schemeClr val="accent3"/>
      <a:schemeClr val="accent4"/>
      <a:schemeClr val="accent5"/>
      <a:schemeClr val="accent6"/>
    </dgm:fillClrLst>
    <dgm:linClrLst meth="repeat">
      <a:schemeClr val="accent2"/>
      <a:schemeClr val="accent3"/>
      <a:schemeClr val="accent4"/>
      <a:schemeClr val="accent5"/>
      <a:schemeClr val="accent6"/>
    </dgm:linClrLst>
    <dgm:effectClrLst/>
    <dgm:txLinClrLst/>
    <dgm:txFillClrLst meth="repeat">
      <a:schemeClr val="tx1"/>
    </dgm:txFillClrLst>
    <dgm:txEffectClrLst/>
  </dgm:styleLbl>
  <dgm:styleLbl name="callout">
    <dgm:fillClrLst meth="repeat">
      <a:schemeClr val="accent2"/>
    </dgm:fillClrLst>
    <dgm:linClrLst meth="repeat">
      <a:schemeClr val="accent2">
        <a:tint val="50000"/>
      </a:schemeClr>
    </dgm:linClrLst>
    <dgm:effectClrLst/>
    <dgm:txLinClrLst/>
    <dgm:txFillClrLst meth="repeat">
      <a:schemeClr val="tx1"/>
    </dgm:txFillClrLst>
    <dgm:txEffectClrLst/>
  </dgm:styleLbl>
  <dgm:styleLbl name="asst0">
    <dgm:fillClrLst meth="repeat">
      <a:schemeClr val="accent1"/>
    </dgm:fillClrLst>
    <dgm:linClrLst meth="repeat">
      <a:schemeClr val="lt1"/>
    </dgm:linClrLst>
    <dgm:effectClrLst/>
    <dgm:txLinClrLst/>
    <dgm:txFillClrLst/>
    <dgm:txEffectClrLst/>
  </dgm:styleLbl>
  <dgm:styleLbl name="asst1">
    <dgm:fillClrLst meth="repeat">
      <a:schemeClr val="accent2"/>
    </dgm:fillClrLst>
    <dgm:linClrLst meth="repeat">
      <a:schemeClr val="lt1"/>
    </dgm:linClrLst>
    <dgm:effectClrLst/>
    <dgm:txLinClrLst/>
    <dgm:txFillClrLst/>
    <dgm:txEffectClrLst/>
  </dgm:styleLbl>
  <dgm:styleLbl name="asst2">
    <dgm:fillClrLst>
      <a:schemeClr val="accent3"/>
    </dgm:fillClrLst>
    <dgm:linClrLst meth="repeat">
      <a:schemeClr val="lt1"/>
    </dgm:linClrLst>
    <dgm:effectClrLst/>
    <dgm:txLinClrLst/>
    <dgm:txFillClrLst/>
    <dgm:txEffectClrLst/>
  </dgm:styleLbl>
  <dgm:styleLbl name="asst3">
    <dgm:fillClrLst>
      <a:schemeClr val="accent4"/>
    </dgm:fillClrLst>
    <dgm:linClrLst meth="repeat">
      <a:schemeClr val="lt1"/>
    </dgm:linClrLst>
    <dgm:effectClrLst/>
    <dgm:txLinClrLst/>
    <dgm:txFillClrLst/>
    <dgm:txEffectClrLst/>
  </dgm:styleLbl>
  <dgm:styleLbl name="asst4">
    <dgm:fillClrLst>
      <a:schemeClr val="accent5"/>
    </dgm:fillClrLst>
    <dgm:linClrLst meth="repeat">
      <a:schemeClr val="lt1"/>
    </dgm:linClrLst>
    <dgm:effectClrLst/>
    <dgm:txLinClrLst/>
    <dgm:txFillClrLst/>
    <dgm:txEffectClrLst/>
  </dgm:styleLbl>
  <dgm:styleLbl name="parChTrans2D1">
    <dgm:fillClrLst meth="repeat">
      <a:schemeClr val="accent2"/>
    </dgm:fillClrLst>
    <dgm:linClrLst meth="repeat">
      <a:schemeClr val="lt1"/>
    </dgm:linClrLst>
    <dgm:effectClrLst/>
    <dgm:txLinClrLst/>
    <dgm:txFillClrLst meth="repeat">
      <a:schemeClr val="lt1"/>
    </dgm:txFillClrLst>
    <dgm:txEffectClrLst/>
  </dgm:styleLbl>
  <dgm:styleLbl name="parChTrans2D2">
    <dgm:fillClrLst meth="repeat">
      <a:schemeClr val="accent3"/>
    </dgm:fillClrLst>
    <dgm:linClrLst meth="repeat">
      <a:schemeClr val="lt1"/>
    </dgm:linClrLst>
    <dgm:effectClrLst/>
    <dgm:txLinClrLst/>
    <dgm:txFillClrLst/>
    <dgm:txEffectClrLst/>
  </dgm:styleLbl>
  <dgm:styleLbl name="parChTrans2D3">
    <dgm:fillClrLst meth="repeat">
      <a:schemeClr val="accent4"/>
    </dgm:fillClrLst>
    <dgm:linClrLst meth="repeat">
      <a:schemeClr val="lt1"/>
    </dgm:linClrLst>
    <dgm:effectClrLst/>
    <dgm:txLinClrLst/>
    <dgm:txFillClrLst/>
    <dgm:txEffectClrLst/>
  </dgm:styleLbl>
  <dgm:styleLbl name="parChTrans2D4">
    <dgm:fillClrLst meth="repeat">
      <a:schemeClr val="accent5"/>
    </dgm:fillClrLst>
    <dgm:linClrLst meth="repeat">
      <a:schemeClr val="lt1"/>
    </dgm:linClrLst>
    <dgm:effectClrLst/>
    <dgm:txLinClrLst/>
    <dgm:txFillClrLst meth="repeat">
      <a:schemeClr val="lt1"/>
    </dgm:txFillClrLst>
    <dgm:txEffectClrLst/>
  </dgm:styleLbl>
  <dgm:styleLbl name="parChTrans1D1">
    <dgm:fillClrLst meth="repeat">
      <a:schemeClr val="accent2"/>
    </dgm:fillClrLst>
    <dgm:linClrLst meth="repeat">
      <a:schemeClr val="accent1"/>
    </dgm:linClrLst>
    <dgm:effectClrLst/>
    <dgm:txLinClrLst/>
    <dgm:txFillClrLst meth="repeat">
      <a:schemeClr val="tx1"/>
    </dgm:txFillClrLst>
    <dgm:txEffectClrLst/>
  </dgm:styleLbl>
  <dgm:styleLbl name="parChTrans1D2">
    <dgm:fillClrLst meth="repeat">
      <a:schemeClr val="accent3">
        <a:tint val="90000"/>
      </a:schemeClr>
    </dgm:fillClrLst>
    <dgm:linClrLst meth="repeat">
      <a:schemeClr val="accent2"/>
    </dgm:linClrLst>
    <dgm:effectClrLst/>
    <dgm:txLinClrLst/>
    <dgm:txFillClrLst meth="repeat">
      <a:schemeClr val="tx1"/>
    </dgm:txFillClrLst>
    <dgm:txEffectClrLst/>
  </dgm:styleLbl>
  <dgm:styleLbl name="parChTrans1D3">
    <dgm:fillClrLst meth="repeat">
      <a:schemeClr val="accent4">
        <a:tint val="70000"/>
      </a:schemeClr>
    </dgm:fillClrLst>
    <dgm:linClrLst meth="repeat">
      <a:schemeClr val="accent3"/>
    </dgm:linClrLst>
    <dgm:effectClrLst/>
    <dgm:txLinClrLst/>
    <dgm:txFillClrLst meth="repeat">
      <a:schemeClr val="tx1"/>
    </dgm:txFillClrLst>
    <dgm:txEffectClrLst/>
  </dgm:styleLbl>
  <dgm:styleLbl name="parChTrans1D4">
    <dgm:fillClrLst meth="repeat">
      <a:schemeClr val="accent5">
        <a:tint val="50000"/>
      </a:schemeClr>
    </dgm:fillClrLst>
    <dgm:linClrLst meth="repeat">
      <a:schemeClr val="accent4"/>
    </dgm:linClrLst>
    <dgm:effectClrLst/>
    <dgm:txLinClrLst/>
    <dgm:txFillClrLst meth="repeat">
      <a:schemeClr val="tx1"/>
    </dgm:txFillClrLst>
    <dgm:txEffectClrLst/>
  </dgm:styleLbl>
  <dgm:styleLbl name="fgAcc1">
    <dgm:fillClrLst meth="repeat">
      <a:schemeClr val="lt1">
        <a:alpha val="90000"/>
      </a:schemeClr>
    </dgm:fillClrLst>
    <dgm:linClrLst meth="repeat">
      <a:schemeClr val="accent2"/>
      <a:schemeClr val="accent3"/>
      <a:schemeClr val="accent4"/>
      <a:schemeClr val="accent5"/>
      <a:schemeClr val="accent6"/>
    </dgm:linClrLst>
    <dgm:effectClrLst/>
    <dgm:txLinClrLst/>
    <dgm:txFillClrLst meth="repeat">
      <a:schemeClr val="dk1"/>
    </dgm:txFillClrLst>
    <dgm:txEffectClrLst/>
  </dgm:styleLbl>
  <dgm:styleLbl name="conFgAcc1">
    <dgm:fillClrLst meth="repeat">
      <a:schemeClr val="lt1">
        <a:alpha val="90000"/>
      </a:schemeClr>
    </dgm:fillClrLst>
    <dgm:linClrLst meth="repeat">
      <a:schemeClr val="accent2"/>
      <a:schemeClr val="accent3"/>
      <a:schemeClr val="accent4"/>
      <a:schemeClr val="accent5"/>
      <a:schemeClr val="accent6"/>
    </dgm:linClrLst>
    <dgm:effectClrLst/>
    <dgm:txLinClrLst/>
    <dgm:txFillClrLst meth="repeat">
      <a:schemeClr val="dk1"/>
    </dgm:txFillClrLst>
    <dgm:txEffectClrLst/>
  </dgm:styleLbl>
  <dgm:styleLbl name="alignAcc1">
    <dgm:fillClrLst meth="repeat">
      <a:schemeClr val="lt1">
        <a:alpha val="90000"/>
      </a:schemeClr>
    </dgm:fillClrLst>
    <dgm:linClrLst meth="repeat">
      <a:schemeClr val="accent2"/>
      <a:schemeClr val="accent3"/>
      <a:schemeClr val="accent4"/>
      <a:schemeClr val="accent5"/>
      <a:schemeClr val="accent6"/>
    </dgm:linClrLst>
    <dgm:effectClrLst/>
    <dgm:txLinClrLst/>
    <dgm:txFillClrLst meth="repeat">
      <a:schemeClr val="dk1"/>
    </dgm:txFillClrLst>
    <dgm:txEffectClrLst/>
  </dgm:styleLbl>
  <dgm:styleLbl name="trAlignAcc1">
    <dgm:fillClrLst meth="repeat">
      <a:schemeClr val="lt1">
        <a:alpha val="40000"/>
      </a:schemeClr>
    </dgm:fillClrLst>
    <dgm:linClrLst meth="repeat">
      <a:schemeClr val="accent1"/>
    </dgm:linClrLst>
    <dgm:effectClrLst/>
    <dgm:txLinClrLst/>
    <dgm:txFillClrLst meth="repeat">
      <a:schemeClr val="dk1"/>
    </dgm:txFillClrLst>
    <dgm:txEffectClrLst/>
  </dgm:styleLbl>
  <dgm:styleLbl name="bgAcc1">
    <dgm:fillClrLst meth="repeat">
      <a:schemeClr val="lt1">
        <a:alpha val="90000"/>
      </a:schemeClr>
    </dgm:fillClrLst>
    <dgm:linClrLst meth="repeat">
      <a:schemeClr val="accent2"/>
      <a:schemeClr val="accent3"/>
      <a:schemeClr val="accent4"/>
      <a:schemeClr val="accent5"/>
      <a:schemeClr val="accent6"/>
    </dgm:linClrLst>
    <dgm:effectClrLst/>
    <dgm:txLinClrLst/>
    <dgm:txFillClrLst meth="repeat">
      <a:schemeClr val="dk1"/>
    </dgm:txFillClrLst>
    <dgm:txEffectClrLst/>
  </dgm:styleLbl>
  <dgm:styleLbl name="solidFgAcc1">
    <dgm:fillClrLst meth="repeat">
      <a:schemeClr val="lt1"/>
    </dgm:fillClrLst>
    <dgm:linClrLst meth="repeat">
      <a:schemeClr val="accent2"/>
      <a:schemeClr val="accent3"/>
      <a:schemeClr val="accent4"/>
      <a:schemeClr val="accent5"/>
      <a:schemeClr val="accent6"/>
    </dgm:linClrLst>
    <dgm:effectClrLst/>
    <dgm:txLinClrLst/>
    <dgm:txFillClrLst meth="repeat">
      <a:schemeClr val="dk1"/>
    </dgm:txFillClrLst>
    <dgm:txEffectClrLst/>
  </dgm:styleLbl>
  <dgm:styleLbl name="solidAlignAcc1">
    <dgm:fillClrLst meth="repeat">
      <a:schemeClr val="lt1"/>
    </dgm:fillClrLst>
    <dgm:linClrLst meth="repeat">
      <a:schemeClr val="accent2"/>
      <a:schemeClr val="accent3"/>
      <a:schemeClr val="accent4"/>
      <a:schemeClr val="accent5"/>
      <a:schemeClr val="accent6"/>
    </dgm:linClrLst>
    <dgm:effectClrLst/>
    <dgm:txLinClrLst/>
    <dgm:txFillClrLst meth="repeat">
      <a:schemeClr val="dk1"/>
    </dgm:txFillClrLst>
    <dgm:txEffectClrLst/>
  </dgm:styleLbl>
  <dgm:styleLbl name="solidBgAcc1">
    <dgm:fillClrLst meth="repeat">
      <a:schemeClr val="lt1"/>
    </dgm:fillClrLst>
    <dgm:linClrLst meth="repeat">
      <a:schemeClr val="accent2"/>
      <a:schemeClr val="accent3"/>
      <a:schemeClr val="accent4"/>
      <a:schemeClr val="accent5"/>
      <a:schemeClr val="accent6"/>
    </dgm:linClrLst>
    <dgm:effectClrLst/>
    <dgm:txLinClrLst/>
    <dgm:txFillClrLst meth="repeat">
      <a:schemeClr val="dk1"/>
    </dgm:txFillClrLst>
    <dgm:txEffectClrLst/>
  </dgm:styleLbl>
  <dgm:styleLbl name="fgAccFollowNode1">
    <dgm:fillClrLst meth="repeat">
      <a:schemeClr val="accent2">
        <a:tint val="40000"/>
        <a:alpha val="90000"/>
      </a:schemeClr>
      <a:schemeClr val="accent3">
        <a:tint val="40000"/>
        <a:alpha val="90000"/>
      </a:schemeClr>
      <a:schemeClr val="accent4">
        <a:tint val="40000"/>
        <a:alpha val="90000"/>
      </a:schemeClr>
      <a:schemeClr val="accent5">
        <a:tint val="40000"/>
        <a:alpha val="90000"/>
      </a:schemeClr>
      <a:schemeClr val="accent6">
        <a:tint val="40000"/>
        <a:alpha val="90000"/>
      </a:schemeClr>
    </dgm:fillClrLst>
    <dgm:linClrLst meth="repeat">
      <a:schemeClr val="accent2">
        <a:tint val="40000"/>
        <a:alpha val="90000"/>
      </a:schemeClr>
      <a:schemeClr val="accent3">
        <a:tint val="40000"/>
        <a:alpha val="90000"/>
      </a:schemeClr>
      <a:schemeClr val="accent4">
        <a:tint val="40000"/>
        <a:alpha val="90000"/>
      </a:schemeClr>
      <a:schemeClr val="accent5">
        <a:tint val="40000"/>
        <a:alpha val="90000"/>
      </a:schemeClr>
      <a:schemeClr val="accent6">
        <a:tint val="40000"/>
        <a:alpha val="90000"/>
      </a:schemeClr>
    </dgm:linClrLst>
    <dgm:effectClrLst/>
    <dgm:txLinClrLst/>
    <dgm:txFillClrLst meth="repeat">
      <a:schemeClr val="dk1"/>
    </dgm:txFillClrLst>
    <dgm:txEffectClrLst/>
  </dgm:styleLbl>
  <dgm:styleLbl name="alignAccFollowNode1">
    <dgm:fillClrLst meth="repeat">
      <a:schemeClr val="accent2">
        <a:tint val="40000"/>
        <a:alpha val="90000"/>
      </a:schemeClr>
      <a:schemeClr val="accent3">
        <a:tint val="40000"/>
        <a:alpha val="90000"/>
      </a:schemeClr>
      <a:schemeClr val="accent4">
        <a:tint val="40000"/>
        <a:alpha val="90000"/>
      </a:schemeClr>
      <a:schemeClr val="accent5">
        <a:tint val="40000"/>
        <a:alpha val="90000"/>
      </a:schemeClr>
      <a:schemeClr val="accent6">
        <a:tint val="40000"/>
        <a:alpha val="90000"/>
      </a:schemeClr>
    </dgm:fillClrLst>
    <dgm:linClrLst meth="repeat">
      <a:schemeClr val="accent2">
        <a:tint val="40000"/>
        <a:alpha val="90000"/>
      </a:schemeClr>
      <a:schemeClr val="accent3">
        <a:tint val="40000"/>
        <a:alpha val="90000"/>
      </a:schemeClr>
      <a:schemeClr val="accent4">
        <a:tint val="40000"/>
        <a:alpha val="90000"/>
      </a:schemeClr>
      <a:schemeClr val="accent5">
        <a:tint val="40000"/>
        <a:alpha val="90000"/>
      </a:schemeClr>
      <a:schemeClr val="accent6">
        <a:tint val="40000"/>
        <a:alpha val="90000"/>
      </a:schemeClr>
    </dgm:linClrLst>
    <dgm:effectClrLst/>
    <dgm:txLinClrLst/>
    <dgm:txFillClrLst meth="repeat">
      <a:schemeClr val="dk1"/>
    </dgm:txFillClrLst>
    <dgm:txEffectClrLst/>
  </dgm:styleLbl>
  <dgm:styleLbl name="bgAccFollowNode1">
    <dgm:fillClrLst meth="repeat">
      <a:schemeClr val="accent2">
        <a:tint val="40000"/>
        <a:alpha val="90000"/>
      </a:schemeClr>
      <a:schemeClr val="accent3">
        <a:tint val="40000"/>
        <a:alpha val="90000"/>
      </a:schemeClr>
      <a:schemeClr val="accent4">
        <a:tint val="40000"/>
        <a:alpha val="90000"/>
      </a:schemeClr>
      <a:schemeClr val="accent5">
        <a:tint val="40000"/>
        <a:alpha val="90000"/>
      </a:schemeClr>
      <a:schemeClr val="accent6">
        <a:tint val="40000"/>
        <a:alpha val="90000"/>
      </a:schemeClr>
    </dgm:fillClrLst>
    <dgm:linClrLst meth="repeat">
      <a:schemeClr val="accent2">
        <a:tint val="40000"/>
        <a:alpha val="90000"/>
      </a:schemeClr>
      <a:schemeClr val="accent3">
        <a:tint val="40000"/>
        <a:alpha val="90000"/>
      </a:schemeClr>
      <a:schemeClr val="accent4">
        <a:tint val="40000"/>
        <a:alpha val="90000"/>
      </a:schemeClr>
      <a:schemeClr val="accent5">
        <a:tint val="40000"/>
        <a:alpha val="90000"/>
      </a:schemeClr>
      <a:schemeClr val="accent6">
        <a:tint val="40000"/>
        <a:alpha val="90000"/>
      </a:schemeClr>
    </dgm:linClrLst>
    <dgm:effectClrLst/>
    <dgm:txLinClrLst/>
    <dgm:txFillClrLst meth="repeat">
      <a:schemeClr val="dk1"/>
    </dgm:txFillClrLst>
    <dgm:txEffectClrLst/>
  </dgm:styleLbl>
  <dgm:styleLbl name="fgAcc0">
    <dgm:fillClrLst meth="repeat">
      <a:schemeClr val="lt1">
        <a:alpha val="90000"/>
      </a:schemeClr>
    </dgm:fillClrLst>
    <dgm:linClrLst>
      <a:schemeClr val="accent1"/>
    </dgm:linClrLst>
    <dgm:effectClrLst/>
    <dgm:txLinClrLst/>
    <dgm:txFillClrLst meth="repeat">
      <a:schemeClr val="dk1"/>
    </dgm:txFillClrLst>
    <dgm:txEffectClrLst/>
  </dgm:styleLbl>
  <dgm:styleLbl name="fgAcc2">
    <dgm:fillClrLst meth="repeat">
      <a:schemeClr val="lt1">
        <a:alpha val="90000"/>
      </a:schemeClr>
    </dgm:fillClrLst>
    <dgm:linClrLst>
      <a:schemeClr val="accent2"/>
    </dgm:linClrLst>
    <dgm:effectClrLst/>
    <dgm:txLinClrLst/>
    <dgm:txFillClrLst meth="repeat">
      <a:schemeClr val="dk1"/>
    </dgm:txFillClrLst>
    <dgm:txEffectClrLst/>
  </dgm:styleLbl>
  <dgm:styleLbl name="fgAcc3">
    <dgm:fillClrLst meth="repeat">
      <a:schemeClr val="lt1">
        <a:alpha val="90000"/>
      </a:schemeClr>
    </dgm:fillClrLst>
    <dgm:linClrLst>
      <a:schemeClr val="accent3"/>
    </dgm:linClrLst>
    <dgm:effectClrLst/>
    <dgm:txLinClrLst/>
    <dgm:txFillClrLst meth="repeat">
      <a:schemeClr val="dk1"/>
    </dgm:txFillClrLst>
    <dgm:txEffectClrLst/>
  </dgm:styleLbl>
  <dgm:styleLbl name="fgAcc4">
    <dgm:fillClrLst meth="repeat">
      <a:schemeClr val="lt1">
        <a:alpha val="90000"/>
      </a:schemeClr>
    </dgm:fillClrLst>
    <dgm:linClrLst>
      <a:schemeClr val="accent4"/>
    </dgm:linClrLst>
    <dgm:effectClrLst/>
    <dgm:txLinClrLst/>
    <dgm:txFillClrLst meth="repeat">
      <a:schemeClr val="dk1"/>
    </dgm:txFillClrLst>
    <dgm:txEffectClrLst/>
  </dgm:styleLbl>
  <dgm:styleLbl name="bgShp">
    <dgm:fillClrLst meth="repeat">
      <a:schemeClr val="accent2">
        <a:tint val="40000"/>
      </a:schemeClr>
    </dgm:fillClrLst>
    <dgm:linClrLst meth="repeat">
      <a:schemeClr val="dk1"/>
    </dgm:linClrLst>
    <dgm:effectClrLst/>
    <dgm:txLinClrLst/>
    <dgm:txFillClrLst meth="repeat">
      <a:schemeClr val="dk1"/>
    </dgm:txFillClrLst>
    <dgm:txEffectClrLst/>
  </dgm:styleLbl>
  <dgm:styleLbl name="dkBgShp">
    <dgm:fillClrLst meth="repeat">
      <a:schemeClr val="accent2">
        <a:shade val="90000"/>
      </a:schemeClr>
    </dgm:fillClrLst>
    <dgm:linClrLst meth="repeat">
      <a:schemeClr val="dk1"/>
    </dgm:linClrLst>
    <dgm:effectClrLst/>
    <dgm:txLinClrLst/>
    <dgm:txFillClrLst meth="repeat">
      <a:schemeClr val="lt1"/>
    </dgm:txFillClrLst>
    <dgm:txEffectClrLst/>
  </dgm:styleLbl>
  <dgm:styleLbl name="trBgShp">
    <dgm:fillClrLst meth="repeat">
      <a:schemeClr val="accent1">
        <a:tint val="50000"/>
        <a:alpha val="40000"/>
      </a:schemeClr>
    </dgm:fillClrLst>
    <dgm:linClrLst meth="repeat">
      <a:schemeClr val="accent2"/>
    </dgm:linClrLst>
    <dgm:effectClrLst/>
    <dgm:txLinClrLst/>
    <dgm:txFillClrLst meth="repeat">
      <a:schemeClr val="lt1"/>
    </dgm:txFillClrLst>
    <dgm:txEffectClrLst/>
  </dgm:styleLbl>
  <dgm:styleLbl name="fgShp">
    <dgm:fillClrLst meth="repeat">
      <a:schemeClr val="accent2">
        <a:tint val="40000"/>
      </a:schemeClr>
    </dgm:fillClrLst>
    <dgm:linClrLst meth="repeat">
      <a:schemeClr val="lt1"/>
    </dgm:linClrLst>
    <dgm:effectClrLst/>
    <dgm:txLinClrLst/>
    <dgm:txFillClrLst meth="repeat">
      <a:schemeClr val="dk1"/>
    </dgm:txFillClrLst>
    <dgm:txEffectClrLst/>
  </dgm:styleLbl>
  <dgm:styleLbl name="revTx">
    <dgm:fillClrLst meth="repeat">
      <a:schemeClr val="lt1">
        <a:alpha val="0"/>
      </a:schemeClr>
    </dgm:fillClrLst>
    <dgm:linClrLst meth="repeat">
      <a:schemeClr val="dk1">
        <a:alpha val="0"/>
      </a:schemeClr>
    </dgm:linClrLst>
    <dgm:effectClrLst/>
    <dgm:txLinClrLst/>
    <dgm:txFillClrLst meth="repeat">
      <a:schemeClr val="tx1"/>
    </dgm:txFillClrLst>
    <dgm:txEffectClrLst/>
  </dgm:styleLbl>
</dgm:colorsDef>
</file>

<file path=ppt/diagrams/colors2.xml><?xml version="1.0" encoding="utf-8"?>
<dgm:colorsDef xmlns:dgm="http://schemas.openxmlformats.org/drawingml/2006/diagram" xmlns:a="http://schemas.openxmlformats.org/drawingml/2006/main" uniqueId="urn:microsoft.com/office/officeart/2018/5/colors/Iconchunking_neutralicontext_colorful1">
  <dgm:title val=""/>
  <dgm:desc val=""/>
  <dgm:catLst>
    <dgm:cat type="colorful" pri="10100"/>
  </dgm:catLst>
  <dgm:styleLbl name="node0">
    <dgm:fillClrLst meth="repeat">
      <a:schemeClr val="accent1"/>
    </dgm:fillClrLst>
    <dgm:linClrLst meth="repeat">
      <a:schemeClr val="lt1"/>
    </dgm:linClrLst>
    <dgm:effectClrLst/>
    <dgm:txLinClrLst/>
    <dgm:txFillClrLst/>
    <dgm:txEffectClrLst/>
  </dgm:styleLbl>
  <dgm:styleLbl name="node1">
    <dgm:fillClrLst meth="repeat">
      <a:schemeClr val="bg1"/>
    </dgm:fillClrLst>
    <dgm:linClrLst meth="repeat">
      <a:schemeClr val="lt1">
        <a:alpha val="0"/>
      </a:schemeClr>
    </dgm:linClrLst>
    <dgm:effectClrLst/>
    <dgm:txLinClrLst/>
    <dgm:txFillClrLst meth="repeat">
      <a:schemeClr val="dk1"/>
    </dgm:txFillClrLst>
    <dgm:txEffectClrLst/>
  </dgm:styleLbl>
  <dgm:styleLbl name="alignNode1">
    <dgm:fillClrLst meth="repeat">
      <a:schemeClr val="accent2"/>
      <a:schemeClr val="accent3"/>
      <a:schemeClr val="accent4"/>
      <a:schemeClr val="accent5"/>
      <a:schemeClr val="accent6"/>
    </dgm:fillClrLst>
    <dgm:linClrLst meth="repeat">
      <a:schemeClr val="accent2"/>
      <a:schemeClr val="accent3"/>
      <a:schemeClr val="accent4"/>
      <a:schemeClr val="accent5"/>
      <a:schemeClr val="accent6"/>
    </dgm:linClrLst>
    <dgm:effectClrLst/>
    <dgm:txLinClrLst/>
    <dgm:txFillClrLst/>
    <dgm:txEffectClrLst/>
  </dgm:styleLbl>
  <dgm:styleLbl name="lnNode1">
    <dgm:fillClrLst meth="repeat">
      <a:schemeClr val="accent2"/>
      <a:schemeClr val="accent3"/>
      <a:schemeClr val="accent4"/>
      <a:schemeClr val="accent5"/>
      <a:schemeClr val="accent6"/>
    </dgm:fillClrLst>
    <dgm:linClrLst meth="repeat">
      <a:schemeClr val="lt1"/>
    </dgm:linClrLst>
    <dgm:effectClrLst/>
    <dgm:txLinClrLst/>
    <dgm:txFillClrLst/>
    <dgm:txEffectClrLst/>
  </dgm:styleLbl>
  <dgm:styleLbl name="vennNode1">
    <dgm:fillClrLst meth="repeat">
      <a:schemeClr val="accent2">
        <a:alpha val="50000"/>
      </a:schemeClr>
      <a:schemeClr val="accent3">
        <a:alpha val="50000"/>
      </a:schemeClr>
      <a:schemeClr val="accent4">
        <a:alpha val="50000"/>
      </a:schemeClr>
      <a:schemeClr val="accent5">
        <a:alpha val="50000"/>
      </a:schemeClr>
      <a:schemeClr val="accent6">
        <a:alpha val="50000"/>
      </a:schemeClr>
    </dgm:fillClrLst>
    <dgm:linClrLst meth="repeat">
      <a:schemeClr val="lt1"/>
    </dgm:linClrLst>
    <dgm:effectClrLst/>
    <dgm:txLinClrLst/>
    <dgm:txFillClrLst/>
    <dgm:txEffectClrLst/>
  </dgm:styleLbl>
  <dgm:styleLbl name="node2">
    <dgm:fillClrLst>
      <a:schemeClr val="accent2"/>
    </dgm:fillClrLst>
    <dgm:linClrLst meth="repeat">
      <a:schemeClr val="lt1"/>
    </dgm:linClrLst>
    <dgm:effectClrLst/>
    <dgm:txLinClrLst/>
    <dgm:txFillClrLst/>
    <dgm:txEffectClrLst/>
  </dgm:styleLbl>
  <dgm:styleLbl name="node3">
    <dgm:fillClrLst>
      <a:schemeClr val="accent3"/>
    </dgm:fillClrLst>
    <dgm:linClrLst meth="repeat">
      <a:schemeClr val="lt1"/>
    </dgm:linClrLst>
    <dgm:effectClrLst/>
    <dgm:txLinClrLst/>
    <dgm:txFillClrLst/>
    <dgm:txEffectClrLst/>
  </dgm:styleLbl>
  <dgm:styleLbl name="node4">
    <dgm:fillClrLst>
      <a:schemeClr val="accent4"/>
    </dgm:fillClrLst>
    <dgm:linClrLst meth="repeat">
      <a:schemeClr val="lt1"/>
    </dgm:linClrLst>
    <dgm:effectClrLst/>
    <dgm:txLinClrLst/>
    <dgm:txFillClrLst/>
    <dgm:txEffectClrLst/>
  </dgm:styleLbl>
  <dgm:styleLbl name="fgImgPlace1">
    <dgm:fillClrLst meth="repeat">
      <a:schemeClr val="accent2">
        <a:tint val="50000"/>
      </a:schemeClr>
      <a:schemeClr val="accent3">
        <a:tint val="50000"/>
      </a:schemeClr>
      <a:schemeClr val="accent4">
        <a:tint val="50000"/>
      </a:schemeClr>
      <a:schemeClr val="accent5">
        <a:tint val="50000"/>
      </a:schemeClr>
      <a:schemeClr val="accent6">
        <a:tint val="50000"/>
      </a:schemeClr>
    </dgm:fillClrLst>
    <dgm:linClrLst meth="repeat">
      <a:schemeClr val="lt1"/>
    </dgm:linClrLst>
    <dgm:effectClrLst/>
    <dgm:txLinClrLst/>
    <dgm:txFillClrLst meth="repeat">
      <a:schemeClr val="lt1"/>
    </dgm:txFillClrLst>
    <dgm:txEffectClrLst/>
  </dgm:styleLbl>
  <dgm:styleLbl name="alignImgPlace1">
    <dgm:fillClrLst>
      <a:schemeClr val="accent1">
        <a:tint val="50000"/>
      </a:schemeClr>
      <a:schemeClr val="accent2">
        <a:tint val="20000"/>
      </a:schemeClr>
    </dgm:fillClrLst>
    <dgm:linClrLst meth="repeat">
      <a:schemeClr val="lt1"/>
    </dgm:linClrLst>
    <dgm:effectClrLst/>
    <dgm:txLinClrLst/>
    <dgm:txFillClrLst meth="repeat">
      <a:schemeClr val="lt1"/>
    </dgm:txFillClrLst>
    <dgm:txEffectClrLst/>
  </dgm:styleLbl>
  <dgm:styleLbl name="bgImgPlace1">
    <dgm:fillClrLst>
      <a:schemeClr val="accent1">
        <a:tint val="50000"/>
      </a:schemeClr>
      <a:schemeClr val="accent2">
        <a:tint val="20000"/>
      </a:schemeClr>
    </dgm:fillClrLst>
    <dgm:linClrLst meth="repeat">
      <a:schemeClr val="lt1"/>
    </dgm:linClrLst>
    <dgm:effectClrLst/>
    <dgm:txLinClrLst/>
    <dgm:txFillClrLst meth="repeat">
      <a:schemeClr val="lt1"/>
    </dgm:txFillClrLst>
    <dgm:txEffectClrLst/>
  </dgm:styleLbl>
  <dgm:styleLbl name="sibTrans2D1">
    <dgm:fillClrLst meth="repeat">
      <a:schemeClr val="accent2"/>
      <a:schemeClr val="accent3"/>
      <a:schemeClr val="accent4"/>
      <a:schemeClr val="accent5"/>
      <a:schemeClr val="accent6"/>
    </dgm:fillClrLst>
    <dgm:linClrLst meth="cycle">
      <a:schemeClr val="lt1"/>
    </dgm:linClrLst>
    <dgm:effectClrLst/>
    <dgm:txLinClrLst/>
    <dgm:txFillClrLst/>
    <dgm:txEffectClrLst/>
  </dgm:styleLbl>
  <dgm:styleLbl name="fgSibTrans2D1">
    <dgm:fillClrLst meth="repeat">
      <a:schemeClr val="accent2"/>
      <a:schemeClr val="accent3"/>
      <a:schemeClr val="accent4"/>
      <a:schemeClr val="accent5"/>
      <a:schemeClr val="accent6"/>
    </dgm:fillClrLst>
    <dgm:linClrLst meth="cycle">
      <a:schemeClr val="lt1"/>
    </dgm:linClrLst>
    <dgm:effectClrLst/>
    <dgm:txLinClrLst/>
    <dgm:txFillClrLst meth="repeat">
      <a:schemeClr val="lt1"/>
    </dgm:txFillClrLst>
    <dgm:txEffectClrLst/>
  </dgm:styleLbl>
  <dgm:styleLbl name="bgSibTrans2D1">
    <dgm:fillClrLst meth="repeat">
      <a:schemeClr val="accent2"/>
      <a:schemeClr val="accent3"/>
      <a:schemeClr val="accent4"/>
      <a:schemeClr val="accent5"/>
      <a:schemeClr val="accent6"/>
    </dgm:fillClrLst>
    <dgm:linClrLst meth="cycle">
      <a:schemeClr val="lt1"/>
    </dgm:linClrLst>
    <dgm:effectClrLst/>
    <dgm:txLinClrLst/>
    <dgm:txFillClrLst meth="repeat">
      <a:schemeClr val="lt1"/>
    </dgm:txFillClrLst>
    <dgm:txEffectClrLst/>
  </dgm:styleLbl>
  <dgm:styleLbl name="sibTrans1D1">
    <dgm:fillClrLst meth="repeat">
      <a:schemeClr val="accent2"/>
      <a:schemeClr val="accent3"/>
      <a:schemeClr val="accent4"/>
      <a:schemeClr val="accent5"/>
      <a:schemeClr val="accent6"/>
    </dgm:fillClrLst>
    <dgm:linClrLst meth="repeat">
      <a:schemeClr val="accent2"/>
      <a:schemeClr val="accent3"/>
      <a:schemeClr val="accent4"/>
      <a:schemeClr val="accent5"/>
      <a:schemeClr val="accent6"/>
    </dgm:linClrLst>
    <dgm:effectClrLst/>
    <dgm:txLinClrLst/>
    <dgm:txFillClrLst meth="repeat">
      <a:schemeClr val="tx1"/>
    </dgm:txFillClrLst>
    <dgm:txEffectClrLst/>
  </dgm:styleLbl>
  <dgm:styleLbl name="callout">
    <dgm:fillClrLst meth="repeat">
      <a:schemeClr val="accent2"/>
    </dgm:fillClrLst>
    <dgm:linClrLst meth="repeat">
      <a:schemeClr val="accent2">
        <a:tint val="50000"/>
      </a:schemeClr>
    </dgm:linClrLst>
    <dgm:effectClrLst/>
    <dgm:txLinClrLst/>
    <dgm:txFillClrLst meth="repeat">
      <a:schemeClr val="tx1"/>
    </dgm:txFillClrLst>
    <dgm:txEffectClrLst/>
  </dgm:styleLbl>
  <dgm:styleLbl name="asst0">
    <dgm:fillClrLst meth="repeat">
      <a:schemeClr val="accent1"/>
    </dgm:fillClrLst>
    <dgm:linClrLst meth="repeat">
      <a:schemeClr val="lt1"/>
    </dgm:linClrLst>
    <dgm:effectClrLst/>
    <dgm:txLinClrLst/>
    <dgm:txFillClrLst/>
    <dgm:txEffectClrLst/>
  </dgm:styleLbl>
  <dgm:styleLbl name="asst1">
    <dgm:fillClrLst meth="repeat">
      <a:schemeClr val="accent2"/>
    </dgm:fillClrLst>
    <dgm:linClrLst meth="repeat">
      <a:schemeClr val="lt1"/>
    </dgm:linClrLst>
    <dgm:effectClrLst/>
    <dgm:txLinClrLst/>
    <dgm:txFillClrLst/>
    <dgm:txEffectClrLst/>
  </dgm:styleLbl>
  <dgm:styleLbl name="asst2">
    <dgm:fillClrLst>
      <a:schemeClr val="accent3"/>
    </dgm:fillClrLst>
    <dgm:linClrLst meth="repeat">
      <a:schemeClr val="lt1"/>
    </dgm:linClrLst>
    <dgm:effectClrLst/>
    <dgm:txLinClrLst/>
    <dgm:txFillClrLst/>
    <dgm:txEffectClrLst/>
  </dgm:styleLbl>
  <dgm:styleLbl name="asst3">
    <dgm:fillClrLst>
      <a:schemeClr val="accent4"/>
    </dgm:fillClrLst>
    <dgm:linClrLst meth="repeat">
      <a:schemeClr val="lt1"/>
    </dgm:linClrLst>
    <dgm:effectClrLst/>
    <dgm:txLinClrLst/>
    <dgm:txFillClrLst/>
    <dgm:txEffectClrLst/>
  </dgm:styleLbl>
  <dgm:styleLbl name="asst4">
    <dgm:fillClrLst>
      <a:schemeClr val="accent5"/>
    </dgm:fillClrLst>
    <dgm:linClrLst meth="repeat">
      <a:schemeClr val="lt1"/>
    </dgm:linClrLst>
    <dgm:effectClrLst/>
    <dgm:txLinClrLst/>
    <dgm:txFillClrLst/>
    <dgm:txEffectClrLst/>
  </dgm:styleLbl>
  <dgm:styleLbl name="parChTrans2D1">
    <dgm:fillClrLst meth="repeat">
      <a:schemeClr val="accent2"/>
    </dgm:fillClrLst>
    <dgm:linClrLst meth="repeat">
      <a:schemeClr val="lt1"/>
    </dgm:linClrLst>
    <dgm:effectClrLst/>
    <dgm:txLinClrLst/>
    <dgm:txFillClrLst meth="repeat">
      <a:schemeClr val="lt1"/>
    </dgm:txFillClrLst>
    <dgm:txEffectClrLst/>
  </dgm:styleLbl>
  <dgm:styleLbl name="parChTrans2D2">
    <dgm:fillClrLst meth="repeat">
      <a:schemeClr val="accent3"/>
    </dgm:fillClrLst>
    <dgm:linClrLst meth="repeat">
      <a:schemeClr val="lt1"/>
    </dgm:linClrLst>
    <dgm:effectClrLst/>
    <dgm:txLinClrLst/>
    <dgm:txFillClrLst/>
    <dgm:txEffectClrLst/>
  </dgm:styleLbl>
  <dgm:styleLbl name="parChTrans2D3">
    <dgm:fillClrLst meth="repeat">
      <a:schemeClr val="accent4"/>
    </dgm:fillClrLst>
    <dgm:linClrLst meth="repeat">
      <a:schemeClr val="lt1"/>
    </dgm:linClrLst>
    <dgm:effectClrLst/>
    <dgm:txLinClrLst/>
    <dgm:txFillClrLst/>
    <dgm:txEffectClrLst/>
  </dgm:styleLbl>
  <dgm:styleLbl name="parChTrans2D4">
    <dgm:fillClrLst meth="repeat">
      <a:schemeClr val="accent5"/>
    </dgm:fillClrLst>
    <dgm:linClrLst meth="repeat">
      <a:schemeClr val="lt1"/>
    </dgm:linClrLst>
    <dgm:effectClrLst/>
    <dgm:txLinClrLst/>
    <dgm:txFillClrLst meth="repeat">
      <a:schemeClr val="lt1"/>
    </dgm:txFillClrLst>
    <dgm:txEffectClrLst/>
  </dgm:styleLbl>
  <dgm:styleLbl name="parChTrans1D1">
    <dgm:fillClrLst meth="repeat">
      <a:schemeClr val="accent2"/>
    </dgm:fillClrLst>
    <dgm:linClrLst meth="repeat">
      <a:schemeClr val="accent1"/>
    </dgm:linClrLst>
    <dgm:effectClrLst/>
    <dgm:txLinClrLst/>
    <dgm:txFillClrLst meth="repeat">
      <a:schemeClr val="tx1"/>
    </dgm:txFillClrLst>
    <dgm:txEffectClrLst/>
  </dgm:styleLbl>
  <dgm:styleLbl name="parChTrans1D2">
    <dgm:fillClrLst meth="repeat">
      <a:schemeClr val="accent3">
        <a:tint val="90000"/>
      </a:schemeClr>
    </dgm:fillClrLst>
    <dgm:linClrLst meth="repeat">
      <a:schemeClr val="accent2"/>
    </dgm:linClrLst>
    <dgm:effectClrLst/>
    <dgm:txLinClrLst/>
    <dgm:txFillClrLst meth="repeat">
      <a:schemeClr val="tx1"/>
    </dgm:txFillClrLst>
    <dgm:txEffectClrLst/>
  </dgm:styleLbl>
  <dgm:styleLbl name="parChTrans1D3">
    <dgm:fillClrLst meth="repeat">
      <a:schemeClr val="accent4">
        <a:tint val="70000"/>
      </a:schemeClr>
    </dgm:fillClrLst>
    <dgm:linClrLst meth="repeat">
      <a:schemeClr val="accent3"/>
    </dgm:linClrLst>
    <dgm:effectClrLst/>
    <dgm:txLinClrLst/>
    <dgm:txFillClrLst meth="repeat">
      <a:schemeClr val="tx1"/>
    </dgm:txFillClrLst>
    <dgm:txEffectClrLst/>
  </dgm:styleLbl>
  <dgm:styleLbl name="parChTrans1D4">
    <dgm:fillClrLst meth="repeat">
      <a:schemeClr val="accent5">
        <a:tint val="50000"/>
      </a:schemeClr>
    </dgm:fillClrLst>
    <dgm:linClrLst meth="repeat">
      <a:schemeClr val="accent4"/>
    </dgm:linClrLst>
    <dgm:effectClrLst/>
    <dgm:txLinClrLst/>
    <dgm:txFillClrLst meth="repeat">
      <a:schemeClr val="tx1"/>
    </dgm:txFillClrLst>
    <dgm:txEffectClrLst/>
  </dgm:styleLbl>
  <dgm:styleLbl name="fgAcc1">
    <dgm:fillClrLst meth="repeat">
      <a:schemeClr val="lt1">
        <a:alpha val="90000"/>
      </a:schemeClr>
    </dgm:fillClrLst>
    <dgm:linClrLst meth="repeat">
      <a:schemeClr val="accent2"/>
      <a:schemeClr val="accent3"/>
      <a:schemeClr val="accent4"/>
      <a:schemeClr val="accent5"/>
      <a:schemeClr val="accent6"/>
    </dgm:linClrLst>
    <dgm:effectClrLst/>
    <dgm:txLinClrLst/>
    <dgm:txFillClrLst meth="repeat">
      <a:schemeClr val="dk1"/>
    </dgm:txFillClrLst>
    <dgm:txEffectClrLst/>
  </dgm:styleLbl>
  <dgm:styleLbl name="conFgAcc1">
    <dgm:fillClrLst meth="repeat">
      <a:schemeClr val="lt1">
        <a:alpha val="90000"/>
      </a:schemeClr>
    </dgm:fillClrLst>
    <dgm:linClrLst meth="repeat">
      <a:schemeClr val="accent2"/>
      <a:schemeClr val="accent3"/>
      <a:schemeClr val="accent4"/>
      <a:schemeClr val="accent5"/>
      <a:schemeClr val="accent6"/>
    </dgm:linClrLst>
    <dgm:effectClrLst/>
    <dgm:txLinClrLst/>
    <dgm:txFillClrLst meth="repeat">
      <a:schemeClr val="dk1"/>
    </dgm:txFillClrLst>
    <dgm:txEffectClrLst/>
  </dgm:styleLbl>
  <dgm:styleLbl name="alignAcc1">
    <dgm:fillClrLst meth="repeat">
      <a:schemeClr val="lt1">
        <a:alpha val="90000"/>
      </a:schemeClr>
    </dgm:fillClrLst>
    <dgm:linClrLst meth="repeat">
      <a:schemeClr val="accent2"/>
      <a:schemeClr val="accent3"/>
      <a:schemeClr val="accent4"/>
      <a:schemeClr val="accent5"/>
      <a:schemeClr val="accent6"/>
    </dgm:linClrLst>
    <dgm:effectClrLst/>
    <dgm:txLinClrLst/>
    <dgm:txFillClrLst meth="repeat">
      <a:schemeClr val="dk1"/>
    </dgm:txFillClrLst>
    <dgm:txEffectClrLst/>
  </dgm:styleLbl>
  <dgm:styleLbl name="trAlignAcc1">
    <dgm:fillClrLst meth="repeat">
      <a:schemeClr val="lt1">
        <a:alpha val="40000"/>
      </a:schemeClr>
    </dgm:fillClrLst>
    <dgm:linClrLst meth="repeat">
      <a:schemeClr val="accent1"/>
    </dgm:linClrLst>
    <dgm:effectClrLst/>
    <dgm:txLinClrLst/>
    <dgm:txFillClrLst meth="repeat">
      <a:schemeClr val="dk1"/>
    </dgm:txFillClrLst>
    <dgm:txEffectClrLst/>
  </dgm:styleLbl>
  <dgm:styleLbl name="bgAcc1">
    <dgm:fillClrLst meth="repeat">
      <a:schemeClr val="lt1">
        <a:alpha val="90000"/>
      </a:schemeClr>
    </dgm:fillClrLst>
    <dgm:linClrLst meth="repeat">
      <a:schemeClr val="accent2"/>
      <a:schemeClr val="accent3"/>
      <a:schemeClr val="accent4"/>
      <a:schemeClr val="accent5"/>
      <a:schemeClr val="accent6"/>
    </dgm:linClrLst>
    <dgm:effectClrLst/>
    <dgm:txLinClrLst/>
    <dgm:txFillClrLst meth="repeat">
      <a:schemeClr val="dk1"/>
    </dgm:txFillClrLst>
    <dgm:txEffectClrLst/>
  </dgm:styleLbl>
  <dgm:styleLbl name="solidFgAcc1">
    <dgm:fillClrLst meth="repeat">
      <a:schemeClr val="lt1"/>
    </dgm:fillClrLst>
    <dgm:linClrLst meth="repeat">
      <a:schemeClr val="accent2"/>
      <a:schemeClr val="accent3"/>
      <a:schemeClr val="accent4"/>
      <a:schemeClr val="accent5"/>
      <a:schemeClr val="accent6"/>
    </dgm:linClrLst>
    <dgm:effectClrLst/>
    <dgm:txLinClrLst/>
    <dgm:txFillClrLst meth="repeat">
      <a:schemeClr val="dk1"/>
    </dgm:txFillClrLst>
    <dgm:txEffectClrLst/>
  </dgm:styleLbl>
  <dgm:styleLbl name="solidAlignAcc1">
    <dgm:fillClrLst meth="repeat">
      <a:schemeClr val="lt1"/>
    </dgm:fillClrLst>
    <dgm:linClrLst meth="repeat">
      <a:schemeClr val="accent2"/>
      <a:schemeClr val="accent3"/>
      <a:schemeClr val="accent4"/>
      <a:schemeClr val="accent5"/>
      <a:schemeClr val="accent6"/>
    </dgm:linClrLst>
    <dgm:effectClrLst/>
    <dgm:txLinClrLst/>
    <dgm:txFillClrLst meth="repeat">
      <a:schemeClr val="dk1"/>
    </dgm:txFillClrLst>
    <dgm:txEffectClrLst/>
  </dgm:styleLbl>
  <dgm:styleLbl name="solidBgAcc1">
    <dgm:fillClrLst meth="repeat">
      <a:schemeClr val="lt1"/>
    </dgm:fillClrLst>
    <dgm:linClrLst meth="repeat">
      <a:schemeClr val="accent2"/>
      <a:schemeClr val="accent3"/>
      <a:schemeClr val="accent4"/>
      <a:schemeClr val="accent5"/>
      <a:schemeClr val="accent6"/>
    </dgm:linClrLst>
    <dgm:effectClrLst/>
    <dgm:txLinClrLst/>
    <dgm:txFillClrLst meth="repeat">
      <a:schemeClr val="dk1"/>
    </dgm:txFillClrLst>
    <dgm:txEffectClrLst/>
  </dgm:styleLbl>
  <dgm:styleLbl name="fgAccFollowNode1">
    <dgm:fillClrLst meth="repeat">
      <a:schemeClr val="accent2">
        <a:tint val="40000"/>
        <a:alpha val="90000"/>
      </a:schemeClr>
      <a:schemeClr val="accent3">
        <a:tint val="40000"/>
        <a:alpha val="90000"/>
      </a:schemeClr>
      <a:schemeClr val="accent4">
        <a:tint val="40000"/>
        <a:alpha val="90000"/>
      </a:schemeClr>
      <a:schemeClr val="accent5">
        <a:tint val="40000"/>
        <a:alpha val="90000"/>
      </a:schemeClr>
      <a:schemeClr val="accent6">
        <a:tint val="40000"/>
        <a:alpha val="90000"/>
      </a:schemeClr>
    </dgm:fillClrLst>
    <dgm:linClrLst meth="repeat">
      <a:schemeClr val="accent2">
        <a:tint val="40000"/>
        <a:alpha val="90000"/>
      </a:schemeClr>
      <a:schemeClr val="accent3">
        <a:tint val="40000"/>
        <a:alpha val="90000"/>
      </a:schemeClr>
      <a:schemeClr val="accent4">
        <a:tint val="40000"/>
        <a:alpha val="90000"/>
      </a:schemeClr>
      <a:schemeClr val="accent5">
        <a:tint val="40000"/>
        <a:alpha val="90000"/>
      </a:schemeClr>
      <a:schemeClr val="accent6">
        <a:tint val="40000"/>
        <a:alpha val="90000"/>
      </a:schemeClr>
    </dgm:linClrLst>
    <dgm:effectClrLst/>
    <dgm:txLinClrLst/>
    <dgm:txFillClrLst meth="repeat">
      <a:schemeClr val="dk1"/>
    </dgm:txFillClrLst>
    <dgm:txEffectClrLst/>
  </dgm:styleLbl>
  <dgm:styleLbl name="alignAccFollowNode1">
    <dgm:fillClrLst meth="repeat">
      <a:schemeClr val="accent2">
        <a:tint val="40000"/>
        <a:alpha val="90000"/>
      </a:schemeClr>
      <a:schemeClr val="accent3">
        <a:tint val="40000"/>
        <a:alpha val="90000"/>
      </a:schemeClr>
      <a:schemeClr val="accent4">
        <a:tint val="40000"/>
        <a:alpha val="90000"/>
      </a:schemeClr>
      <a:schemeClr val="accent5">
        <a:tint val="40000"/>
        <a:alpha val="90000"/>
      </a:schemeClr>
      <a:schemeClr val="accent6">
        <a:tint val="40000"/>
        <a:alpha val="90000"/>
      </a:schemeClr>
    </dgm:fillClrLst>
    <dgm:linClrLst meth="repeat">
      <a:schemeClr val="accent2">
        <a:tint val="40000"/>
        <a:alpha val="90000"/>
      </a:schemeClr>
      <a:schemeClr val="accent3">
        <a:tint val="40000"/>
        <a:alpha val="90000"/>
      </a:schemeClr>
      <a:schemeClr val="accent4">
        <a:tint val="40000"/>
        <a:alpha val="90000"/>
      </a:schemeClr>
      <a:schemeClr val="accent5">
        <a:tint val="40000"/>
        <a:alpha val="90000"/>
      </a:schemeClr>
      <a:schemeClr val="accent6">
        <a:tint val="40000"/>
        <a:alpha val="90000"/>
      </a:schemeClr>
    </dgm:linClrLst>
    <dgm:effectClrLst/>
    <dgm:txLinClrLst/>
    <dgm:txFillClrLst meth="repeat">
      <a:schemeClr val="dk1"/>
    </dgm:txFillClrLst>
    <dgm:txEffectClrLst/>
  </dgm:styleLbl>
  <dgm:styleLbl name="bgAccFollowNode1">
    <dgm:fillClrLst meth="repeat">
      <a:schemeClr val="accent2">
        <a:tint val="40000"/>
        <a:alpha val="90000"/>
      </a:schemeClr>
      <a:schemeClr val="accent3">
        <a:tint val="40000"/>
        <a:alpha val="90000"/>
      </a:schemeClr>
      <a:schemeClr val="accent4">
        <a:tint val="40000"/>
        <a:alpha val="90000"/>
      </a:schemeClr>
      <a:schemeClr val="accent5">
        <a:tint val="40000"/>
        <a:alpha val="90000"/>
      </a:schemeClr>
      <a:schemeClr val="accent6">
        <a:tint val="40000"/>
        <a:alpha val="90000"/>
      </a:schemeClr>
    </dgm:fillClrLst>
    <dgm:linClrLst meth="repeat">
      <a:schemeClr val="accent2">
        <a:tint val="40000"/>
        <a:alpha val="90000"/>
      </a:schemeClr>
      <a:schemeClr val="accent3">
        <a:tint val="40000"/>
        <a:alpha val="90000"/>
      </a:schemeClr>
      <a:schemeClr val="accent4">
        <a:tint val="40000"/>
        <a:alpha val="90000"/>
      </a:schemeClr>
      <a:schemeClr val="accent5">
        <a:tint val="40000"/>
        <a:alpha val="90000"/>
      </a:schemeClr>
      <a:schemeClr val="accent6">
        <a:tint val="40000"/>
        <a:alpha val="90000"/>
      </a:schemeClr>
    </dgm:linClrLst>
    <dgm:effectClrLst/>
    <dgm:txLinClrLst/>
    <dgm:txFillClrLst meth="repeat">
      <a:schemeClr val="dk1"/>
    </dgm:txFillClrLst>
    <dgm:txEffectClrLst/>
  </dgm:styleLbl>
  <dgm:styleLbl name="fgAcc0">
    <dgm:fillClrLst meth="repeat">
      <a:schemeClr val="lt1">
        <a:alpha val="90000"/>
      </a:schemeClr>
    </dgm:fillClrLst>
    <dgm:linClrLst>
      <a:schemeClr val="accent1"/>
    </dgm:linClrLst>
    <dgm:effectClrLst/>
    <dgm:txLinClrLst/>
    <dgm:txFillClrLst meth="repeat">
      <a:schemeClr val="dk1"/>
    </dgm:txFillClrLst>
    <dgm:txEffectClrLst/>
  </dgm:styleLbl>
  <dgm:styleLbl name="fgAcc2">
    <dgm:fillClrLst meth="repeat">
      <a:schemeClr val="lt1">
        <a:alpha val="90000"/>
      </a:schemeClr>
    </dgm:fillClrLst>
    <dgm:linClrLst>
      <a:schemeClr val="accent2"/>
    </dgm:linClrLst>
    <dgm:effectClrLst/>
    <dgm:txLinClrLst/>
    <dgm:txFillClrLst meth="repeat">
      <a:schemeClr val="dk1"/>
    </dgm:txFillClrLst>
    <dgm:txEffectClrLst/>
  </dgm:styleLbl>
  <dgm:styleLbl name="fgAcc3">
    <dgm:fillClrLst meth="repeat">
      <a:schemeClr val="lt1">
        <a:alpha val="90000"/>
      </a:schemeClr>
    </dgm:fillClrLst>
    <dgm:linClrLst>
      <a:schemeClr val="accent3"/>
    </dgm:linClrLst>
    <dgm:effectClrLst/>
    <dgm:txLinClrLst/>
    <dgm:txFillClrLst meth="repeat">
      <a:schemeClr val="dk1"/>
    </dgm:txFillClrLst>
    <dgm:txEffectClrLst/>
  </dgm:styleLbl>
  <dgm:styleLbl name="fgAcc4">
    <dgm:fillClrLst meth="repeat">
      <a:schemeClr val="lt1">
        <a:alpha val="90000"/>
      </a:schemeClr>
    </dgm:fillClrLst>
    <dgm:linClrLst>
      <a:schemeClr val="accent4"/>
    </dgm:linClrLst>
    <dgm:effectClrLst/>
    <dgm:txLinClrLst/>
    <dgm:txFillClrLst meth="repeat">
      <a:schemeClr val="dk1"/>
    </dgm:txFillClrLst>
    <dgm:txEffectClrLst/>
  </dgm:styleLbl>
  <dgm:styleLbl name="bgShp">
    <dgm:fillClrLst meth="repeat">
      <a:schemeClr val="accent2"/>
      <a:schemeClr val="accent3"/>
      <a:schemeClr val="accent4"/>
      <a:schemeClr val="accent5"/>
      <a:schemeClr val="accent6"/>
    </dgm:fillClrLst>
    <dgm:linClrLst meth="repeat">
      <a:schemeClr val="lt1">
        <a:alpha val="0"/>
      </a:schemeClr>
    </dgm:linClrLst>
    <dgm:effectClrLst/>
    <dgm:txLinClrLst/>
    <dgm:txFillClrLst/>
    <dgm:txEffectClrLst/>
  </dgm:styleLbl>
  <dgm:styleLbl name="dkBgShp">
    <dgm:fillClrLst meth="repeat">
      <a:schemeClr val="accent2">
        <a:shade val="90000"/>
      </a:schemeClr>
    </dgm:fillClrLst>
    <dgm:linClrLst meth="repeat">
      <a:schemeClr val="dk1"/>
    </dgm:linClrLst>
    <dgm:effectClrLst/>
    <dgm:txLinClrLst/>
    <dgm:txFillClrLst meth="repeat">
      <a:schemeClr val="lt1"/>
    </dgm:txFillClrLst>
    <dgm:txEffectClrLst/>
  </dgm:styleLbl>
  <dgm:styleLbl name="trBgShp">
    <dgm:fillClrLst meth="repeat">
      <a:schemeClr val="accent1">
        <a:tint val="50000"/>
        <a:alpha val="40000"/>
      </a:schemeClr>
    </dgm:fillClrLst>
    <dgm:linClrLst meth="repeat">
      <a:schemeClr val="accent2"/>
    </dgm:linClrLst>
    <dgm:effectClrLst/>
    <dgm:txLinClrLst/>
    <dgm:txFillClrLst meth="repeat">
      <a:schemeClr val="lt1"/>
    </dgm:txFillClrLst>
    <dgm:txEffectClrLst/>
  </dgm:styleLbl>
  <dgm:styleLbl name="fgShp">
    <dgm:fillClrLst meth="repeat">
      <a:schemeClr val="accent2">
        <a:tint val="40000"/>
      </a:schemeClr>
    </dgm:fillClrLst>
    <dgm:linClrLst meth="repeat">
      <a:schemeClr val="lt1"/>
    </dgm:linClrLst>
    <dgm:effectClrLst/>
    <dgm:txLinClrLst/>
    <dgm:txFillClrLst meth="repeat">
      <a:schemeClr val="dk1"/>
    </dgm:txFillClrLst>
    <dgm:txEffectClrLst/>
  </dgm:styleLbl>
  <dgm:styleLbl name="revTx">
    <dgm:fillClrLst meth="repeat">
      <a:schemeClr val="lt1">
        <a:alpha val="0"/>
      </a:schemeClr>
    </dgm:fillClrLst>
    <dgm:linClrLst meth="repeat">
      <a:schemeClr val="dk1">
        <a:alpha val="0"/>
      </a:schemeClr>
    </dgm:linClrLst>
    <dgm:effectClrLst/>
    <dgm:txLinClrLst/>
    <dgm:txFillClrLst meth="repeat">
      <a:schemeClr val="bg1"/>
    </dgm:txFillClrLst>
    <dgm:txEffectClrLst/>
  </dgm:styleLbl>
</dgm:colorsDef>
</file>

<file path=ppt/diagrams/colors3.xml><?xml version="1.0" encoding="utf-8"?>
<dgm:colorsDef xmlns:dgm="http://schemas.openxmlformats.org/drawingml/2006/diagram" xmlns:a="http://schemas.openxmlformats.org/drawingml/2006/main" uniqueId="urn:microsoft.com/office/officeart/2005/8/colors/accent3_2">
  <dgm:title val=""/>
  <dgm:desc val=""/>
  <dgm:catLst>
    <dgm:cat type="accent3" pri="11200"/>
  </dgm:catLst>
  <dgm:styleLbl name="node0">
    <dgm:fillClrLst meth="repeat">
      <a:schemeClr val="accent3"/>
    </dgm:fillClrLst>
    <dgm:linClrLst meth="repeat">
      <a:schemeClr val="lt1"/>
    </dgm:linClrLst>
    <dgm:effectClrLst/>
    <dgm:txLinClrLst/>
    <dgm:txFillClrLst/>
    <dgm:txEffectClrLst/>
  </dgm:styleLbl>
  <dgm:styleLbl name="node1">
    <dgm:fillClrLst meth="repeat">
      <a:schemeClr val="accent3"/>
    </dgm:fillClrLst>
    <dgm:linClrLst meth="repeat">
      <a:schemeClr val="lt1"/>
    </dgm:linClrLst>
    <dgm:effectClrLst/>
    <dgm:txLinClrLst/>
    <dgm:txFillClrLst/>
    <dgm:txEffectClrLst/>
  </dgm:styleLbl>
  <dgm:styleLbl name="alignNode1">
    <dgm:fillClrLst meth="repeat">
      <a:schemeClr val="accent3"/>
    </dgm:fillClrLst>
    <dgm:linClrLst meth="repeat">
      <a:schemeClr val="accent3"/>
    </dgm:linClrLst>
    <dgm:effectClrLst/>
    <dgm:txLinClrLst/>
    <dgm:txFillClrLst/>
    <dgm:txEffectClrLst/>
  </dgm:styleLbl>
  <dgm:styleLbl name="lnNode1">
    <dgm:fillClrLst meth="repeat">
      <a:schemeClr val="accent3"/>
    </dgm:fillClrLst>
    <dgm:linClrLst meth="repeat">
      <a:schemeClr val="lt1"/>
    </dgm:linClrLst>
    <dgm:effectClrLst/>
    <dgm:txLinClrLst/>
    <dgm:txFillClrLst/>
    <dgm:txEffectClrLst/>
  </dgm:styleLbl>
  <dgm:styleLbl name="vennNode1">
    <dgm:fillClrLst meth="repeat">
      <a:schemeClr val="accent3">
        <a:alpha val="50000"/>
      </a:schemeClr>
    </dgm:fillClrLst>
    <dgm:linClrLst meth="repeat">
      <a:schemeClr val="lt1"/>
    </dgm:linClrLst>
    <dgm:effectClrLst/>
    <dgm:txLinClrLst/>
    <dgm:txFillClrLst/>
    <dgm:txEffectClrLst/>
  </dgm:styleLbl>
  <dgm:styleLbl name="node2">
    <dgm:fillClrLst meth="repeat">
      <a:schemeClr val="accent3"/>
    </dgm:fillClrLst>
    <dgm:linClrLst meth="repeat">
      <a:schemeClr val="lt1"/>
    </dgm:linClrLst>
    <dgm:effectClrLst/>
    <dgm:txLinClrLst/>
    <dgm:txFillClrLst/>
    <dgm:txEffectClrLst/>
  </dgm:styleLbl>
  <dgm:styleLbl name="node3">
    <dgm:fillClrLst meth="repeat">
      <a:schemeClr val="accent3"/>
    </dgm:fillClrLst>
    <dgm:linClrLst meth="repeat">
      <a:schemeClr val="lt1"/>
    </dgm:linClrLst>
    <dgm:effectClrLst/>
    <dgm:txLinClrLst/>
    <dgm:txFillClrLst/>
    <dgm:txEffectClrLst/>
  </dgm:styleLbl>
  <dgm:styleLbl name="node4">
    <dgm:fillClrLst meth="repeat">
      <a:schemeClr val="accent3"/>
    </dgm:fillClrLst>
    <dgm:linClrLst meth="repeat">
      <a:schemeClr val="lt1"/>
    </dgm:linClrLst>
    <dgm:effectClrLst/>
    <dgm:txLinClrLst/>
    <dgm:txFillClrLst/>
    <dgm:txEffectClrLst/>
  </dgm:styleLbl>
  <dgm:styleLbl name="fgImgPlace1">
    <dgm:fillClrLst meth="repeat">
      <a:schemeClr val="accent3">
        <a:tint val="50000"/>
      </a:schemeClr>
    </dgm:fillClrLst>
    <dgm:linClrLst meth="repeat">
      <a:schemeClr val="lt1"/>
    </dgm:linClrLst>
    <dgm:effectClrLst/>
    <dgm:txLinClrLst/>
    <dgm:txFillClrLst meth="repeat">
      <a:schemeClr val="lt1"/>
    </dgm:txFillClrLst>
    <dgm:txEffectClrLst/>
  </dgm:styleLbl>
  <dgm:styleLbl name="alignImgPlace1">
    <dgm:fillClrLst meth="repeat">
      <a:schemeClr val="accent3">
        <a:tint val="50000"/>
      </a:schemeClr>
    </dgm:fillClrLst>
    <dgm:linClrLst meth="repeat">
      <a:schemeClr val="lt1"/>
    </dgm:linClrLst>
    <dgm:effectClrLst/>
    <dgm:txLinClrLst/>
    <dgm:txFillClrLst meth="repeat">
      <a:schemeClr val="lt1"/>
    </dgm:txFillClrLst>
    <dgm:txEffectClrLst/>
  </dgm:styleLbl>
  <dgm:styleLbl name="bgImgPlace1">
    <dgm:fillClrLst meth="repeat">
      <a:schemeClr val="accent3">
        <a:tint val="50000"/>
      </a:schemeClr>
    </dgm:fillClrLst>
    <dgm:linClrLst meth="repeat">
      <a:schemeClr val="lt1"/>
    </dgm:linClrLst>
    <dgm:effectClrLst/>
    <dgm:txLinClrLst/>
    <dgm:txFillClrLst meth="repeat">
      <a:schemeClr val="lt1"/>
    </dgm:txFillClrLst>
    <dgm:txEffectClrLst/>
  </dgm:styleLbl>
  <dgm:styleLbl name="sibTrans2D1">
    <dgm:fillClrLst meth="repeat">
      <a:schemeClr val="accent3">
        <a:tint val="60000"/>
      </a:schemeClr>
    </dgm:fillClrLst>
    <dgm:linClrLst meth="repeat">
      <a:schemeClr val="accent3">
        <a:tint val="60000"/>
      </a:schemeClr>
    </dgm:linClrLst>
    <dgm:effectClrLst/>
    <dgm:txLinClrLst/>
    <dgm:txFillClrLst/>
    <dgm:txEffectClrLst/>
  </dgm:styleLbl>
  <dgm:styleLbl name="fgSibTrans2D1">
    <dgm:fillClrLst meth="repeat">
      <a:schemeClr val="accent3">
        <a:tint val="60000"/>
      </a:schemeClr>
    </dgm:fillClrLst>
    <dgm:linClrLst meth="repeat">
      <a:schemeClr val="accent3">
        <a:tint val="60000"/>
      </a:schemeClr>
    </dgm:linClrLst>
    <dgm:effectClrLst/>
    <dgm:txLinClrLst/>
    <dgm:txFillClrLst/>
    <dgm:txEffectClrLst/>
  </dgm:styleLbl>
  <dgm:styleLbl name="bgSibTrans2D1">
    <dgm:fillClrLst meth="repeat">
      <a:schemeClr val="accent3">
        <a:tint val="60000"/>
      </a:schemeClr>
    </dgm:fillClrLst>
    <dgm:linClrLst meth="repeat">
      <a:schemeClr val="accent3">
        <a:tint val="60000"/>
      </a:schemeClr>
    </dgm:linClrLst>
    <dgm:effectClrLst/>
    <dgm:txLinClrLst/>
    <dgm:txFillClrLst/>
    <dgm:txEffectClrLst/>
  </dgm:styleLbl>
  <dgm:styleLbl name="sibTrans1D1">
    <dgm:fillClrLst meth="repeat">
      <a:schemeClr val="accent3"/>
    </dgm:fillClrLst>
    <dgm:linClrLst meth="repeat">
      <a:schemeClr val="accent3"/>
    </dgm:linClrLst>
    <dgm:effectClrLst/>
    <dgm:txLinClrLst/>
    <dgm:txFillClrLst meth="repeat">
      <a:schemeClr val="tx1"/>
    </dgm:txFillClrLst>
    <dgm:txEffectClrLst/>
  </dgm:styleLbl>
  <dgm:styleLbl name="callout">
    <dgm:fillClrLst meth="repeat">
      <a:schemeClr val="accent3"/>
    </dgm:fillClrLst>
    <dgm:linClrLst meth="repeat">
      <a:schemeClr val="accent3">
        <a:tint val="50000"/>
      </a:schemeClr>
    </dgm:linClrLst>
    <dgm:effectClrLst/>
    <dgm:txLinClrLst/>
    <dgm:txFillClrLst meth="repeat">
      <a:schemeClr val="tx1"/>
    </dgm:txFillClrLst>
    <dgm:txEffectClrLst/>
  </dgm:styleLbl>
  <dgm:styleLbl name="asst0">
    <dgm:fillClrLst meth="repeat">
      <a:schemeClr val="accent3"/>
    </dgm:fillClrLst>
    <dgm:linClrLst meth="repeat">
      <a:schemeClr val="lt1"/>
    </dgm:linClrLst>
    <dgm:effectClrLst/>
    <dgm:txLinClrLst/>
    <dgm:txFillClrLst/>
    <dgm:txEffectClrLst/>
  </dgm:styleLbl>
  <dgm:styleLbl name="asst1">
    <dgm:fillClrLst meth="repeat">
      <a:schemeClr val="accent3"/>
    </dgm:fillClrLst>
    <dgm:linClrLst meth="repeat">
      <a:schemeClr val="lt1"/>
    </dgm:linClrLst>
    <dgm:effectClrLst/>
    <dgm:txLinClrLst/>
    <dgm:txFillClrLst/>
    <dgm:txEffectClrLst/>
  </dgm:styleLbl>
  <dgm:styleLbl name="asst2">
    <dgm:fillClrLst meth="repeat">
      <a:schemeClr val="accent3"/>
    </dgm:fillClrLst>
    <dgm:linClrLst meth="repeat">
      <a:schemeClr val="lt1"/>
    </dgm:linClrLst>
    <dgm:effectClrLst/>
    <dgm:txLinClrLst/>
    <dgm:txFillClrLst/>
    <dgm:txEffectClrLst/>
  </dgm:styleLbl>
  <dgm:styleLbl name="asst3">
    <dgm:fillClrLst meth="repeat">
      <a:schemeClr val="accent3"/>
    </dgm:fillClrLst>
    <dgm:linClrLst meth="repeat">
      <a:schemeClr val="lt1"/>
    </dgm:linClrLst>
    <dgm:effectClrLst/>
    <dgm:txLinClrLst/>
    <dgm:txFillClrLst/>
    <dgm:txEffectClrLst/>
  </dgm:styleLbl>
  <dgm:styleLbl name="asst4">
    <dgm:fillClrLst meth="repeat">
      <a:schemeClr val="accent3"/>
    </dgm:fillClrLst>
    <dgm:linClrLst meth="repeat">
      <a:schemeClr val="lt1"/>
    </dgm:linClrLst>
    <dgm:effectClrLst/>
    <dgm:txLinClrLst/>
    <dgm:txFillClrLst/>
    <dgm:txEffectClrLst/>
  </dgm:styleLbl>
  <dgm:styleLbl name="parChTrans2D1">
    <dgm:fillClrLst meth="repeat">
      <a:schemeClr val="accent3">
        <a:tint val="60000"/>
      </a:schemeClr>
    </dgm:fillClrLst>
    <dgm:linClrLst meth="repeat">
      <a:schemeClr val="accent3">
        <a:tint val="60000"/>
      </a:schemeClr>
    </dgm:linClrLst>
    <dgm:effectClrLst/>
    <dgm:txLinClrLst/>
    <dgm:txFillClrLst meth="repeat">
      <a:schemeClr val="lt1"/>
    </dgm:txFillClrLst>
    <dgm:txEffectClrLst/>
  </dgm:styleLbl>
  <dgm:styleLbl name="parChTrans2D2">
    <dgm:fillClrLst meth="repeat">
      <a:schemeClr val="accent3"/>
    </dgm:fillClrLst>
    <dgm:linClrLst meth="repeat">
      <a:schemeClr val="accent3"/>
    </dgm:linClrLst>
    <dgm:effectClrLst/>
    <dgm:txLinClrLst/>
    <dgm:txFillClrLst meth="repeat">
      <a:schemeClr val="lt1"/>
    </dgm:txFillClrLst>
    <dgm:txEffectClrLst/>
  </dgm:styleLbl>
  <dgm:styleLbl name="parChTrans2D3">
    <dgm:fillClrLst meth="repeat">
      <a:schemeClr val="accent3"/>
    </dgm:fillClrLst>
    <dgm:linClrLst meth="repeat">
      <a:schemeClr val="accent3"/>
    </dgm:linClrLst>
    <dgm:effectClrLst/>
    <dgm:txLinClrLst/>
    <dgm:txFillClrLst meth="repeat">
      <a:schemeClr val="lt1"/>
    </dgm:txFillClrLst>
    <dgm:txEffectClrLst/>
  </dgm:styleLbl>
  <dgm:styleLbl name="parChTrans2D4">
    <dgm:fillClrLst meth="repeat">
      <a:schemeClr val="accent3"/>
    </dgm:fillClrLst>
    <dgm:linClrLst meth="repeat">
      <a:schemeClr val="accent3"/>
    </dgm:linClrLst>
    <dgm:effectClrLst/>
    <dgm:txLinClrLst/>
    <dgm:txFillClrLst meth="repeat">
      <a:schemeClr val="lt1"/>
    </dgm:txFillClrLst>
    <dgm:txEffectClrLst/>
  </dgm:styleLbl>
  <dgm:styleLbl name="parChTrans1D1">
    <dgm:fillClrLst meth="repeat">
      <a:schemeClr val="accent3"/>
    </dgm:fillClrLst>
    <dgm:linClrLst meth="repeat">
      <a:schemeClr val="accent3">
        <a:shade val="60000"/>
      </a:schemeClr>
    </dgm:linClrLst>
    <dgm:effectClrLst/>
    <dgm:txLinClrLst/>
    <dgm:txFillClrLst meth="repeat">
      <a:schemeClr val="tx1"/>
    </dgm:txFillClrLst>
    <dgm:txEffectClrLst/>
  </dgm:styleLbl>
  <dgm:styleLbl name="parChTrans1D2">
    <dgm:fillClrLst meth="repeat">
      <a:schemeClr val="accent3"/>
    </dgm:fillClrLst>
    <dgm:linClrLst meth="repeat">
      <a:schemeClr val="accent3">
        <a:shade val="60000"/>
      </a:schemeClr>
    </dgm:linClrLst>
    <dgm:effectClrLst/>
    <dgm:txLinClrLst/>
    <dgm:txFillClrLst meth="repeat">
      <a:schemeClr val="tx1"/>
    </dgm:txFillClrLst>
    <dgm:txEffectClrLst/>
  </dgm:styleLbl>
  <dgm:styleLbl name="parChTrans1D3">
    <dgm:fillClrLst meth="repeat">
      <a:schemeClr val="accent3"/>
    </dgm:fillClrLst>
    <dgm:linClrLst meth="repeat">
      <a:schemeClr val="accent3">
        <a:shade val="80000"/>
      </a:schemeClr>
    </dgm:linClrLst>
    <dgm:effectClrLst/>
    <dgm:txLinClrLst/>
    <dgm:txFillClrLst meth="repeat">
      <a:schemeClr val="tx1"/>
    </dgm:txFillClrLst>
    <dgm:txEffectClrLst/>
  </dgm:styleLbl>
  <dgm:styleLbl name="parChTrans1D4">
    <dgm:fillClrLst meth="repeat">
      <a:schemeClr val="accent3"/>
    </dgm:fillClrLst>
    <dgm:linClrLst meth="repeat">
      <a:schemeClr val="accent3">
        <a:shade val="80000"/>
      </a:schemeClr>
    </dgm:linClrLst>
    <dgm:effectClrLst/>
    <dgm:txLinClrLst/>
    <dgm:txFillClrLst meth="repeat">
      <a:schemeClr val="tx1"/>
    </dgm:txFillClrLst>
    <dgm:txEffectClrLst/>
  </dgm:styleLbl>
  <dgm:styleLbl name="fgAcc1">
    <dgm:fillClrLst meth="repeat">
      <a:schemeClr val="lt1">
        <a:alpha val="90000"/>
      </a:schemeClr>
    </dgm:fillClrLst>
    <dgm:linClrLst meth="repeat">
      <a:schemeClr val="accent3"/>
    </dgm:linClrLst>
    <dgm:effectClrLst/>
    <dgm:txLinClrLst/>
    <dgm:txFillClrLst meth="repeat">
      <a:schemeClr val="dk1"/>
    </dgm:txFillClrLst>
    <dgm:txEffectClrLst/>
  </dgm:styleLbl>
  <dgm:styleLbl name="conFgAcc1">
    <dgm:fillClrLst meth="repeat">
      <a:schemeClr val="lt1">
        <a:alpha val="90000"/>
      </a:schemeClr>
    </dgm:fillClrLst>
    <dgm:linClrLst meth="repeat">
      <a:schemeClr val="accent3"/>
    </dgm:linClrLst>
    <dgm:effectClrLst/>
    <dgm:txLinClrLst/>
    <dgm:txFillClrLst meth="repeat">
      <a:schemeClr val="dk1"/>
    </dgm:txFillClrLst>
    <dgm:txEffectClrLst/>
  </dgm:styleLbl>
  <dgm:styleLbl name="alignAcc1">
    <dgm:fillClrLst meth="repeat">
      <a:schemeClr val="lt1">
        <a:alpha val="90000"/>
      </a:schemeClr>
    </dgm:fillClrLst>
    <dgm:linClrLst meth="repeat">
      <a:schemeClr val="accent3"/>
    </dgm:linClrLst>
    <dgm:effectClrLst/>
    <dgm:txLinClrLst/>
    <dgm:txFillClrLst meth="repeat">
      <a:schemeClr val="dk1"/>
    </dgm:txFillClrLst>
    <dgm:txEffectClrLst/>
  </dgm:styleLbl>
  <dgm:styleLbl name="trAlignAcc1">
    <dgm:fillClrLst meth="repeat">
      <a:schemeClr val="lt1">
        <a:alpha val="40000"/>
      </a:schemeClr>
    </dgm:fillClrLst>
    <dgm:linClrLst meth="repeat">
      <a:schemeClr val="accent3"/>
    </dgm:linClrLst>
    <dgm:effectClrLst/>
    <dgm:txLinClrLst/>
    <dgm:txFillClrLst meth="repeat">
      <a:schemeClr val="dk1"/>
    </dgm:txFillClrLst>
    <dgm:txEffectClrLst/>
  </dgm:styleLbl>
  <dgm:styleLbl name="bgAcc1">
    <dgm:fillClrLst meth="repeat">
      <a:schemeClr val="lt1">
        <a:alpha val="90000"/>
      </a:schemeClr>
    </dgm:fillClrLst>
    <dgm:linClrLst meth="repeat">
      <a:schemeClr val="accent3"/>
    </dgm:linClrLst>
    <dgm:effectClrLst/>
    <dgm:txLinClrLst/>
    <dgm:txFillClrLst meth="repeat">
      <a:schemeClr val="dk1"/>
    </dgm:txFillClrLst>
    <dgm:txEffectClrLst/>
  </dgm:styleLbl>
  <dgm:styleLbl name="solidFgAcc1">
    <dgm:fillClrLst meth="repeat">
      <a:schemeClr val="lt1"/>
    </dgm:fillClrLst>
    <dgm:linClrLst meth="repeat">
      <a:schemeClr val="accent3"/>
    </dgm:linClrLst>
    <dgm:effectClrLst/>
    <dgm:txLinClrLst/>
    <dgm:txFillClrLst meth="repeat">
      <a:schemeClr val="dk1"/>
    </dgm:txFillClrLst>
    <dgm:txEffectClrLst/>
  </dgm:styleLbl>
  <dgm:styleLbl name="solidAlignAcc1">
    <dgm:fillClrLst meth="repeat">
      <a:schemeClr val="lt1"/>
    </dgm:fillClrLst>
    <dgm:linClrLst meth="repeat">
      <a:schemeClr val="accent3"/>
    </dgm:linClrLst>
    <dgm:effectClrLst/>
    <dgm:txLinClrLst/>
    <dgm:txFillClrLst meth="repeat">
      <a:schemeClr val="dk1"/>
    </dgm:txFillClrLst>
    <dgm:txEffectClrLst/>
  </dgm:styleLbl>
  <dgm:styleLbl name="solidBgAcc1">
    <dgm:fillClrLst meth="repeat">
      <a:schemeClr val="lt1"/>
    </dgm:fillClrLst>
    <dgm:linClrLst meth="repeat">
      <a:schemeClr val="accent3"/>
    </dgm:linClrLst>
    <dgm:effectClrLst/>
    <dgm:txLinClrLst/>
    <dgm:txFillClrLst meth="repeat">
      <a:schemeClr val="dk1"/>
    </dgm:txFillClrLst>
    <dgm:txEffectClrLst/>
  </dgm:styleLbl>
  <dgm:styleLbl name="fgAccFollowNode1">
    <dgm:fillClrLst meth="repeat">
      <a:schemeClr val="accent3">
        <a:alpha val="90000"/>
        <a:tint val="40000"/>
      </a:schemeClr>
    </dgm:fillClrLst>
    <dgm:linClrLst meth="repeat">
      <a:schemeClr val="accent3">
        <a:alpha val="90000"/>
        <a:tint val="40000"/>
      </a:schemeClr>
    </dgm:linClrLst>
    <dgm:effectClrLst/>
    <dgm:txLinClrLst/>
    <dgm:txFillClrLst meth="repeat">
      <a:schemeClr val="dk1"/>
    </dgm:txFillClrLst>
    <dgm:txEffectClrLst/>
  </dgm:styleLbl>
  <dgm:styleLbl name="alignAccFollowNode1">
    <dgm:fillClrLst meth="repeat">
      <a:schemeClr val="accent3">
        <a:alpha val="90000"/>
        <a:tint val="40000"/>
      </a:schemeClr>
    </dgm:fillClrLst>
    <dgm:linClrLst meth="repeat">
      <a:schemeClr val="accent3">
        <a:alpha val="90000"/>
        <a:tint val="40000"/>
      </a:schemeClr>
    </dgm:linClrLst>
    <dgm:effectClrLst/>
    <dgm:txLinClrLst/>
    <dgm:txFillClrLst meth="repeat">
      <a:schemeClr val="dk1"/>
    </dgm:txFillClrLst>
    <dgm:txEffectClrLst/>
  </dgm:styleLbl>
  <dgm:styleLbl name="bgAccFollowNode1">
    <dgm:fillClrLst meth="repeat">
      <a:schemeClr val="accent3">
        <a:alpha val="90000"/>
        <a:tint val="40000"/>
      </a:schemeClr>
    </dgm:fillClrLst>
    <dgm:linClrLst meth="repeat">
      <a:schemeClr val="accent3">
        <a:alpha val="90000"/>
        <a:tint val="40000"/>
      </a:schemeClr>
    </dgm:linClrLst>
    <dgm:effectClrLst/>
    <dgm:txLinClrLst/>
    <dgm:txFillClrLst meth="repeat">
      <a:schemeClr val="dk1"/>
    </dgm:txFillClrLst>
    <dgm:txEffectClrLst/>
  </dgm:styleLbl>
  <dgm:styleLbl name="fgAcc0">
    <dgm:fillClrLst meth="repeat">
      <a:schemeClr val="lt1">
        <a:alpha val="90000"/>
      </a:schemeClr>
    </dgm:fillClrLst>
    <dgm:linClrLst meth="repeat">
      <a:schemeClr val="accent3"/>
    </dgm:linClrLst>
    <dgm:effectClrLst/>
    <dgm:txLinClrLst/>
    <dgm:txFillClrLst meth="repeat">
      <a:schemeClr val="dk1"/>
    </dgm:txFillClrLst>
    <dgm:txEffectClrLst/>
  </dgm:styleLbl>
  <dgm:styleLbl name="fgAcc2">
    <dgm:fillClrLst meth="repeat">
      <a:schemeClr val="lt1">
        <a:alpha val="90000"/>
      </a:schemeClr>
    </dgm:fillClrLst>
    <dgm:linClrLst meth="repeat">
      <a:schemeClr val="accent3"/>
    </dgm:linClrLst>
    <dgm:effectClrLst/>
    <dgm:txLinClrLst/>
    <dgm:txFillClrLst meth="repeat">
      <a:schemeClr val="dk1"/>
    </dgm:txFillClrLst>
    <dgm:txEffectClrLst/>
  </dgm:styleLbl>
  <dgm:styleLbl name="fgAcc3">
    <dgm:fillClrLst meth="repeat">
      <a:schemeClr val="lt1">
        <a:alpha val="90000"/>
      </a:schemeClr>
    </dgm:fillClrLst>
    <dgm:linClrLst meth="repeat">
      <a:schemeClr val="accent3"/>
    </dgm:linClrLst>
    <dgm:effectClrLst/>
    <dgm:txLinClrLst/>
    <dgm:txFillClrLst meth="repeat">
      <a:schemeClr val="dk1"/>
    </dgm:txFillClrLst>
    <dgm:txEffectClrLst/>
  </dgm:styleLbl>
  <dgm:styleLbl name="fgAcc4">
    <dgm:fillClrLst meth="repeat">
      <a:schemeClr val="lt1">
        <a:alpha val="90000"/>
      </a:schemeClr>
    </dgm:fillClrLst>
    <dgm:linClrLst meth="repeat">
      <a:schemeClr val="accent3"/>
    </dgm:linClrLst>
    <dgm:effectClrLst/>
    <dgm:txLinClrLst/>
    <dgm:txFillClrLst meth="repeat">
      <a:schemeClr val="dk1"/>
    </dgm:txFillClrLst>
    <dgm:txEffectClrLst/>
  </dgm:styleLbl>
  <dgm:styleLbl name="bgShp">
    <dgm:fillClrLst meth="repeat">
      <a:schemeClr val="accent3">
        <a:tint val="40000"/>
      </a:schemeClr>
    </dgm:fillClrLst>
    <dgm:linClrLst meth="repeat">
      <a:schemeClr val="accent3"/>
    </dgm:linClrLst>
    <dgm:effectClrLst/>
    <dgm:txLinClrLst/>
    <dgm:txFillClrLst meth="repeat">
      <a:schemeClr val="dk1"/>
    </dgm:txFillClrLst>
    <dgm:txEffectClrLst/>
  </dgm:styleLbl>
  <dgm:styleLbl name="dkBgShp">
    <dgm:fillClrLst meth="repeat">
      <a:schemeClr val="accent3">
        <a:shade val="80000"/>
      </a:schemeClr>
    </dgm:fillClrLst>
    <dgm:linClrLst meth="repeat">
      <a:schemeClr val="accent3"/>
    </dgm:linClrLst>
    <dgm:effectClrLst/>
    <dgm:txLinClrLst/>
    <dgm:txFillClrLst meth="repeat">
      <a:schemeClr val="lt1"/>
    </dgm:txFillClrLst>
    <dgm:txEffectClrLst/>
  </dgm:styleLbl>
  <dgm:styleLbl name="trBgShp">
    <dgm:fillClrLst meth="repeat">
      <a:schemeClr val="accent3">
        <a:tint val="50000"/>
        <a:alpha val="40000"/>
      </a:schemeClr>
    </dgm:fillClrLst>
    <dgm:linClrLst meth="repeat">
      <a:schemeClr val="accent3"/>
    </dgm:linClrLst>
    <dgm:effectClrLst/>
    <dgm:txLinClrLst/>
    <dgm:txFillClrLst meth="repeat">
      <a:schemeClr val="lt1"/>
    </dgm:txFillClrLst>
    <dgm:txEffectClrLst/>
  </dgm:styleLbl>
  <dgm:styleLbl name="fgShp">
    <dgm:fillClrLst meth="repeat">
      <a:schemeClr val="accent3">
        <a:tint val="60000"/>
      </a:schemeClr>
    </dgm:fillClrLst>
    <dgm:linClrLst meth="repeat">
      <a:schemeClr val="lt1"/>
    </dgm:linClrLst>
    <dgm:effectClrLst/>
    <dgm:txLinClrLst/>
    <dgm:txFillClrLst meth="repeat">
      <a:schemeClr val="dk1"/>
    </dgm:txFillClrLst>
    <dgm:txEffectClrLst/>
  </dgm:styleLbl>
  <dgm:styleLbl name="revTx">
    <dgm:fillClrLst meth="repeat">
      <a:schemeClr val="lt1">
        <a:alpha val="0"/>
      </a:schemeClr>
    </dgm:fillClrLst>
    <dgm:linClrLst meth="repeat">
      <a:schemeClr val="dk1">
        <a:alpha val="0"/>
      </a:schemeClr>
    </dgm:linClrLst>
    <dgm:effectClrLst/>
    <dgm:txLinClrLst/>
    <dgm:txFillClrLst meth="repeat">
      <a:schemeClr val="tx1"/>
    </dgm:txFillClrLst>
    <dgm:txEffectClrLst/>
  </dgm:styleLbl>
</dgm:colorsDef>
</file>

<file path=ppt/diagrams/data1.xml><?xml version="1.0" encoding="utf-8"?>
<dgm:dataModel xmlns:dgm="http://schemas.openxmlformats.org/drawingml/2006/diagram" xmlns:a="http://schemas.openxmlformats.org/drawingml/2006/main">
  <dgm:ptLst>
    <dgm:pt modelId="{7AEA42F5-80D2-4741-8222-1A69464B8A60}" type="doc">
      <dgm:prSet loTypeId="urn:microsoft.com/office/officeart/2005/8/layout/hProcess9" loCatId="process" qsTypeId="urn:microsoft.com/office/officeart/2005/8/quickstyle/simple1" qsCatId="simple" csTypeId="urn:microsoft.com/office/officeart/2005/8/colors/colorful1" csCatId="colorful" phldr="1"/>
      <dgm:spPr/>
    </dgm:pt>
    <dgm:pt modelId="{BA9E19E2-259A-4E4D-B68B-E5065C0C1B85}">
      <dgm:prSet phldrT="[Text]"/>
      <dgm:spPr/>
      <dgm:t>
        <a:bodyPr/>
        <a:lstStyle/>
        <a:p>
          <a:r>
            <a:rPr lang="en-US" dirty="0"/>
            <a:t>Bayesian Networks to Model a Joint Probability Distribution</a:t>
          </a:r>
        </a:p>
      </dgm:t>
    </dgm:pt>
    <dgm:pt modelId="{D5C1D89B-0868-4252-B691-9D51723771DA}" type="parTrans" cxnId="{148BB96C-DC2A-4B04-B37F-319F350C58A5}">
      <dgm:prSet/>
      <dgm:spPr/>
      <dgm:t>
        <a:bodyPr/>
        <a:lstStyle/>
        <a:p>
          <a:endParaRPr lang="en-US"/>
        </a:p>
      </dgm:t>
    </dgm:pt>
    <dgm:pt modelId="{FEF49462-42E9-4F61-B1A4-CD3357F46764}" type="sibTrans" cxnId="{148BB96C-DC2A-4B04-B37F-319F350C58A5}">
      <dgm:prSet/>
      <dgm:spPr/>
      <dgm:t>
        <a:bodyPr/>
        <a:lstStyle/>
        <a:p>
          <a:endParaRPr lang="en-US"/>
        </a:p>
      </dgm:t>
    </dgm:pt>
    <dgm:pt modelId="{5626C5DD-14A5-48D5-9CAC-4C44409DD5AE}">
      <dgm:prSet phldrT="[Text]"/>
      <dgm:spPr/>
      <dgm:t>
        <a:bodyPr/>
        <a:lstStyle/>
        <a:p>
          <a:r>
            <a:rPr lang="en-US" dirty="0"/>
            <a:t>Exact Inference</a:t>
          </a:r>
        </a:p>
      </dgm:t>
    </dgm:pt>
    <dgm:pt modelId="{954C4D64-812F-4941-A0A0-134A456F13A8}" type="parTrans" cxnId="{4B573128-8A96-4F45-BBD5-F99105346394}">
      <dgm:prSet/>
      <dgm:spPr/>
      <dgm:t>
        <a:bodyPr/>
        <a:lstStyle/>
        <a:p>
          <a:endParaRPr lang="en-US"/>
        </a:p>
      </dgm:t>
    </dgm:pt>
    <dgm:pt modelId="{7D67DF02-DD7D-47A3-8C2A-772281239EBD}" type="sibTrans" cxnId="{4B573128-8A96-4F45-BBD5-F99105346394}">
      <dgm:prSet/>
      <dgm:spPr/>
      <dgm:t>
        <a:bodyPr/>
        <a:lstStyle/>
        <a:p>
          <a:endParaRPr lang="en-US"/>
        </a:p>
      </dgm:t>
    </dgm:pt>
    <dgm:pt modelId="{FDE59535-E950-4F76-937E-2BC8AB2C4099}">
      <dgm:prSet phldrT="[Text]"/>
      <dgm:spPr/>
      <dgm:t>
        <a:bodyPr/>
        <a:lstStyle/>
        <a:p>
          <a:r>
            <a:rPr lang="en-US" dirty="0"/>
            <a:t>Approximate Inference</a:t>
          </a:r>
        </a:p>
      </dgm:t>
    </dgm:pt>
    <dgm:pt modelId="{994A4672-FD6D-46CA-AB17-C1902A21783B}" type="parTrans" cxnId="{597C8984-E81B-4CB1-89AE-A92E706F6453}">
      <dgm:prSet/>
      <dgm:spPr/>
      <dgm:t>
        <a:bodyPr/>
        <a:lstStyle/>
        <a:p>
          <a:endParaRPr lang="en-US"/>
        </a:p>
      </dgm:t>
    </dgm:pt>
    <dgm:pt modelId="{8DB0DB63-25F9-4CEE-8ADB-599EC0577CB2}" type="sibTrans" cxnId="{597C8984-E81B-4CB1-89AE-A92E706F6453}">
      <dgm:prSet/>
      <dgm:spPr/>
      <dgm:t>
        <a:bodyPr/>
        <a:lstStyle/>
        <a:p>
          <a:endParaRPr lang="en-US"/>
        </a:p>
      </dgm:t>
    </dgm:pt>
    <dgm:pt modelId="{C4D4730F-C16B-45FF-B146-98AAF9D28502}">
      <dgm:prSet phldrT="[Text]"/>
      <dgm:spPr/>
      <dgm:t>
        <a:bodyPr/>
        <a:lstStyle/>
        <a:p>
          <a:r>
            <a:rPr lang="en-US" dirty="0"/>
            <a:t>Construction of Bayesian Networks</a:t>
          </a:r>
        </a:p>
      </dgm:t>
    </dgm:pt>
    <dgm:pt modelId="{88D5A195-9CD8-400B-BF02-007CDE628471}" type="parTrans" cxnId="{6C271309-5ED8-47CC-B614-DD5422F1B33F}">
      <dgm:prSet/>
      <dgm:spPr/>
      <dgm:t>
        <a:bodyPr/>
        <a:lstStyle/>
        <a:p>
          <a:endParaRPr lang="en-US"/>
        </a:p>
      </dgm:t>
    </dgm:pt>
    <dgm:pt modelId="{575547A5-BB79-4B94-A8F9-26CD4E0B12C2}" type="sibTrans" cxnId="{6C271309-5ED8-47CC-B614-DD5422F1B33F}">
      <dgm:prSet/>
      <dgm:spPr/>
      <dgm:t>
        <a:bodyPr/>
        <a:lstStyle/>
        <a:p>
          <a:endParaRPr lang="en-US"/>
        </a:p>
      </dgm:t>
    </dgm:pt>
    <dgm:pt modelId="{DEA0E74E-FDC0-4904-82B6-CFE24B202F07}" type="pres">
      <dgm:prSet presAssocID="{7AEA42F5-80D2-4741-8222-1A69464B8A60}" presName="CompostProcess" presStyleCnt="0">
        <dgm:presLayoutVars>
          <dgm:dir/>
          <dgm:resizeHandles val="exact"/>
        </dgm:presLayoutVars>
      </dgm:prSet>
      <dgm:spPr/>
    </dgm:pt>
    <dgm:pt modelId="{FFCF4F7C-5B91-47F2-A0E5-3230B5C26E08}" type="pres">
      <dgm:prSet presAssocID="{7AEA42F5-80D2-4741-8222-1A69464B8A60}" presName="arrow" presStyleLbl="bgShp" presStyleIdx="0" presStyleCnt="1"/>
      <dgm:spPr/>
    </dgm:pt>
    <dgm:pt modelId="{5B1C1136-014E-4D7B-8A90-CA52CEC8D16B}" type="pres">
      <dgm:prSet presAssocID="{7AEA42F5-80D2-4741-8222-1A69464B8A60}" presName="linearProcess" presStyleCnt="0"/>
      <dgm:spPr/>
    </dgm:pt>
    <dgm:pt modelId="{40EDCB9B-9B66-40F2-A12B-6CDA8C348BB8}" type="pres">
      <dgm:prSet presAssocID="{BA9E19E2-259A-4E4D-B68B-E5065C0C1B85}" presName="textNode" presStyleLbl="node1" presStyleIdx="0" presStyleCnt="4">
        <dgm:presLayoutVars>
          <dgm:bulletEnabled val="1"/>
        </dgm:presLayoutVars>
      </dgm:prSet>
      <dgm:spPr/>
    </dgm:pt>
    <dgm:pt modelId="{C4E5CD95-CCA7-4FDF-9874-44052F7C6E28}" type="pres">
      <dgm:prSet presAssocID="{FEF49462-42E9-4F61-B1A4-CD3357F46764}" presName="sibTrans" presStyleCnt="0"/>
      <dgm:spPr/>
    </dgm:pt>
    <dgm:pt modelId="{B95BA078-D981-459A-BD83-B5745C9B520E}" type="pres">
      <dgm:prSet presAssocID="{C4D4730F-C16B-45FF-B146-98AAF9D28502}" presName="textNode" presStyleLbl="node1" presStyleIdx="1" presStyleCnt="4">
        <dgm:presLayoutVars>
          <dgm:bulletEnabled val="1"/>
        </dgm:presLayoutVars>
      </dgm:prSet>
      <dgm:spPr/>
    </dgm:pt>
    <dgm:pt modelId="{F88C0D9F-784A-4E1C-9B9E-F015E7541AA0}" type="pres">
      <dgm:prSet presAssocID="{575547A5-BB79-4B94-A8F9-26CD4E0B12C2}" presName="sibTrans" presStyleCnt="0"/>
      <dgm:spPr/>
    </dgm:pt>
    <dgm:pt modelId="{5ADD08B7-615A-4A6D-89E9-F7F323300180}" type="pres">
      <dgm:prSet presAssocID="{5626C5DD-14A5-48D5-9CAC-4C44409DD5AE}" presName="textNode" presStyleLbl="node1" presStyleIdx="2" presStyleCnt="4">
        <dgm:presLayoutVars>
          <dgm:bulletEnabled val="1"/>
        </dgm:presLayoutVars>
      </dgm:prSet>
      <dgm:spPr/>
    </dgm:pt>
    <dgm:pt modelId="{2A4AECCE-444F-4E78-A395-3013AB61739C}" type="pres">
      <dgm:prSet presAssocID="{7D67DF02-DD7D-47A3-8C2A-772281239EBD}" presName="sibTrans" presStyleCnt="0"/>
      <dgm:spPr/>
    </dgm:pt>
    <dgm:pt modelId="{28FABD7B-E90C-4CEA-9C59-8ABDC11039B5}" type="pres">
      <dgm:prSet presAssocID="{FDE59535-E950-4F76-937E-2BC8AB2C4099}" presName="textNode" presStyleLbl="node1" presStyleIdx="3" presStyleCnt="4">
        <dgm:presLayoutVars>
          <dgm:bulletEnabled val="1"/>
        </dgm:presLayoutVars>
      </dgm:prSet>
      <dgm:spPr/>
    </dgm:pt>
  </dgm:ptLst>
  <dgm:cxnLst>
    <dgm:cxn modelId="{6C271309-5ED8-47CC-B614-DD5422F1B33F}" srcId="{7AEA42F5-80D2-4741-8222-1A69464B8A60}" destId="{C4D4730F-C16B-45FF-B146-98AAF9D28502}" srcOrd="1" destOrd="0" parTransId="{88D5A195-9CD8-400B-BF02-007CDE628471}" sibTransId="{575547A5-BB79-4B94-A8F9-26CD4E0B12C2}"/>
    <dgm:cxn modelId="{4B573128-8A96-4F45-BBD5-F99105346394}" srcId="{7AEA42F5-80D2-4741-8222-1A69464B8A60}" destId="{5626C5DD-14A5-48D5-9CAC-4C44409DD5AE}" srcOrd="2" destOrd="0" parTransId="{954C4D64-812F-4941-A0A0-134A456F13A8}" sibTransId="{7D67DF02-DD7D-47A3-8C2A-772281239EBD}"/>
    <dgm:cxn modelId="{D828AA28-B93F-46DF-A948-2D96B530C1D9}" type="presOf" srcId="{7AEA42F5-80D2-4741-8222-1A69464B8A60}" destId="{DEA0E74E-FDC0-4904-82B6-CFE24B202F07}" srcOrd="0" destOrd="0" presId="urn:microsoft.com/office/officeart/2005/8/layout/hProcess9"/>
    <dgm:cxn modelId="{148BB96C-DC2A-4B04-B37F-319F350C58A5}" srcId="{7AEA42F5-80D2-4741-8222-1A69464B8A60}" destId="{BA9E19E2-259A-4E4D-B68B-E5065C0C1B85}" srcOrd="0" destOrd="0" parTransId="{D5C1D89B-0868-4252-B691-9D51723771DA}" sibTransId="{FEF49462-42E9-4F61-B1A4-CD3357F46764}"/>
    <dgm:cxn modelId="{597C8984-E81B-4CB1-89AE-A92E706F6453}" srcId="{7AEA42F5-80D2-4741-8222-1A69464B8A60}" destId="{FDE59535-E950-4F76-937E-2BC8AB2C4099}" srcOrd="3" destOrd="0" parTransId="{994A4672-FD6D-46CA-AB17-C1902A21783B}" sibTransId="{8DB0DB63-25F9-4CEE-8ADB-599EC0577CB2}"/>
    <dgm:cxn modelId="{FB19FB84-35DC-433C-B678-F7DE3480A6C1}" type="presOf" srcId="{FDE59535-E950-4F76-937E-2BC8AB2C4099}" destId="{28FABD7B-E90C-4CEA-9C59-8ABDC11039B5}" srcOrd="0" destOrd="0" presId="urn:microsoft.com/office/officeart/2005/8/layout/hProcess9"/>
    <dgm:cxn modelId="{55E0A98B-A960-4049-B613-0F8BEAD18DA5}" type="presOf" srcId="{BA9E19E2-259A-4E4D-B68B-E5065C0C1B85}" destId="{40EDCB9B-9B66-40F2-A12B-6CDA8C348BB8}" srcOrd="0" destOrd="0" presId="urn:microsoft.com/office/officeart/2005/8/layout/hProcess9"/>
    <dgm:cxn modelId="{A1FF3A91-3BD6-4B96-AB4D-D599E8DA24E8}" type="presOf" srcId="{C4D4730F-C16B-45FF-B146-98AAF9D28502}" destId="{B95BA078-D981-459A-BD83-B5745C9B520E}" srcOrd="0" destOrd="0" presId="urn:microsoft.com/office/officeart/2005/8/layout/hProcess9"/>
    <dgm:cxn modelId="{868F50F4-CCF1-4DB1-BB2B-D5E9CD28748E}" type="presOf" srcId="{5626C5DD-14A5-48D5-9CAC-4C44409DD5AE}" destId="{5ADD08B7-615A-4A6D-89E9-F7F323300180}" srcOrd="0" destOrd="0" presId="urn:microsoft.com/office/officeart/2005/8/layout/hProcess9"/>
    <dgm:cxn modelId="{8B14F0C4-45B8-431B-A050-75BE77AA8475}" type="presParOf" srcId="{DEA0E74E-FDC0-4904-82B6-CFE24B202F07}" destId="{FFCF4F7C-5B91-47F2-A0E5-3230B5C26E08}" srcOrd="0" destOrd="0" presId="urn:microsoft.com/office/officeart/2005/8/layout/hProcess9"/>
    <dgm:cxn modelId="{8B2A8C91-7CF8-495D-98B7-ACAEDB698BC4}" type="presParOf" srcId="{DEA0E74E-FDC0-4904-82B6-CFE24B202F07}" destId="{5B1C1136-014E-4D7B-8A90-CA52CEC8D16B}" srcOrd="1" destOrd="0" presId="urn:microsoft.com/office/officeart/2005/8/layout/hProcess9"/>
    <dgm:cxn modelId="{DD0F8D32-CD03-4678-931B-607FECA8B790}" type="presParOf" srcId="{5B1C1136-014E-4D7B-8A90-CA52CEC8D16B}" destId="{40EDCB9B-9B66-40F2-A12B-6CDA8C348BB8}" srcOrd="0" destOrd="0" presId="urn:microsoft.com/office/officeart/2005/8/layout/hProcess9"/>
    <dgm:cxn modelId="{45C95FAA-5690-4689-B475-27DE78B947BD}" type="presParOf" srcId="{5B1C1136-014E-4D7B-8A90-CA52CEC8D16B}" destId="{C4E5CD95-CCA7-4FDF-9874-44052F7C6E28}" srcOrd="1" destOrd="0" presId="urn:microsoft.com/office/officeart/2005/8/layout/hProcess9"/>
    <dgm:cxn modelId="{6B07E474-69F0-42BC-91A1-DF8874FD2571}" type="presParOf" srcId="{5B1C1136-014E-4D7B-8A90-CA52CEC8D16B}" destId="{B95BA078-D981-459A-BD83-B5745C9B520E}" srcOrd="2" destOrd="0" presId="urn:microsoft.com/office/officeart/2005/8/layout/hProcess9"/>
    <dgm:cxn modelId="{642850AB-4A9D-4199-B9FC-6DDE7BB83E0D}" type="presParOf" srcId="{5B1C1136-014E-4D7B-8A90-CA52CEC8D16B}" destId="{F88C0D9F-784A-4E1C-9B9E-F015E7541AA0}" srcOrd="3" destOrd="0" presId="urn:microsoft.com/office/officeart/2005/8/layout/hProcess9"/>
    <dgm:cxn modelId="{D684FBB5-68C2-413A-929B-6633CFD012BE}" type="presParOf" srcId="{5B1C1136-014E-4D7B-8A90-CA52CEC8D16B}" destId="{5ADD08B7-615A-4A6D-89E9-F7F323300180}" srcOrd="4" destOrd="0" presId="urn:microsoft.com/office/officeart/2005/8/layout/hProcess9"/>
    <dgm:cxn modelId="{AF64CD13-9548-41D8-AB12-2AD2450EE85C}" type="presParOf" srcId="{5B1C1136-014E-4D7B-8A90-CA52CEC8D16B}" destId="{2A4AECCE-444F-4E78-A395-3013AB61739C}" srcOrd="5" destOrd="0" presId="urn:microsoft.com/office/officeart/2005/8/layout/hProcess9"/>
    <dgm:cxn modelId="{01207165-98A4-4915-B1C7-638014FAD0D0}" type="presParOf" srcId="{5B1C1136-014E-4D7B-8A90-CA52CEC8D16B}" destId="{28FABD7B-E90C-4CEA-9C59-8ABDC11039B5}" srcOrd="6" destOrd="0" presId="urn:microsoft.com/office/officeart/2005/8/layout/hProcess9"/>
  </dgm:cxnLst>
  <dgm:bg/>
  <dgm:whole/>
  <dgm:extLst>
    <a:ext uri="http://schemas.microsoft.com/office/drawing/2008/diagram">
      <dsp:dataModelExt xmlns:dsp="http://schemas.microsoft.com/office/drawing/2008/diagram" relId="rId6" minVer="http://schemas.openxmlformats.org/drawingml/2006/diagram"/>
    </a:ext>
  </dgm:extLst>
</dgm:dataModel>
</file>

<file path=ppt/diagrams/data2.xml><?xml version="1.0" encoding="utf-8"?>
<dgm:dataModel xmlns:dgm="http://schemas.openxmlformats.org/drawingml/2006/diagram" xmlns:a="http://schemas.openxmlformats.org/drawingml/2006/main">
  <dgm:ptLst>
    <dgm:pt modelId="{B79299E1-29D0-4F78-9634-119FFF47E9B8}" type="doc">
      <dgm:prSet loTypeId="urn:microsoft.com/office/officeart/2018/2/layout/IconVerticalSolidList" loCatId="icon" qsTypeId="urn:microsoft.com/office/officeart/2005/8/quickstyle/simple1" qsCatId="simple" csTypeId="urn:microsoft.com/office/officeart/2018/5/colors/Iconchunking_neutralicontext_colorful1" csCatId="colorful" phldr="1"/>
      <dgm:spPr/>
      <dgm:t>
        <a:bodyPr/>
        <a:lstStyle/>
        <a:p>
          <a:endParaRPr lang="en-US"/>
        </a:p>
      </dgm:t>
    </dgm:pt>
    <dgm:pt modelId="{649A3F61-A79A-4DC1-BF6F-1BDB364E3EFC}">
      <dgm:prSet/>
      <dgm:spPr/>
      <dgm:t>
        <a:bodyPr/>
        <a:lstStyle/>
        <a:p>
          <a:pPr>
            <a:lnSpc>
              <a:spcPct val="100000"/>
            </a:lnSpc>
          </a:pPr>
          <a:r>
            <a:rPr lang="en-US" dirty="0"/>
            <a:t>A type of graphical model.</a:t>
          </a:r>
        </a:p>
      </dgm:t>
    </dgm:pt>
    <dgm:pt modelId="{F3FFACCD-9DED-49BE-AFFA-55D2798D0316}" type="parTrans" cxnId="{7525C7A0-BF46-40DE-A7CB-C84D673677A9}">
      <dgm:prSet/>
      <dgm:spPr/>
      <dgm:t>
        <a:bodyPr/>
        <a:lstStyle/>
        <a:p>
          <a:endParaRPr lang="en-US"/>
        </a:p>
      </dgm:t>
    </dgm:pt>
    <dgm:pt modelId="{4836C891-597E-48D4-A53D-ED705A0F7972}" type="sibTrans" cxnId="{7525C7A0-BF46-40DE-A7CB-C84D673677A9}">
      <dgm:prSet/>
      <dgm:spPr/>
      <dgm:t>
        <a:bodyPr/>
        <a:lstStyle/>
        <a:p>
          <a:endParaRPr lang="en-US"/>
        </a:p>
      </dgm:t>
    </dgm:pt>
    <dgm:pt modelId="{8FE378D1-9702-4D4B-9150-97630AB3F975}">
      <dgm:prSet/>
      <dgm:spPr/>
      <dgm:t>
        <a:bodyPr/>
        <a:lstStyle/>
        <a:p>
          <a:pPr>
            <a:lnSpc>
              <a:spcPct val="100000"/>
            </a:lnSpc>
          </a:pPr>
          <a:r>
            <a:rPr lang="en-US" dirty="0"/>
            <a:t>A way to specify dependence between random variables.</a:t>
          </a:r>
        </a:p>
      </dgm:t>
    </dgm:pt>
    <dgm:pt modelId="{95F81B0C-E9A2-4114-9180-4B8AD6076316}" type="parTrans" cxnId="{79CEA392-8188-4864-AEB5-B0F33F140AFE}">
      <dgm:prSet/>
      <dgm:spPr/>
      <dgm:t>
        <a:bodyPr/>
        <a:lstStyle/>
        <a:p>
          <a:endParaRPr lang="en-US"/>
        </a:p>
      </dgm:t>
    </dgm:pt>
    <dgm:pt modelId="{77255A88-D620-4EBD-9415-AA163DA0151E}" type="sibTrans" cxnId="{79CEA392-8188-4864-AEB5-B0F33F140AFE}">
      <dgm:prSet/>
      <dgm:spPr/>
      <dgm:t>
        <a:bodyPr/>
        <a:lstStyle/>
        <a:p>
          <a:endParaRPr lang="en-US"/>
        </a:p>
      </dgm:t>
    </dgm:pt>
    <dgm:pt modelId="{4449B95C-BD0D-4CEC-BD36-BCDEC20C9261}">
      <dgm:prSet/>
      <dgm:spPr/>
      <dgm:t>
        <a:bodyPr/>
        <a:lstStyle/>
        <a:p>
          <a:pPr>
            <a:lnSpc>
              <a:spcPct val="100000"/>
            </a:lnSpc>
          </a:pPr>
          <a:r>
            <a:rPr lang="en-US" dirty="0"/>
            <a:t>A compact specification of a full joint probability distribution.</a:t>
          </a:r>
        </a:p>
      </dgm:t>
    </dgm:pt>
    <dgm:pt modelId="{EC3DF60E-938C-447E-86B0-C5274EB0D600}" type="parTrans" cxnId="{E25FBC21-40CC-4203-A891-44F9CE0DFBF1}">
      <dgm:prSet/>
      <dgm:spPr/>
      <dgm:t>
        <a:bodyPr/>
        <a:lstStyle/>
        <a:p>
          <a:endParaRPr lang="en-US"/>
        </a:p>
      </dgm:t>
    </dgm:pt>
    <dgm:pt modelId="{5D3E2930-3338-4FEB-8A1D-8B41A14AD44F}" type="sibTrans" cxnId="{E25FBC21-40CC-4203-A891-44F9CE0DFBF1}">
      <dgm:prSet/>
      <dgm:spPr/>
      <dgm:t>
        <a:bodyPr/>
        <a:lstStyle/>
        <a:p>
          <a:endParaRPr lang="en-US"/>
        </a:p>
      </dgm:t>
    </dgm:pt>
    <dgm:pt modelId="{F292AE27-B155-4DD9-89B0-E2FE87D51EBC}">
      <dgm:prSet/>
      <dgm:spPr/>
      <dgm:t>
        <a:bodyPr/>
        <a:lstStyle/>
        <a:p>
          <a:pPr>
            <a:lnSpc>
              <a:spcPct val="100000"/>
            </a:lnSpc>
          </a:pPr>
          <a:r>
            <a:rPr lang="en-US" dirty="0"/>
            <a:t>A general and important model to reason with uncertainty in AI.</a:t>
          </a:r>
        </a:p>
      </dgm:t>
    </dgm:pt>
    <dgm:pt modelId="{001784E8-A490-46C8-B53C-622FD8586CEB}" type="parTrans" cxnId="{D36929CD-BCD0-4831-834B-2C51D3BB925E}">
      <dgm:prSet/>
      <dgm:spPr/>
      <dgm:t>
        <a:bodyPr/>
        <a:lstStyle/>
        <a:p>
          <a:endParaRPr lang="en-US"/>
        </a:p>
      </dgm:t>
    </dgm:pt>
    <dgm:pt modelId="{269A9F74-A246-4AA5-A728-A2C35098BBD3}" type="sibTrans" cxnId="{D36929CD-BCD0-4831-834B-2C51D3BB925E}">
      <dgm:prSet/>
      <dgm:spPr/>
      <dgm:t>
        <a:bodyPr/>
        <a:lstStyle/>
        <a:p>
          <a:endParaRPr lang="en-US"/>
        </a:p>
      </dgm:t>
    </dgm:pt>
    <dgm:pt modelId="{E6333418-FD08-4D55-8208-6EB6FFF878EE}" type="pres">
      <dgm:prSet presAssocID="{B79299E1-29D0-4F78-9634-119FFF47E9B8}" presName="root" presStyleCnt="0">
        <dgm:presLayoutVars>
          <dgm:dir/>
          <dgm:resizeHandles val="exact"/>
        </dgm:presLayoutVars>
      </dgm:prSet>
      <dgm:spPr/>
    </dgm:pt>
    <dgm:pt modelId="{4B37F447-C215-4ED1-B6DE-F905661D5AAC}" type="pres">
      <dgm:prSet presAssocID="{649A3F61-A79A-4DC1-BF6F-1BDB364E3EFC}" presName="compNode" presStyleCnt="0"/>
      <dgm:spPr/>
    </dgm:pt>
    <dgm:pt modelId="{0C27581B-4C86-42EB-84EF-1980DAC372EB}" type="pres">
      <dgm:prSet presAssocID="{649A3F61-A79A-4DC1-BF6F-1BDB364E3EFC}" presName="bgRect" presStyleLbl="bgShp" presStyleIdx="0" presStyleCnt="4"/>
      <dgm:spPr/>
    </dgm:pt>
    <dgm:pt modelId="{42B39763-0B7C-4FD9-817D-AE78FBD7A2F1}" type="pres">
      <dgm:prSet presAssocID="{649A3F61-A79A-4DC1-BF6F-1BDB364E3EFC}" presName="iconRect" presStyleLbl="node1" presStyleIdx="0" presStyleCnt="4"/>
      <dgm:spPr>
        <a:blipFill>
          <a:blip xmlns:r="http://schemas.openxmlformats.org/officeDocument/2006/relationships" r:embed="rId1">
            <a:extLst>
              <a:ext uri="{28A0092B-C50C-407E-A947-70E740481C1C}">
                <a14:useLocalDpi xmlns:a14="http://schemas.microsoft.com/office/drawing/2010/main" val="0"/>
              </a:ext>
              <a:ext uri="{96DAC541-7B7A-43D3-8B79-37D633B846F1}">
                <asvg:svgBlip xmlns:asvg="http://schemas.microsoft.com/office/drawing/2016/SVG/main" r:embed="rId2"/>
              </a:ext>
            </a:extLst>
          </a:blip>
          <a:stretch>
            <a:fillRect/>
          </a:stretch>
        </a:blipFill>
        <a:ln>
          <a:noFill/>
        </a:ln>
      </dgm:spPr>
      <dgm:extLst>
        <a:ext uri="{E40237B7-FDA0-4F09-8148-C483321AD2D9}">
          <dgm14:cNvPr xmlns:dgm14="http://schemas.microsoft.com/office/drawing/2010/diagram" id="0" name="" descr="Document"/>
        </a:ext>
      </dgm:extLst>
    </dgm:pt>
    <dgm:pt modelId="{763EFB76-1385-4424-A127-1A87A28DA117}" type="pres">
      <dgm:prSet presAssocID="{649A3F61-A79A-4DC1-BF6F-1BDB364E3EFC}" presName="spaceRect" presStyleCnt="0"/>
      <dgm:spPr/>
    </dgm:pt>
    <dgm:pt modelId="{1EB80DA5-5EF5-4583-A514-0EE1C5235441}" type="pres">
      <dgm:prSet presAssocID="{649A3F61-A79A-4DC1-BF6F-1BDB364E3EFC}" presName="parTx" presStyleLbl="revTx" presStyleIdx="0" presStyleCnt="4">
        <dgm:presLayoutVars>
          <dgm:chMax val="0"/>
          <dgm:chPref val="0"/>
        </dgm:presLayoutVars>
      </dgm:prSet>
      <dgm:spPr/>
    </dgm:pt>
    <dgm:pt modelId="{7B903643-98E7-47F8-B271-2BAC70110BBD}" type="pres">
      <dgm:prSet presAssocID="{4836C891-597E-48D4-A53D-ED705A0F7972}" presName="sibTrans" presStyleCnt="0"/>
      <dgm:spPr/>
    </dgm:pt>
    <dgm:pt modelId="{5F7F9382-1895-4B26-936A-EFB2A83AC97D}" type="pres">
      <dgm:prSet presAssocID="{8FE378D1-9702-4D4B-9150-97630AB3F975}" presName="compNode" presStyleCnt="0"/>
      <dgm:spPr/>
    </dgm:pt>
    <dgm:pt modelId="{2379ED4D-5921-4D71-ADCC-5976928DA350}" type="pres">
      <dgm:prSet presAssocID="{8FE378D1-9702-4D4B-9150-97630AB3F975}" presName="bgRect" presStyleLbl="bgShp" presStyleIdx="1" presStyleCnt="4"/>
      <dgm:spPr/>
    </dgm:pt>
    <dgm:pt modelId="{90934501-EF2F-41EA-BE69-CF8268E562E4}" type="pres">
      <dgm:prSet presAssocID="{8FE378D1-9702-4D4B-9150-97630AB3F975}" presName="iconRect" presStyleLbl="node1" presStyleIdx="1" presStyleCnt="4"/>
      <dgm:spPr>
        <a:blipFill>
          <a:blip xmlns:r="http://schemas.openxmlformats.org/officeDocument/2006/relationships" r:embed="rId3">
            <a:extLst>
              <a:ext uri="{28A0092B-C50C-407E-A947-70E740481C1C}">
                <a14:useLocalDpi xmlns:a14="http://schemas.microsoft.com/office/drawing/2010/main" val="0"/>
              </a:ext>
              <a:ext uri="{96DAC541-7B7A-43D3-8B79-37D633B846F1}">
                <asvg:svgBlip xmlns:asvg="http://schemas.microsoft.com/office/drawing/2016/SVG/main" r:embed="rId4"/>
              </a:ext>
            </a:extLst>
          </a:blip>
          <a:stretch>
            <a:fillRect/>
          </a:stretch>
        </a:blipFill>
        <a:ln>
          <a:noFill/>
        </a:ln>
      </dgm:spPr>
      <dgm:extLst>
        <a:ext uri="{E40237B7-FDA0-4F09-8148-C483321AD2D9}">
          <dgm14:cNvPr xmlns:dgm14="http://schemas.microsoft.com/office/drawing/2010/diagram" id="0" name="" descr="Drawing Compass"/>
        </a:ext>
      </dgm:extLst>
    </dgm:pt>
    <dgm:pt modelId="{AEC5A54B-3995-4FD7-9F21-DD00FC33714A}" type="pres">
      <dgm:prSet presAssocID="{8FE378D1-9702-4D4B-9150-97630AB3F975}" presName="spaceRect" presStyleCnt="0"/>
      <dgm:spPr/>
    </dgm:pt>
    <dgm:pt modelId="{9E7C0FCF-07CC-46D6-9936-061E074AEAAD}" type="pres">
      <dgm:prSet presAssocID="{8FE378D1-9702-4D4B-9150-97630AB3F975}" presName="parTx" presStyleLbl="revTx" presStyleIdx="1" presStyleCnt="4">
        <dgm:presLayoutVars>
          <dgm:chMax val="0"/>
          <dgm:chPref val="0"/>
        </dgm:presLayoutVars>
      </dgm:prSet>
      <dgm:spPr/>
    </dgm:pt>
    <dgm:pt modelId="{537BE71D-D11A-4C18-ACFF-977E724D4709}" type="pres">
      <dgm:prSet presAssocID="{77255A88-D620-4EBD-9415-AA163DA0151E}" presName="sibTrans" presStyleCnt="0"/>
      <dgm:spPr/>
    </dgm:pt>
    <dgm:pt modelId="{DCAA5908-24B1-4718-B696-6C16A475B6A5}" type="pres">
      <dgm:prSet presAssocID="{4449B95C-BD0D-4CEC-BD36-BCDEC20C9261}" presName="compNode" presStyleCnt="0"/>
      <dgm:spPr/>
    </dgm:pt>
    <dgm:pt modelId="{B9D2AB8A-2AE2-4AE8-9D6A-1C52899EAA06}" type="pres">
      <dgm:prSet presAssocID="{4449B95C-BD0D-4CEC-BD36-BCDEC20C9261}" presName="bgRect" presStyleLbl="bgShp" presStyleIdx="2" presStyleCnt="4"/>
      <dgm:spPr/>
    </dgm:pt>
    <dgm:pt modelId="{FFE384B9-5107-4CB2-85F2-3508E9B2870D}" type="pres">
      <dgm:prSet presAssocID="{4449B95C-BD0D-4CEC-BD36-BCDEC20C9261}" presName="iconRect" presStyleLbl="node1" presStyleIdx="2" presStyleCnt="4"/>
      <dgm:spPr>
        <a:blipFill>
          <a:blip xmlns:r="http://schemas.openxmlformats.org/officeDocument/2006/relationships" r:embed="rId5">
            <a:extLst>
              <a:ext uri="{28A0092B-C50C-407E-A947-70E740481C1C}">
                <a14:useLocalDpi xmlns:a14="http://schemas.microsoft.com/office/drawing/2010/main" val="0"/>
              </a:ext>
              <a:ext uri="{96DAC541-7B7A-43D3-8B79-37D633B846F1}">
                <asvg:svgBlip xmlns:asvg="http://schemas.microsoft.com/office/drawing/2016/SVG/main" r:embed="rId6"/>
              </a:ext>
            </a:extLst>
          </a:blip>
          <a:stretch>
            <a:fillRect/>
          </a:stretch>
        </a:blipFill>
        <a:ln>
          <a:noFill/>
        </a:ln>
      </dgm:spPr>
      <dgm:extLst>
        <a:ext uri="{E40237B7-FDA0-4F09-8148-C483321AD2D9}">
          <dgm14:cNvPr xmlns:dgm14="http://schemas.microsoft.com/office/drawing/2010/diagram" id="0" name="" descr="Branching Diagram"/>
        </a:ext>
      </dgm:extLst>
    </dgm:pt>
    <dgm:pt modelId="{91FD46DB-BEB9-4BC1-B16D-EED5513DA8A2}" type="pres">
      <dgm:prSet presAssocID="{4449B95C-BD0D-4CEC-BD36-BCDEC20C9261}" presName="spaceRect" presStyleCnt="0"/>
      <dgm:spPr/>
    </dgm:pt>
    <dgm:pt modelId="{8B7E37DE-EB4E-4EF1-867C-D65558021823}" type="pres">
      <dgm:prSet presAssocID="{4449B95C-BD0D-4CEC-BD36-BCDEC20C9261}" presName="parTx" presStyleLbl="revTx" presStyleIdx="2" presStyleCnt="4">
        <dgm:presLayoutVars>
          <dgm:chMax val="0"/>
          <dgm:chPref val="0"/>
        </dgm:presLayoutVars>
      </dgm:prSet>
      <dgm:spPr/>
    </dgm:pt>
    <dgm:pt modelId="{9FE89467-D31D-41ED-8C41-72763839D19E}" type="pres">
      <dgm:prSet presAssocID="{5D3E2930-3338-4FEB-8A1D-8B41A14AD44F}" presName="sibTrans" presStyleCnt="0"/>
      <dgm:spPr/>
    </dgm:pt>
    <dgm:pt modelId="{CE1CEF33-8ED4-4C25-83C9-2E3E2E9C941B}" type="pres">
      <dgm:prSet presAssocID="{F292AE27-B155-4DD9-89B0-E2FE87D51EBC}" presName="compNode" presStyleCnt="0"/>
      <dgm:spPr/>
    </dgm:pt>
    <dgm:pt modelId="{DB6239B5-2EBB-4BB2-9277-44CF5B7769A8}" type="pres">
      <dgm:prSet presAssocID="{F292AE27-B155-4DD9-89B0-E2FE87D51EBC}" presName="bgRect" presStyleLbl="bgShp" presStyleIdx="3" presStyleCnt="4"/>
      <dgm:spPr/>
    </dgm:pt>
    <dgm:pt modelId="{D5BDD710-6454-426B-93FD-8A939A50605B}" type="pres">
      <dgm:prSet presAssocID="{F292AE27-B155-4DD9-89B0-E2FE87D51EBC}" presName="iconRect" presStyleLbl="node1" presStyleIdx="3" presStyleCnt="4"/>
      <dgm:spPr>
        <a:blipFill>
          <a:blip xmlns:r="http://schemas.openxmlformats.org/officeDocument/2006/relationships" r:embed="rId7">
            <a:extLst>
              <a:ext uri="{28A0092B-C50C-407E-A947-70E740481C1C}">
                <a14:useLocalDpi xmlns:a14="http://schemas.microsoft.com/office/drawing/2010/main" val="0"/>
              </a:ext>
              <a:ext uri="{96DAC541-7B7A-43D3-8B79-37D633B846F1}">
                <asvg:svgBlip xmlns:asvg="http://schemas.microsoft.com/office/drawing/2016/SVG/main" r:embed="rId8"/>
              </a:ext>
            </a:extLst>
          </a:blip>
          <a:srcRect/>
          <a:stretch>
            <a:fillRect/>
          </a:stretch>
        </a:blipFill>
      </dgm:spPr>
      <dgm:extLst>
        <a:ext uri="{E40237B7-FDA0-4F09-8148-C483321AD2D9}">
          <dgm14:cNvPr xmlns:dgm14="http://schemas.microsoft.com/office/drawing/2010/diagram" id="0" name="" descr="Robot with solid fill"/>
        </a:ext>
      </dgm:extLst>
    </dgm:pt>
    <dgm:pt modelId="{DC0B189C-A3DF-4810-BC7B-D478EED9B825}" type="pres">
      <dgm:prSet presAssocID="{F292AE27-B155-4DD9-89B0-E2FE87D51EBC}" presName="spaceRect" presStyleCnt="0"/>
      <dgm:spPr/>
    </dgm:pt>
    <dgm:pt modelId="{C9EF50CD-A672-4437-83E4-2489DCB2878E}" type="pres">
      <dgm:prSet presAssocID="{F292AE27-B155-4DD9-89B0-E2FE87D51EBC}" presName="parTx" presStyleLbl="revTx" presStyleIdx="3" presStyleCnt="4">
        <dgm:presLayoutVars>
          <dgm:chMax val="0"/>
          <dgm:chPref val="0"/>
        </dgm:presLayoutVars>
      </dgm:prSet>
      <dgm:spPr/>
    </dgm:pt>
  </dgm:ptLst>
  <dgm:cxnLst>
    <dgm:cxn modelId="{CFB98601-FACB-4058-954C-D7D3833F927D}" type="presOf" srcId="{B79299E1-29D0-4F78-9634-119FFF47E9B8}" destId="{E6333418-FD08-4D55-8208-6EB6FFF878EE}" srcOrd="0" destOrd="0" presId="urn:microsoft.com/office/officeart/2018/2/layout/IconVerticalSolidList"/>
    <dgm:cxn modelId="{E25FBC21-40CC-4203-A891-44F9CE0DFBF1}" srcId="{B79299E1-29D0-4F78-9634-119FFF47E9B8}" destId="{4449B95C-BD0D-4CEC-BD36-BCDEC20C9261}" srcOrd="2" destOrd="0" parTransId="{EC3DF60E-938C-447E-86B0-C5274EB0D600}" sibTransId="{5D3E2930-3338-4FEB-8A1D-8B41A14AD44F}"/>
    <dgm:cxn modelId="{E681A638-AA02-467B-817B-D2DB58564D6F}" type="presOf" srcId="{8FE378D1-9702-4D4B-9150-97630AB3F975}" destId="{9E7C0FCF-07CC-46D6-9936-061E074AEAAD}" srcOrd="0" destOrd="0" presId="urn:microsoft.com/office/officeart/2018/2/layout/IconVerticalSolidList"/>
    <dgm:cxn modelId="{1F11EF68-6E67-431F-8DAE-1B52B81AEE12}" type="presOf" srcId="{F292AE27-B155-4DD9-89B0-E2FE87D51EBC}" destId="{C9EF50CD-A672-4437-83E4-2489DCB2878E}" srcOrd="0" destOrd="0" presId="urn:microsoft.com/office/officeart/2018/2/layout/IconVerticalSolidList"/>
    <dgm:cxn modelId="{79CEA392-8188-4864-AEB5-B0F33F140AFE}" srcId="{B79299E1-29D0-4F78-9634-119FFF47E9B8}" destId="{8FE378D1-9702-4D4B-9150-97630AB3F975}" srcOrd="1" destOrd="0" parTransId="{95F81B0C-E9A2-4114-9180-4B8AD6076316}" sibTransId="{77255A88-D620-4EBD-9415-AA163DA0151E}"/>
    <dgm:cxn modelId="{7525C7A0-BF46-40DE-A7CB-C84D673677A9}" srcId="{B79299E1-29D0-4F78-9634-119FFF47E9B8}" destId="{649A3F61-A79A-4DC1-BF6F-1BDB364E3EFC}" srcOrd="0" destOrd="0" parTransId="{F3FFACCD-9DED-49BE-AFFA-55D2798D0316}" sibTransId="{4836C891-597E-48D4-A53D-ED705A0F7972}"/>
    <dgm:cxn modelId="{ED1637A5-4F91-4C72-A06A-D58ABA4381AC}" type="presOf" srcId="{4449B95C-BD0D-4CEC-BD36-BCDEC20C9261}" destId="{8B7E37DE-EB4E-4EF1-867C-D65558021823}" srcOrd="0" destOrd="0" presId="urn:microsoft.com/office/officeart/2018/2/layout/IconVerticalSolidList"/>
    <dgm:cxn modelId="{D36929CD-BCD0-4831-834B-2C51D3BB925E}" srcId="{B79299E1-29D0-4F78-9634-119FFF47E9B8}" destId="{F292AE27-B155-4DD9-89B0-E2FE87D51EBC}" srcOrd="3" destOrd="0" parTransId="{001784E8-A490-46C8-B53C-622FD8586CEB}" sibTransId="{269A9F74-A246-4AA5-A728-A2C35098BBD3}"/>
    <dgm:cxn modelId="{D8DF5ADA-BB9A-401A-8063-C61699DAF56A}" type="presOf" srcId="{649A3F61-A79A-4DC1-BF6F-1BDB364E3EFC}" destId="{1EB80DA5-5EF5-4583-A514-0EE1C5235441}" srcOrd="0" destOrd="0" presId="urn:microsoft.com/office/officeart/2018/2/layout/IconVerticalSolidList"/>
    <dgm:cxn modelId="{4182A116-0C9C-467D-A11C-48F370E7EEE5}" type="presParOf" srcId="{E6333418-FD08-4D55-8208-6EB6FFF878EE}" destId="{4B37F447-C215-4ED1-B6DE-F905661D5AAC}" srcOrd="0" destOrd="0" presId="urn:microsoft.com/office/officeart/2018/2/layout/IconVerticalSolidList"/>
    <dgm:cxn modelId="{1AD46D65-C0CF-4EB6-B557-945663B3BB78}" type="presParOf" srcId="{4B37F447-C215-4ED1-B6DE-F905661D5AAC}" destId="{0C27581B-4C86-42EB-84EF-1980DAC372EB}" srcOrd="0" destOrd="0" presId="urn:microsoft.com/office/officeart/2018/2/layout/IconVerticalSolidList"/>
    <dgm:cxn modelId="{0A93E004-F95D-4512-BCB5-CE0C5506D476}" type="presParOf" srcId="{4B37F447-C215-4ED1-B6DE-F905661D5AAC}" destId="{42B39763-0B7C-4FD9-817D-AE78FBD7A2F1}" srcOrd="1" destOrd="0" presId="urn:microsoft.com/office/officeart/2018/2/layout/IconVerticalSolidList"/>
    <dgm:cxn modelId="{A10586A7-FE9E-4E3C-8117-887A2E1ACC48}" type="presParOf" srcId="{4B37F447-C215-4ED1-B6DE-F905661D5AAC}" destId="{763EFB76-1385-4424-A127-1A87A28DA117}" srcOrd="2" destOrd="0" presId="urn:microsoft.com/office/officeart/2018/2/layout/IconVerticalSolidList"/>
    <dgm:cxn modelId="{7D28F215-C974-42A9-8024-943891684B41}" type="presParOf" srcId="{4B37F447-C215-4ED1-B6DE-F905661D5AAC}" destId="{1EB80DA5-5EF5-4583-A514-0EE1C5235441}" srcOrd="3" destOrd="0" presId="urn:microsoft.com/office/officeart/2018/2/layout/IconVerticalSolidList"/>
    <dgm:cxn modelId="{F4D4A0DA-2C86-4852-8CA2-043346D5F137}" type="presParOf" srcId="{E6333418-FD08-4D55-8208-6EB6FFF878EE}" destId="{7B903643-98E7-47F8-B271-2BAC70110BBD}" srcOrd="1" destOrd="0" presId="urn:microsoft.com/office/officeart/2018/2/layout/IconVerticalSolidList"/>
    <dgm:cxn modelId="{DFDA4941-6843-4EFE-89C4-6658CF9EF877}" type="presParOf" srcId="{E6333418-FD08-4D55-8208-6EB6FFF878EE}" destId="{5F7F9382-1895-4B26-936A-EFB2A83AC97D}" srcOrd="2" destOrd="0" presId="urn:microsoft.com/office/officeart/2018/2/layout/IconVerticalSolidList"/>
    <dgm:cxn modelId="{9EABFC67-D538-43AF-B464-779A65344B1B}" type="presParOf" srcId="{5F7F9382-1895-4B26-936A-EFB2A83AC97D}" destId="{2379ED4D-5921-4D71-ADCC-5976928DA350}" srcOrd="0" destOrd="0" presId="urn:microsoft.com/office/officeart/2018/2/layout/IconVerticalSolidList"/>
    <dgm:cxn modelId="{16269609-001C-495F-9D09-A8FCC94B6828}" type="presParOf" srcId="{5F7F9382-1895-4B26-936A-EFB2A83AC97D}" destId="{90934501-EF2F-41EA-BE69-CF8268E562E4}" srcOrd="1" destOrd="0" presId="urn:microsoft.com/office/officeart/2018/2/layout/IconVerticalSolidList"/>
    <dgm:cxn modelId="{EA9BA137-EFE5-473D-9C09-6ABA00F11089}" type="presParOf" srcId="{5F7F9382-1895-4B26-936A-EFB2A83AC97D}" destId="{AEC5A54B-3995-4FD7-9F21-DD00FC33714A}" srcOrd="2" destOrd="0" presId="urn:microsoft.com/office/officeart/2018/2/layout/IconVerticalSolidList"/>
    <dgm:cxn modelId="{6A0654E4-1182-4CD9-ACD8-989643A5386F}" type="presParOf" srcId="{5F7F9382-1895-4B26-936A-EFB2A83AC97D}" destId="{9E7C0FCF-07CC-46D6-9936-061E074AEAAD}" srcOrd="3" destOrd="0" presId="urn:microsoft.com/office/officeart/2018/2/layout/IconVerticalSolidList"/>
    <dgm:cxn modelId="{B19ED69F-70EC-41B7-B4B5-CFCE3682D0B7}" type="presParOf" srcId="{E6333418-FD08-4D55-8208-6EB6FFF878EE}" destId="{537BE71D-D11A-4C18-ACFF-977E724D4709}" srcOrd="3" destOrd="0" presId="urn:microsoft.com/office/officeart/2018/2/layout/IconVerticalSolidList"/>
    <dgm:cxn modelId="{87ABC6FB-D24E-4E0A-9BEE-CBA642EA0D9F}" type="presParOf" srcId="{E6333418-FD08-4D55-8208-6EB6FFF878EE}" destId="{DCAA5908-24B1-4718-B696-6C16A475B6A5}" srcOrd="4" destOrd="0" presId="urn:microsoft.com/office/officeart/2018/2/layout/IconVerticalSolidList"/>
    <dgm:cxn modelId="{84238203-DA68-45FC-B7ED-76E0DC5A653D}" type="presParOf" srcId="{DCAA5908-24B1-4718-B696-6C16A475B6A5}" destId="{B9D2AB8A-2AE2-4AE8-9D6A-1C52899EAA06}" srcOrd="0" destOrd="0" presId="urn:microsoft.com/office/officeart/2018/2/layout/IconVerticalSolidList"/>
    <dgm:cxn modelId="{B1A6D199-C934-45D5-AD34-B88FAC65EC61}" type="presParOf" srcId="{DCAA5908-24B1-4718-B696-6C16A475B6A5}" destId="{FFE384B9-5107-4CB2-85F2-3508E9B2870D}" srcOrd="1" destOrd="0" presId="urn:microsoft.com/office/officeart/2018/2/layout/IconVerticalSolidList"/>
    <dgm:cxn modelId="{1DAD5585-8F82-43F4-8FA5-9A1D12EA8203}" type="presParOf" srcId="{DCAA5908-24B1-4718-B696-6C16A475B6A5}" destId="{91FD46DB-BEB9-4BC1-B16D-EED5513DA8A2}" srcOrd="2" destOrd="0" presId="urn:microsoft.com/office/officeart/2018/2/layout/IconVerticalSolidList"/>
    <dgm:cxn modelId="{E5C44EFC-9DD0-42A1-8D6C-7E4DB8CC6711}" type="presParOf" srcId="{DCAA5908-24B1-4718-B696-6C16A475B6A5}" destId="{8B7E37DE-EB4E-4EF1-867C-D65558021823}" srcOrd="3" destOrd="0" presId="urn:microsoft.com/office/officeart/2018/2/layout/IconVerticalSolidList"/>
    <dgm:cxn modelId="{99E6039D-F62E-4BDA-BFD6-F988249D9F65}" type="presParOf" srcId="{E6333418-FD08-4D55-8208-6EB6FFF878EE}" destId="{9FE89467-D31D-41ED-8C41-72763839D19E}" srcOrd="5" destOrd="0" presId="urn:microsoft.com/office/officeart/2018/2/layout/IconVerticalSolidList"/>
    <dgm:cxn modelId="{72634A38-3867-4FCF-85D5-BD33CD1578C3}" type="presParOf" srcId="{E6333418-FD08-4D55-8208-6EB6FFF878EE}" destId="{CE1CEF33-8ED4-4C25-83C9-2E3E2E9C941B}" srcOrd="6" destOrd="0" presId="urn:microsoft.com/office/officeart/2018/2/layout/IconVerticalSolidList"/>
    <dgm:cxn modelId="{1CE6A24B-3176-4BEA-AE36-6E554A66A1D5}" type="presParOf" srcId="{CE1CEF33-8ED4-4C25-83C9-2E3E2E9C941B}" destId="{DB6239B5-2EBB-4BB2-9277-44CF5B7769A8}" srcOrd="0" destOrd="0" presId="urn:microsoft.com/office/officeart/2018/2/layout/IconVerticalSolidList"/>
    <dgm:cxn modelId="{988CFA71-BE9E-4DBB-A8E4-E7BEE04960F0}" type="presParOf" srcId="{CE1CEF33-8ED4-4C25-83C9-2E3E2E9C941B}" destId="{D5BDD710-6454-426B-93FD-8A939A50605B}" srcOrd="1" destOrd="0" presId="urn:microsoft.com/office/officeart/2018/2/layout/IconVerticalSolidList"/>
    <dgm:cxn modelId="{69841C5A-103D-4B59-B6D8-783880E29BDD}" type="presParOf" srcId="{CE1CEF33-8ED4-4C25-83C9-2E3E2E9C941B}" destId="{DC0B189C-A3DF-4810-BC7B-D478EED9B825}" srcOrd="2" destOrd="0" presId="urn:microsoft.com/office/officeart/2018/2/layout/IconVerticalSolidList"/>
    <dgm:cxn modelId="{878A3F34-CB36-496C-83FD-028DB93BFCA3}" type="presParOf" srcId="{CE1CEF33-8ED4-4C25-83C9-2E3E2E9C941B}" destId="{C9EF50CD-A672-4437-83E4-2489DCB2878E}" srcOrd="3" destOrd="0" presId="urn:microsoft.com/office/officeart/2018/2/layout/IconVerticalSolidList"/>
  </dgm:cxnLst>
  <dgm:bg/>
  <dgm:whole/>
  <dgm:extLst>
    <a:ext uri="http://schemas.microsoft.com/office/drawing/2008/diagram">
      <dsp:dataModelExt xmlns:dsp="http://schemas.microsoft.com/office/drawing/2008/diagram" relId="rId7" minVer="http://schemas.openxmlformats.org/drawingml/2006/diagram"/>
    </a:ext>
  </dgm:extLst>
</dgm:dataModel>
</file>

<file path=ppt/diagrams/data3.xml><?xml version="1.0" encoding="utf-8"?>
<dgm:dataModel xmlns:dgm="http://schemas.openxmlformats.org/drawingml/2006/diagram" xmlns:a="http://schemas.openxmlformats.org/drawingml/2006/main">
  <dgm:ptLst>
    <dgm:pt modelId="{C4C2D6F9-3B50-4566-9D82-FB59F11698EA}" type="doc">
      <dgm:prSet loTypeId="urn:microsoft.com/office/officeart/2018/2/layout/IconVerticalSolidList" loCatId="icon" qsTypeId="urn:microsoft.com/office/officeart/2005/8/quickstyle/simple4" qsCatId="simple" csTypeId="urn:microsoft.com/office/officeart/2005/8/colors/accent3_2" csCatId="accent3" phldr="1"/>
      <dgm:spPr/>
      <dgm:t>
        <a:bodyPr/>
        <a:lstStyle/>
        <a:p>
          <a:endParaRPr lang="en-US"/>
        </a:p>
      </dgm:t>
    </dgm:pt>
    <dgm:pt modelId="{BA07DD25-6B41-4815-8285-46CEFC1961DC}">
      <dgm:prSet/>
      <dgm:spPr/>
      <dgm:t>
        <a:bodyPr/>
        <a:lstStyle/>
        <a:p>
          <a:pPr>
            <a:lnSpc>
              <a:spcPct val="100000"/>
            </a:lnSpc>
          </a:pPr>
          <a:r>
            <a:rPr lang="en-US" dirty="0"/>
            <a:t>Bayesian networks can be used as </a:t>
          </a:r>
          <a:r>
            <a:rPr lang="en-US" b="1" i="1" dirty="0"/>
            <a:t>generative models</a:t>
          </a:r>
          <a:r>
            <a:rPr lang="en-US" b="0" i="0" dirty="0"/>
            <a:t>.</a:t>
          </a:r>
          <a:endParaRPr lang="en-US" b="1" i="0" dirty="0"/>
        </a:p>
      </dgm:t>
    </dgm:pt>
    <dgm:pt modelId="{ECAE7950-64C3-406E-B8C8-9CDD958F7EBC}" type="parTrans" cxnId="{41DFC00A-5030-44CB-A2F1-C21D5B3B45FF}">
      <dgm:prSet/>
      <dgm:spPr/>
      <dgm:t>
        <a:bodyPr/>
        <a:lstStyle/>
        <a:p>
          <a:endParaRPr lang="en-US"/>
        </a:p>
      </dgm:t>
    </dgm:pt>
    <dgm:pt modelId="{BEB9DBF3-0509-41E1-9C8D-1AEF4A86A1DC}" type="sibTrans" cxnId="{41DFC00A-5030-44CB-A2F1-C21D5B3B45FF}">
      <dgm:prSet/>
      <dgm:spPr/>
      <dgm:t>
        <a:bodyPr/>
        <a:lstStyle/>
        <a:p>
          <a:endParaRPr lang="en-US"/>
        </a:p>
      </dgm:t>
    </dgm:pt>
    <dgm:pt modelId="{15BB9DEC-26A2-471B-95D2-314D9EAD4FAC}">
      <dgm:prSet/>
      <dgm:spPr/>
      <dgm:t>
        <a:bodyPr/>
        <a:lstStyle/>
        <a:p>
          <a:pPr>
            <a:lnSpc>
              <a:spcPct val="100000"/>
            </a:lnSpc>
          </a:pPr>
          <a:r>
            <a:rPr lang="en-US" dirty="0"/>
            <a:t>Generative models allow us to efficiently </a:t>
          </a:r>
          <a:r>
            <a:rPr lang="en-US" b="1" dirty="0"/>
            <a:t>generate samples</a:t>
          </a:r>
          <a:r>
            <a:rPr lang="en-US" dirty="0"/>
            <a:t> from the joint distribution.</a:t>
          </a:r>
        </a:p>
      </dgm:t>
    </dgm:pt>
    <dgm:pt modelId="{7F53AE12-F048-4F21-91FF-ED569443E299}" type="parTrans" cxnId="{0B6889FA-26FE-4759-84CD-3D0684632241}">
      <dgm:prSet/>
      <dgm:spPr/>
      <dgm:t>
        <a:bodyPr/>
        <a:lstStyle/>
        <a:p>
          <a:endParaRPr lang="en-US"/>
        </a:p>
      </dgm:t>
    </dgm:pt>
    <dgm:pt modelId="{33480288-41C3-40A1-B163-06F6B3804E22}" type="sibTrans" cxnId="{0B6889FA-26FE-4759-84CD-3D0684632241}">
      <dgm:prSet/>
      <dgm:spPr/>
      <dgm:t>
        <a:bodyPr/>
        <a:lstStyle/>
        <a:p>
          <a:endParaRPr lang="en-US"/>
        </a:p>
      </dgm:t>
    </dgm:pt>
    <dgm:pt modelId="{7B916CB2-B2C5-49CB-8811-078227C5C988}">
      <dgm:prSet/>
      <dgm:spPr/>
      <dgm:t>
        <a:bodyPr/>
        <a:lstStyle/>
        <a:p>
          <a:pPr>
            <a:lnSpc>
              <a:spcPct val="100000"/>
            </a:lnSpc>
          </a:pPr>
          <a:r>
            <a:rPr lang="en-US" b="1" dirty="0"/>
            <a:t>Idea</a:t>
          </a:r>
          <a:r>
            <a:rPr lang="en-US" dirty="0"/>
            <a:t>: Generate samples from the network to estimate joint and conditional probability distributions using </a:t>
          </a:r>
          <a:r>
            <a:rPr lang="en-US" b="1" dirty="0"/>
            <a:t>Monte Carlo simulation </a:t>
          </a:r>
          <a:r>
            <a:rPr lang="en-US" dirty="0"/>
            <a:t>methods.</a:t>
          </a:r>
        </a:p>
      </dgm:t>
      <dgm:extLst>
        <a:ext uri="{E40237B7-FDA0-4F09-8148-C483321AD2D9}">
          <dgm14:cNvPr xmlns:dgm14="http://schemas.microsoft.com/office/drawing/2010/diagram" id="0" name="" descr="Bayes Networks allow us to efficiently generate samples from the joint distribution. We can generate samples from the network to estimate joint and conditional probability distributions. "/>
        </a:ext>
      </dgm:extLst>
    </dgm:pt>
    <dgm:pt modelId="{AFFABDEC-79C8-4868-A39C-1AC20DE7FE9D}" type="parTrans" cxnId="{E01DAE64-ED6A-41C5-A83E-F276497959F7}">
      <dgm:prSet/>
      <dgm:spPr/>
      <dgm:t>
        <a:bodyPr/>
        <a:lstStyle/>
        <a:p>
          <a:endParaRPr lang="en-US"/>
        </a:p>
      </dgm:t>
    </dgm:pt>
    <dgm:pt modelId="{5070A0AA-0EFC-4A8F-A6BA-4E5D722D6E79}" type="sibTrans" cxnId="{E01DAE64-ED6A-41C5-A83E-F276497959F7}">
      <dgm:prSet/>
      <dgm:spPr/>
      <dgm:t>
        <a:bodyPr/>
        <a:lstStyle/>
        <a:p>
          <a:endParaRPr lang="en-US"/>
        </a:p>
      </dgm:t>
    </dgm:pt>
    <dgm:pt modelId="{C574D6CF-9B1C-4C61-A297-A7A64D7300DD}" type="pres">
      <dgm:prSet presAssocID="{C4C2D6F9-3B50-4566-9D82-FB59F11698EA}" presName="root" presStyleCnt="0">
        <dgm:presLayoutVars>
          <dgm:dir/>
          <dgm:resizeHandles val="exact"/>
        </dgm:presLayoutVars>
      </dgm:prSet>
      <dgm:spPr/>
    </dgm:pt>
    <dgm:pt modelId="{D56AED84-77B8-4F37-9FE5-8F82B225115C}" type="pres">
      <dgm:prSet presAssocID="{BA07DD25-6B41-4815-8285-46CEFC1961DC}" presName="compNode" presStyleCnt="0"/>
      <dgm:spPr/>
    </dgm:pt>
    <dgm:pt modelId="{D1456FFD-0FDC-4352-8C80-3FFD8BDC8ED2}" type="pres">
      <dgm:prSet presAssocID="{BA07DD25-6B41-4815-8285-46CEFC1961DC}" presName="bgRect" presStyleLbl="bgShp" presStyleIdx="0" presStyleCnt="3"/>
      <dgm:spPr/>
    </dgm:pt>
    <dgm:pt modelId="{EB385380-F5A2-4F9D-8341-BB8FC34CBF03}" type="pres">
      <dgm:prSet presAssocID="{BA07DD25-6B41-4815-8285-46CEFC1961DC}" presName="iconRect" presStyleLbl="node1" presStyleIdx="0" presStyleCnt="3"/>
      <dgm:spPr>
        <a:blipFill>
          <a:blip xmlns:r="http://schemas.openxmlformats.org/officeDocument/2006/relationships" r:embed="rId1">
            <a:extLst>
              <a:ext uri="{96DAC541-7B7A-43D3-8B79-37D633B846F1}">
                <asvg:svgBlip xmlns:asvg="http://schemas.microsoft.com/office/drawing/2016/SVG/main" r:embed="rId2"/>
              </a:ext>
            </a:extLst>
          </a:blip>
          <a:srcRect/>
          <a:stretch>
            <a:fillRect/>
          </a:stretch>
        </a:blipFill>
      </dgm:spPr>
      <dgm:extLst>
        <a:ext uri="{E40237B7-FDA0-4F09-8148-C483321AD2D9}">
          <dgm14:cNvPr xmlns:dgm14="http://schemas.microsoft.com/office/drawing/2010/diagram" id="0" name="" descr="Gears with solid fill"/>
        </a:ext>
      </dgm:extLst>
    </dgm:pt>
    <dgm:pt modelId="{E9A52CE0-A4CC-4A11-9BE6-A31E4133400B}" type="pres">
      <dgm:prSet presAssocID="{BA07DD25-6B41-4815-8285-46CEFC1961DC}" presName="spaceRect" presStyleCnt="0"/>
      <dgm:spPr/>
    </dgm:pt>
    <dgm:pt modelId="{383B3F5D-8F05-43AF-B0FF-ACCE9B04FD4C}" type="pres">
      <dgm:prSet presAssocID="{BA07DD25-6B41-4815-8285-46CEFC1961DC}" presName="parTx" presStyleLbl="revTx" presStyleIdx="0" presStyleCnt="3">
        <dgm:presLayoutVars>
          <dgm:chMax val="0"/>
          <dgm:chPref val="0"/>
        </dgm:presLayoutVars>
      </dgm:prSet>
      <dgm:spPr/>
    </dgm:pt>
    <dgm:pt modelId="{D8319854-69B5-4B0A-9ADE-F69DC032FFB6}" type="pres">
      <dgm:prSet presAssocID="{BEB9DBF3-0509-41E1-9C8D-1AEF4A86A1DC}" presName="sibTrans" presStyleCnt="0"/>
      <dgm:spPr/>
    </dgm:pt>
    <dgm:pt modelId="{A5AC7210-3388-49FF-A18C-E4C64EE038FD}" type="pres">
      <dgm:prSet presAssocID="{15BB9DEC-26A2-471B-95D2-314D9EAD4FAC}" presName="compNode" presStyleCnt="0"/>
      <dgm:spPr/>
    </dgm:pt>
    <dgm:pt modelId="{9B63B372-FF8E-44B0-B2C4-4A2AF7C2FDA6}" type="pres">
      <dgm:prSet presAssocID="{15BB9DEC-26A2-471B-95D2-314D9EAD4FAC}" presName="bgRect" presStyleLbl="bgShp" presStyleIdx="1" presStyleCnt="3"/>
      <dgm:spPr/>
    </dgm:pt>
    <dgm:pt modelId="{6419C0D5-991F-4B15-BE0F-EB13647C22E8}" type="pres">
      <dgm:prSet presAssocID="{15BB9DEC-26A2-471B-95D2-314D9EAD4FAC}" presName="iconRect" presStyleLbl="node1" presStyleIdx="1" presStyleCnt="3"/>
      <dgm:spPr>
        <a:blipFill>
          <a:blip xmlns:r="http://schemas.openxmlformats.org/officeDocument/2006/relationships" r:embed="rId3">
            <a:extLst>
              <a:ext uri="{28A0092B-C50C-407E-A947-70E740481C1C}">
                <a14:useLocalDpi xmlns:a14="http://schemas.microsoft.com/office/drawing/2010/main" val="0"/>
              </a:ext>
              <a:ext uri="{96DAC541-7B7A-43D3-8B79-37D633B846F1}">
                <asvg:svgBlip xmlns:asvg="http://schemas.microsoft.com/office/drawing/2016/SVG/main" r:embed="rId4"/>
              </a:ext>
            </a:extLst>
          </a:blip>
          <a:srcRect/>
          <a:stretch>
            <a:fillRect/>
          </a:stretch>
        </a:blipFill>
      </dgm:spPr>
      <dgm:extLst>
        <a:ext uri="{E40237B7-FDA0-4F09-8148-C483321AD2D9}">
          <dgm14:cNvPr xmlns:dgm14="http://schemas.microsoft.com/office/drawing/2010/diagram" id="0" name="" descr="Normal Distribution with solid fill"/>
        </a:ext>
      </dgm:extLst>
    </dgm:pt>
    <dgm:pt modelId="{62AC61FA-EAF1-40A7-A5F3-C149911B2911}" type="pres">
      <dgm:prSet presAssocID="{15BB9DEC-26A2-471B-95D2-314D9EAD4FAC}" presName="spaceRect" presStyleCnt="0"/>
      <dgm:spPr/>
    </dgm:pt>
    <dgm:pt modelId="{467E01B1-CE6D-4897-90F7-A46D217BA406}" type="pres">
      <dgm:prSet presAssocID="{15BB9DEC-26A2-471B-95D2-314D9EAD4FAC}" presName="parTx" presStyleLbl="revTx" presStyleIdx="1" presStyleCnt="3">
        <dgm:presLayoutVars>
          <dgm:chMax val="0"/>
          <dgm:chPref val="0"/>
        </dgm:presLayoutVars>
      </dgm:prSet>
      <dgm:spPr/>
    </dgm:pt>
    <dgm:pt modelId="{475A44AA-6798-4947-BA58-C9BB4E16DB81}" type="pres">
      <dgm:prSet presAssocID="{33480288-41C3-40A1-B163-06F6B3804E22}" presName="sibTrans" presStyleCnt="0"/>
      <dgm:spPr/>
    </dgm:pt>
    <dgm:pt modelId="{A2A65907-97B5-41E8-AD08-F92947BDB0F0}" type="pres">
      <dgm:prSet presAssocID="{7B916CB2-B2C5-49CB-8811-078227C5C988}" presName="compNode" presStyleCnt="0"/>
      <dgm:spPr/>
    </dgm:pt>
    <dgm:pt modelId="{90FFD553-F667-404F-A32D-08C7D4D267A5}" type="pres">
      <dgm:prSet presAssocID="{7B916CB2-B2C5-49CB-8811-078227C5C988}" presName="bgRect" presStyleLbl="bgShp" presStyleIdx="2" presStyleCnt="3"/>
      <dgm:spPr/>
    </dgm:pt>
    <dgm:pt modelId="{36BDB621-CCD0-4AB1-A23F-A7CE9C62DDDA}" type="pres">
      <dgm:prSet presAssocID="{7B916CB2-B2C5-49CB-8811-078227C5C988}" presName="iconRect" presStyleLbl="node1" presStyleIdx="2" presStyleCnt="3"/>
      <dgm:spPr>
        <a:blipFill>
          <a:blip xmlns:r="http://schemas.openxmlformats.org/officeDocument/2006/relationships" r:embed="rId5">
            <a:extLst>
              <a:ext uri="{28A0092B-C50C-407E-A947-70E740481C1C}">
                <a14:useLocalDpi xmlns:a14="http://schemas.microsoft.com/office/drawing/2010/main" val="0"/>
              </a:ext>
              <a:ext uri="{96DAC541-7B7A-43D3-8B79-37D633B846F1}">
                <asvg:svgBlip xmlns:asvg="http://schemas.microsoft.com/office/drawing/2016/SVG/main" r:embed="rId6"/>
              </a:ext>
            </a:extLst>
          </a:blip>
          <a:stretch>
            <a:fillRect/>
          </a:stretch>
        </a:blipFill>
      </dgm:spPr>
      <dgm:extLst>
        <a:ext uri="{E40237B7-FDA0-4F09-8148-C483321AD2D9}">
          <dgm14:cNvPr xmlns:dgm14="http://schemas.microsoft.com/office/drawing/2010/diagram" id="0" name="" descr="Target Audience"/>
        </a:ext>
      </dgm:extLst>
    </dgm:pt>
    <dgm:pt modelId="{7E611F18-468D-402F-99CE-A69524A77FCA}" type="pres">
      <dgm:prSet presAssocID="{7B916CB2-B2C5-49CB-8811-078227C5C988}" presName="spaceRect" presStyleCnt="0"/>
      <dgm:spPr/>
    </dgm:pt>
    <dgm:pt modelId="{3F04134C-F1E8-4ACC-819C-40362DCA7270}" type="pres">
      <dgm:prSet presAssocID="{7B916CB2-B2C5-49CB-8811-078227C5C988}" presName="parTx" presStyleLbl="revTx" presStyleIdx="2" presStyleCnt="3">
        <dgm:presLayoutVars>
          <dgm:chMax val="0"/>
          <dgm:chPref val="0"/>
        </dgm:presLayoutVars>
      </dgm:prSet>
      <dgm:spPr/>
    </dgm:pt>
  </dgm:ptLst>
  <dgm:cxnLst>
    <dgm:cxn modelId="{41DFC00A-5030-44CB-A2F1-C21D5B3B45FF}" srcId="{C4C2D6F9-3B50-4566-9D82-FB59F11698EA}" destId="{BA07DD25-6B41-4815-8285-46CEFC1961DC}" srcOrd="0" destOrd="0" parTransId="{ECAE7950-64C3-406E-B8C8-9CDD958F7EBC}" sibTransId="{BEB9DBF3-0509-41E1-9C8D-1AEF4A86A1DC}"/>
    <dgm:cxn modelId="{49ADC90F-A293-4452-88AB-ED9A4B1FA470}" type="presOf" srcId="{7B916CB2-B2C5-49CB-8811-078227C5C988}" destId="{3F04134C-F1E8-4ACC-819C-40362DCA7270}" srcOrd="0" destOrd="0" presId="urn:microsoft.com/office/officeart/2018/2/layout/IconVerticalSolidList"/>
    <dgm:cxn modelId="{2EFAC318-F156-4756-A4B9-665B468BD785}" type="presOf" srcId="{C4C2D6F9-3B50-4566-9D82-FB59F11698EA}" destId="{C574D6CF-9B1C-4C61-A297-A7A64D7300DD}" srcOrd="0" destOrd="0" presId="urn:microsoft.com/office/officeart/2018/2/layout/IconVerticalSolidList"/>
    <dgm:cxn modelId="{E01DAE64-ED6A-41C5-A83E-F276497959F7}" srcId="{C4C2D6F9-3B50-4566-9D82-FB59F11698EA}" destId="{7B916CB2-B2C5-49CB-8811-078227C5C988}" srcOrd="2" destOrd="0" parTransId="{AFFABDEC-79C8-4868-A39C-1AC20DE7FE9D}" sibTransId="{5070A0AA-0EFC-4A8F-A6BA-4E5D722D6E79}"/>
    <dgm:cxn modelId="{4263F346-2A53-4461-BCF8-5E2E93D723ED}" type="presOf" srcId="{15BB9DEC-26A2-471B-95D2-314D9EAD4FAC}" destId="{467E01B1-CE6D-4897-90F7-A46D217BA406}" srcOrd="0" destOrd="0" presId="urn:microsoft.com/office/officeart/2018/2/layout/IconVerticalSolidList"/>
    <dgm:cxn modelId="{7BE9ABA9-5636-4EFF-9457-ED66D8DB6761}" type="presOf" srcId="{BA07DD25-6B41-4815-8285-46CEFC1961DC}" destId="{383B3F5D-8F05-43AF-B0FF-ACCE9B04FD4C}" srcOrd="0" destOrd="0" presId="urn:microsoft.com/office/officeart/2018/2/layout/IconVerticalSolidList"/>
    <dgm:cxn modelId="{0B6889FA-26FE-4759-84CD-3D0684632241}" srcId="{C4C2D6F9-3B50-4566-9D82-FB59F11698EA}" destId="{15BB9DEC-26A2-471B-95D2-314D9EAD4FAC}" srcOrd="1" destOrd="0" parTransId="{7F53AE12-F048-4F21-91FF-ED569443E299}" sibTransId="{33480288-41C3-40A1-B163-06F6B3804E22}"/>
    <dgm:cxn modelId="{BB37E156-0EF2-4141-8017-14F7D247E6E0}" type="presParOf" srcId="{C574D6CF-9B1C-4C61-A297-A7A64D7300DD}" destId="{D56AED84-77B8-4F37-9FE5-8F82B225115C}" srcOrd="0" destOrd="0" presId="urn:microsoft.com/office/officeart/2018/2/layout/IconVerticalSolidList"/>
    <dgm:cxn modelId="{66D2472E-7F29-4A91-BC7E-2A978CE6032B}" type="presParOf" srcId="{D56AED84-77B8-4F37-9FE5-8F82B225115C}" destId="{D1456FFD-0FDC-4352-8C80-3FFD8BDC8ED2}" srcOrd="0" destOrd="0" presId="urn:microsoft.com/office/officeart/2018/2/layout/IconVerticalSolidList"/>
    <dgm:cxn modelId="{202DB32B-2CFD-44DD-9E1F-9358EC051112}" type="presParOf" srcId="{D56AED84-77B8-4F37-9FE5-8F82B225115C}" destId="{EB385380-F5A2-4F9D-8341-BB8FC34CBF03}" srcOrd="1" destOrd="0" presId="urn:microsoft.com/office/officeart/2018/2/layout/IconVerticalSolidList"/>
    <dgm:cxn modelId="{6076F664-16BC-4AAE-8E32-D2849077C64C}" type="presParOf" srcId="{D56AED84-77B8-4F37-9FE5-8F82B225115C}" destId="{E9A52CE0-A4CC-4A11-9BE6-A31E4133400B}" srcOrd="2" destOrd="0" presId="urn:microsoft.com/office/officeart/2018/2/layout/IconVerticalSolidList"/>
    <dgm:cxn modelId="{1F279452-D195-4564-9408-E395A92235C5}" type="presParOf" srcId="{D56AED84-77B8-4F37-9FE5-8F82B225115C}" destId="{383B3F5D-8F05-43AF-B0FF-ACCE9B04FD4C}" srcOrd="3" destOrd="0" presId="urn:microsoft.com/office/officeart/2018/2/layout/IconVerticalSolidList"/>
    <dgm:cxn modelId="{C87E2729-9060-4792-AE27-B0F1B5E056F3}" type="presParOf" srcId="{C574D6CF-9B1C-4C61-A297-A7A64D7300DD}" destId="{D8319854-69B5-4B0A-9ADE-F69DC032FFB6}" srcOrd="1" destOrd="0" presId="urn:microsoft.com/office/officeart/2018/2/layout/IconVerticalSolidList"/>
    <dgm:cxn modelId="{7370AD57-7EEA-4C95-8307-88E26123CA4E}" type="presParOf" srcId="{C574D6CF-9B1C-4C61-A297-A7A64D7300DD}" destId="{A5AC7210-3388-49FF-A18C-E4C64EE038FD}" srcOrd="2" destOrd="0" presId="urn:microsoft.com/office/officeart/2018/2/layout/IconVerticalSolidList"/>
    <dgm:cxn modelId="{8CF9FFE4-46D2-406F-94A6-3E699FA8E26A}" type="presParOf" srcId="{A5AC7210-3388-49FF-A18C-E4C64EE038FD}" destId="{9B63B372-FF8E-44B0-B2C4-4A2AF7C2FDA6}" srcOrd="0" destOrd="0" presId="urn:microsoft.com/office/officeart/2018/2/layout/IconVerticalSolidList"/>
    <dgm:cxn modelId="{64B0F03A-C8EB-406E-BC18-44F259628C40}" type="presParOf" srcId="{A5AC7210-3388-49FF-A18C-E4C64EE038FD}" destId="{6419C0D5-991F-4B15-BE0F-EB13647C22E8}" srcOrd="1" destOrd="0" presId="urn:microsoft.com/office/officeart/2018/2/layout/IconVerticalSolidList"/>
    <dgm:cxn modelId="{8D6BAA71-86AD-481F-B87B-A9470A544087}" type="presParOf" srcId="{A5AC7210-3388-49FF-A18C-E4C64EE038FD}" destId="{62AC61FA-EAF1-40A7-A5F3-C149911B2911}" srcOrd="2" destOrd="0" presId="urn:microsoft.com/office/officeart/2018/2/layout/IconVerticalSolidList"/>
    <dgm:cxn modelId="{F1FBB513-52C5-486B-8641-31338430CBC3}" type="presParOf" srcId="{A5AC7210-3388-49FF-A18C-E4C64EE038FD}" destId="{467E01B1-CE6D-4897-90F7-A46D217BA406}" srcOrd="3" destOrd="0" presId="urn:microsoft.com/office/officeart/2018/2/layout/IconVerticalSolidList"/>
    <dgm:cxn modelId="{09574515-B4DC-43FD-864E-3EBC2C1A6BD0}" type="presParOf" srcId="{C574D6CF-9B1C-4C61-A297-A7A64D7300DD}" destId="{475A44AA-6798-4947-BA58-C9BB4E16DB81}" srcOrd="3" destOrd="0" presId="urn:microsoft.com/office/officeart/2018/2/layout/IconVerticalSolidList"/>
    <dgm:cxn modelId="{86D1E576-D126-4001-9019-3DFCAA4C86A1}" type="presParOf" srcId="{C574D6CF-9B1C-4C61-A297-A7A64D7300DD}" destId="{A2A65907-97B5-41E8-AD08-F92947BDB0F0}" srcOrd="4" destOrd="0" presId="urn:microsoft.com/office/officeart/2018/2/layout/IconVerticalSolidList"/>
    <dgm:cxn modelId="{A875A903-0EA4-4EED-ABD2-3EF6AA43CC08}" type="presParOf" srcId="{A2A65907-97B5-41E8-AD08-F92947BDB0F0}" destId="{90FFD553-F667-404F-A32D-08C7D4D267A5}" srcOrd="0" destOrd="0" presId="urn:microsoft.com/office/officeart/2018/2/layout/IconVerticalSolidList"/>
    <dgm:cxn modelId="{70F5E332-6F92-4687-B10A-6AE75C8CD422}" type="presParOf" srcId="{A2A65907-97B5-41E8-AD08-F92947BDB0F0}" destId="{36BDB621-CCD0-4AB1-A23F-A7CE9C62DDDA}" srcOrd="1" destOrd="0" presId="urn:microsoft.com/office/officeart/2018/2/layout/IconVerticalSolidList"/>
    <dgm:cxn modelId="{1DE384FE-9E65-41A5-8307-69DAE68F7B7D}" type="presParOf" srcId="{A2A65907-97B5-41E8-AD08-F92947BDB0F0}" destId="{7E611F18-468D-402F-99CE-A69524A77FCA}" srcOrd="2" destOrd="0" presId="urn:microsoft.com/office/officeart/2018/2/layout/IconVerticalSolidList"/>
    <dgm:cxn modelId="{13B8AE0A-CDE7-431A-AB56-25866B2F3A04}" type="presParOf" srcId="{A2A65907-97B5-41E8-AD08-F92947BDB0F0}" destId="{3F04134C-F1E8-4ACC-819C-40362DCA7270}" srcOrd="3" destOrd="0" presId="urn:microsoft.com/office/officeart/2018/2/layout/IconVerticalSolidList"/>
  </dgm:cxnLst>
  <dgm:bg/>
  <dgm:whole/>
  <dgm:extLst>
    <a:ext uri="http://schemas.microsoft.com/office/drawing/2008/diagram">
      <dsp:dataModelExt xmlns:dsp="http://schemas.microsoft.com/office/drawing/2008/diagram" relId="rId7" minVer="http://schemas.openxmlformats.org/drawingml/2006/diagram"/>
    </a:ext>
  </dgm:extLst>
</dgm:dataModel>
</file>

<file path=ppt/diagrams/drawing1.xml><?xml version="1.0" encoding="utf-8"?>
<dsp:drawing xmlns:dgm="http://schemas.openxmlformats.org/drawingml/2006/diagram" xmlns:dsp="http://schemas.microsoft.com/office/drawing/2008/diagram" xmlns:a="http://schemas.openxmlformats.org/drawingml/2006/main">
  <dsp:spTree>
    <dsp:nvGrpSpPr>
      <dsp:cNvPr id="0" name=""/>
      <dsp:cNvGrpSpPr/>
    </dsp:nvGrpSpPr>
    <dsp:grpSpPr/>
    <dsp:sp modelId="{FFCF4F7C-5B91-47F2-A0E5-3230B5C26E08}">
      <dsp:nvSpPr>
        <dsp:cNvPr id="0" name=""/>
        <dsp:cNvSpPr/>
      </dsp:nvSpPr>
      <dsp:spPr>
        <a:xfrm>
          <a:off x="591502" y="0"/>
          <a:ext cx="6703695" cy="4351338"/>
        </a:xfrm>
        <a:prstGeom prst="rightArrow">
          <a:avLst/>
        </a:prstGeom>
        <a:solidFill>
          <a:schemeClr val="accent2">
            <a:tint val="40000"/>
            <a:hueOff val="0"/>
            <a:satOff val="0"/>
            <a:lumOff val="0"/>
            <a:alphaOff val="0"/>
          </a:schemeClr>
        </a:solidFill>
        <a:ln>
          <a:noFill/>
        </a:ln>
        <a:effectLst/>
      </dsp:spPr>
      <dsp:style>
        <a:lnRef idx="0">
          <a:scrgbClr r="0" g="0" b="0"/>
        </a:lnRef>
        <a:fillRef idx="1">
          <a:scrgbClr r="0" g="0" b="0"/>
        </a:fillRef>
        <a:effectRef idx="0">
          <a:scrgbClr r="0" g="0" b="0"/>
        </a:effectRef>
        <a:fontRef idx="minor"/>
      </dsp:style>
    </dsp:sp>
    <dsp:sp modelId="{40EDCB9B-9B66-40F2-A12B-6CDA8C348BB8}">
      <dsp:nvSpPr>
        <dsp:cNvPr id="0" name=""/>
        <dsp:cNvSpPr/>
      </dsp:nvSpPr>
      <dsp:spPr>
        <a:xfrm>
          <a:off x="3947" y="1305401"/>
          <a:ext cx="1898507" cy="1740535"/>
        </a:xfrm>
        <a:prstGeom prst="roundRect">
          <a:avLst/>
        </a:prstGeom>
        <a:solidFill>
          <a:schemeClr val="accent2">
            <a:hueOff val="0"/>
            <a:satOff val="0"/>
            <a:lumOff val="0"/>
            <a:alphaOff val="0"/>
          </a:schemeClr>
        </a:solidFill>
        <a:ln w="12700" cap="flat" cmpd="sng" algn="ctr">
          <a:solidFill>
            <a:schemeClr val="lt1">
              <a:hueOff val="0"/>
              <a:satOff val="0"/>
              <a:lumOff val="0"/>
              <a:alphaOff val="0"/>
            </a:schemeClr>
          </a:solidFill>
          <a:prstDash val="solid"/>
          <a:miter lim="800000"/>
        </a:ln>
        <a:effectLst/>
      </dsp:spPr>
      <dsp:style>
        <a:lnRef idx="2">
          <a:scrgbClr r="0" g="0" b="0"/>
        </a:lnRef>
        <a:fillRef idx="1">
          <a:scrgbClr r="0" g="0" b="0"/>
        </a:fillRef>
        <a:effectRef idx="0">
          <a:scrgbClr r="0" g="0" b="0"/>
        </a:effectRef>
        <a:fontRef idx="minor">
          <a:schemeClr val="lt1"/>
        </a:fontRef>
      </dsp:style>
      <dsp:txBody>
        <a:bodyPr spcFirstLastPara="0" vert="horz" wrap="square" lIns="76200" tIns="76200" rIns="76200" bIns="76200" numCol="1" spcCol="1270" anchor="ctr" anchorCtr="0">
          <a:noAutofit/>
        </a:bodyPr>
        <a:lstStyle/>
        <a:p>
          <a:pPr marL="0" lvl="0" indent="0" algn="ctr" defTabSz="889000">
            <a:lnSpc>
              <a:spcPct val="90000"/>
            </a:lnSpc>
            <a:spcBef>
              <a:spcPct val="0"/>
            </a:spcBef>
            <a:spcAft>
              <a:spcPct val="35000"/>
            </a:spcAft>
            <a:buNone/>
          </a:pPr>
          <a:r>
            <a:rPr lang="en-US" sz="2000" kern="1200" dirty="0"/>
            <a:t>Bayesian Networks to Model a Joint Probability Distribution</a:t>
          </a:r>
        </a:p>
      </dsp:txBody>
      <dsp:txXfrm>
        <a:off x="88913" y="1390367"/>
        <a:ext cx="1728575" cy="1570603"/>
      </dsp:txXfrm>
    </dsp:sp>
    <dsp:sp modelId="{B95BA078-D981-459A-BD83-B5745C9B520E}">
      <dsp:nvSpPr>
        <dsp:cNvPr id="0" name=""/>
        <dsp:cNvSpPr/>
      </dsp:nvSpPr>
      <dsp:spPr>
        <a:xfrm>
          <a:off x="1997379" y="1305401"/>
          <a:ext cx="1898507" cy="1740535"/>
        </a:xfrm>
        <a:prstGeom prst="roundRect">
          <a:avLst/>
        </a:prstGeom>
        <a:solidFill>
          <a:schemeClr val="accent3">
            <a:hueOff val="0"/>
            <a:satOff val="0"/>
            <a:lumOff val="0"/>
            <a:alphaOff val="0"/>
          </a:schemeClr>
        </a:solidFill>
        <a:ln w="12700" cap="flat" cmpd="sng" algn="ctr">
          <a:solidFill>
            <a:schemeClr val="lt1">
              <a:hueOff val="0"/>
              <a:satOff val="0"/>
              <a:lumOff val="0"/>
              <a:alphaOff val="0"/>
            </a:schemeClr>
          </a:solidFill>
          <a:prstDash val="solid"/>
          <a:miter lim="800000"/>
        </a:ln>
        <a:effectLst/>
      </dsp:spPr>
      <dsp:style>
        <a:lnRef idx="2">
          <a:scrgbClr r="0" g="0" b="0"/>
        </a:lnRef>
        <a:fillRef idx="1">
          <a:scrgbClr r="0" g="0" b="0"/>
        </a:fillRef>
        <a:effectRef idx="0">
          <a:scrgbClr r="0" g="0" b="0"/>
        </a:effectRef>
        <a:fontRef idx="minor">
          <a:schemeClr val="lt1"/>
        </a:fontRef>
      </dsp:style>
      <dsp:txBody>
        <a:bodyPr spcFirstLastPara="0" vert="horz" wrap="square" lIns="76200" tIns="76200" rIns="76200" bIns="76200" numCol="1" spcCol="1270" anchor="ctr" anchorCtr="0">
          <a:noAutofit/>
        </a:bodyPr>
        <a:lstStyle/>
        <a:p>
          <a:pPr marL="0" lvl="0" indent="0" algn="ctr" defTabSz="889000">
            <a:lnSpc>
              <a:spcPct val="90000"/>
            </a:lnSpc>
            <a:spcBef>
              <a:spcPct val="0"/>
            </a:spcBef>
            <a:spcAft>
              <a:spcPct val="35000"/>
            </a:spcAft>
            <a:buNone/>
          </a:pPr>
          <a:r>
            <a:rPr lang="en-US" sz="2000" kern="1200" dirty="0"/>
            <a:t>Construction of Bayesian Networks</a:t>
          </a:r>
        </a:p>
      </dsp:txBody>
      <dsp:txXfrm>
        <a:off x="2082345" y="1390367"/>
        <a:ext cx="1728575" cy="1570603"/>
      </dsp:txXfrm>
    </dsp:sp>
    <dsp:sp modelId="{5ADD08B7-615A-4A6D-89E9-F7F323300180}">
      <dsp:nvSpPr>
        <dsp:cNvPr id="0" name=""/>
        <dsp:cNvSpPr/>
      </dsp:nvSpPr>
      <dsp:spPr>
        <a:xfrm>
          <a:off x="3990812" y="1305401"/>
          <a:ext cx="1898507" cy="1740535"/>
        </a:xfrm>
        <a:prstGeom prst="roundRect">
          <a:avLst/>
        </a:prstGeom>
        <a:solidFill>
          <a:schemeClr val="accent4">
            <a:hueOff val="0"/>
            <a:satOff val="0"/>
            <a:lumOff val="0"/>
            <a:alphaOff val="0"/>
          </a:schemeClr>
        </a:solidFill>
        <a:ln w="12700" cap="flat" cmpd="sng" algn="ctr">
          <a:solidFill>
            <a:schemeClr val="lt1">
              <a:hueOff val="0"/>
              <a:satOff val="0"/>
              <a:lumOff val="0"/>
              <a:alphaOff val="0"/>
            </a:schemeClr>
          </a:solidFill>
          <a:prstDash val="solid"/>
          <a:miter lim="800000"/>
        </a:ln>
        <a:effectLst/>
      </dsp:spPr>
      <dsp:style>
        <a:lnRef idx="2">
          <a:scrgbClr r="0" g="0" b="0"/>
        </a:lnRef>
        <a:fillRef idx="1">
          <a:scrgbClr r="0" g="0" b="0"/>
        </a:fillRef>
        <a:effectRef idx="0">
          <a:scrgbClr r="0" g="0" b="0"/>
        </a:effectRef>
        <a:fontRef idx="minor">
          <a:schemeClr val="lt1"/>
        </a:fontRef>
      </dsp:style>
      <dsp:txBody>
        <a:bodyPr spcFirstLastPara="0" vert="horz" wrap="square" lIns="76200" tIns="76200" rIns="76200" bIns="76200" numCol="1" spcCol="1270" anchor="ctr" anchorCtr="0">
          <a:noAutofit/>
        </a:bodyPr>
        <a:lstStyle/>
        <a:p>
          <a:pPr marL="0" lvl="0" indent="0" algn="ctr" defTabSz="889000">
            <a:lnSpc>
              <a:spcPct val="90000"/>
            </a:lnSpc>
            <a:spcBef>
              <a:spcPct val="0"/>
            </a:spcBef>
            <a:spcAft>
              <a:spcPct val="35000"/>
            </a:spcAft>
            <a:buNone/>
          </a:pPr>
          <a:r>
            <a:rPr lang="en-US" sz="2000" kern="1200" dirty="0"/>
            <a:t>Exact Inference</a:t>
          </a:r>
        </a:p>
      </dsp:txBody>
      <dsp:txXfrm>
        <a:off x="4075778" y="1390367"/>
        <a:ext cx="1728575" cy="1570603"/>
      </dsp:txXfrm>
    </dsp:sp>
    <dsp:sp modelId="{28FABD7B-E90C-4CEA-9C59-8ABDC11039B5}">
      <dsp:nvSpPr>
        <dsp:cNvPr id="0" name=""/>
        <dsp:cNvSpPr/>
      </dsp:nvSpPr>
      <dsp:spPr>
        <a:xfrm>
          <a:off x="5984245" y="1305401"/>
          <a:ext cx="1898507" cy="1740535"/>
        </a:xfrm>
        <a:prstGeom prst="roundRect">
          <a:avLst/>
        </a:prstGeom>
        <a:solidFill>
          <a:schemeClr val="accent5">
            <a:hueOff val="0"/>
            <a:satOff val="0"/>
            <a:lumOff val="0"/>
            <a:alphaOff val="0"/>
          </a:schemeClr>
        </a:solidFill>
        <a:ln w="12700" cap="flat" cmpd="sng" algn="ctr">
          <a:solidFill>
            <a:schemeClr val="lt1">
              <a:hueOff val="0"/>
              <a:satOff val="0"/>
              <a:lumOff val="0"/>
              <a:alphaOff val="0"/>
            </a:schemeClr>
          </a:solidFill>
          <a:prstDash val="solid"/>
          <a:miter lim="800000"/>
        </a:ln>
        <a:effectLst/>
      </dsp:spPr>
      <dsp:style>
        <a:lnRef idx="2">
          <a:scrgbClr r="0" g="0" b="0"/>
        </a:lnRef>
        <a:fillRef idx="1">
          <a:scrgbClr r="0" g="0" b="0"/>
        </a:fillRef>
        <a:effectRef idx="0">
          <a:scrgbClr r="0" g="0" b="0"/>
        </a:effectRef>
        <a:fontRef idx="minor">
          <a:schemeClr val="lt1"/>
        </a:fontRef>
      </dsp:style>
      <dsp:txBody>
        <a:bodyPr spcFirstLastPara="0" vert="horz" wrap="square" lIns="76200" tIns="76200" rIns="76200" bIns="76200" numCol="1" spcCol="1270" anchor="ctr" anchorCtr="0">
          <a:noAutofit/>
        </a:bodyPr>
        <a:lstStyle/>
        <a:p>
          <a:pPr marL="0" lvl="0" indent="0" algn="ctr" defTabSz="889000">
            <a:lnSpc>
              <a:spcPct val="90000"/>
            </a:lnSpc>
            <a:spcBef>
              <a:spcPct val="0"/>
            </a:spcBef>
            <a:spcAft>
              <a:spcPct val="35000"/>
            </a:spcAft>
            <a:buNone/>
          </a:pPr>
          <a:r>
            <a:rPr lang="en-US" sz="2000" kern="1200" dirty="0"/>
            <a:t>Approximate Inference</a:t>
          </a:r>
        </a:p>
      </dsp:txBody>
      <dsp:txXfrm>
        <a:off x="6069211" y="1390367"/>
        <a:ext cx="1728575" cy="1570603"/>
      </dsp:txXfrm>
    </dsp:sp>
  </dsp:spTree>
</dsp:drawing>
</file>

<file path=ppt/diagrams/drawing2.xml><?xml version="1.0" encoding="utf-8"?>
<dsp:drawing xmlns:dgm="http://schemas.openxmlformats.org/drawingml/2006/diagram" xmlns:dsp="http://schemas.microsoft.com/office/drawing/2008/diagram" xmlns:a="http://schemas.openxmlformats.org/drawingml/2006/main">
  <dsp:spTree>
    <dsp:nvGrpSpPr>
      <dsp:cNvPr id="0" name=""/>
      <dsp:cNvGrpSpPr/>
    </dsp:nvGrpSpPr>
    <dsp:grpSpPr/>
    <dsp:sp modelId="{0C27581B-4C86-42EB-84EF-1980DAC372EB}">
      <dsp:nvSpPr>
        <dsp:cNvPr id="0" name=""/>
        <dsp:cNvSpPr/>
      </dsp:nvSpPr>
      <dsp:spPr>
        <a:xfrm>
          <a:off x="0" y="1386"/>
          <a:ext cx="8055864" cy="702520"/>
        </a:xfrm>
        <a:prstGeom prst="roundRect">
          <a:avLst>
            <a:gd name="adj" fmla="val 10000"/>
          </a:avLst>
        </a:prstGeom>
        <a:solidFill>
          <a:schemeClr val="accent2">
            <a:hueOff val="0"/>
            <a:satOff val="0"/>
            <a:lumOff val="0"/>
            <a:alphaOff val="0"/>
          </a:schemeClr>
        </a:solidFill>
        <a:ln>
          <a:noFill/>
        </a:ln>
        <a:effectLst/>
      </dsp:spPr>
      <dsp:style>
        <a:lnRef idx="0">
          <a:scrgbClr r="0" g="0" b="0"/>
        </a:lnRef>
        <a:fillRef idx="1">
          <a:scrgbClr r="0" g="0" b="0"/>
        </a:fillRef>
        <a:effectRef idx="0">
          <a:scrgbClr r="0" g="0" b="0"/>
        </a:effectRef>
        <a:fontRef idx="minor"/>
      </dsp:style>
    </dsp:sp>
    <dsp:sp modelId="{42B39763-0B7C-4FD9-817D-AE78FBD7A2F1}">
      <dsp:nvSpPr>
        <dsp:cNvPr id="0" name=""/>
        <dsp:cNvSpPr/>
      </dsp:nvSpPr>
      <dsp:spPr>
        <a:xfrm>
          <a:off x="212512" y="159453"/>
          <a:ext cx="386386" cy="386386"/>
        </a:xfrm>
        <a:prstGeom prst="rect">
          <a:avLst/>
        </a:prstGeom>
        <a:blipFill>
          <a:blip xmlns:r="http://schemas.openxmlformats.org/officeDocument/2006/relationships" r:embed="rId1">
            <a:extLst>
              <a:ext uri="{28A0092B-C50C-407E-A947-70E740481C1C}">
                <a14:useLocalDpi xmlns:a14="http://schemas.microsoft.com/office/drawing/2010/main" val="0"/>
              </a:ext>
              <a:ext uri="{96DAC541-7B7A-43D3-8B79-37D633B846F1}">
                <asvg:svgBlip xmlns:asvg="http://schemas.microsoft.com/office/drawing/2016/SVG/main" r:embed="rId2"/>
              </a:ext>
            </a:extLst>
          </a:blip>
          <a:stretch>
            <a:fillRect/>
          </a:stretch>
        </a:blipFill>
        <a:ln w="12700" cap="flat" cmpd="sng" algn="ctr">
          <a:noFill/>
          <a:prstDash val="solid"/>
          <a:miter lim="800000"/>
        </a:ln>
        <a:effectLst/>
      </dsp:spPr>
      <dsp:style>
        <a:lnRef idx="2">
          <a:scrgbClr r="0" g="0" b="0"/>
        </a:lnRef>
        <a:fillRef idx="1">
          <a:scrgbClr r="0" g="0" b="0"/>
        </a:fillRef>
        <a:effectRef idx="0">
          <a:scrgbClr r="0" g="0" b="0"/>
        </a:effectRef>
        <a:fontRef idx="minor">
          <a:schemeClr val="lt1"/>
        </a:fontRef>
      </dsp:style>
    </dsp:sp>
    <dsp:sp modelId="{1EB80DA5-5EF5-4583-A514-0EE1C5235441}">
      <dsp:nvSpPr>
        <dsp:cNvPr id="0" name=""/>
        <dsp:cNvSpPr/>
      </dsp:nvSpPr>
      <dsp:spPr>
        <a:xfrm>
          <a:off x="811411" y="1386"/>
          <a:ext cx="7244452" cy="702520"/>
        </a:xfrm>
        <a:prstGeom prst="rect">
          <a:avLst/>
        </a:prstGeom>
        <a:noFill/>
        <a:ln>
          <a:noFill/>
        </a:ln>
        <a:effectLst/>
      </dsp:spPr>
      <dsp:style>
        <a:lnRef idx="0">
          <a:scrgbClr r="0" g="0" b="0"/>
        </a:lnRef>
        <a:fillRef idx="0">
          <a:scrgbClr r="0" g="0" b="0"/>
        </a:fillRef>
        <a:effectRef idx="0">
          <a:scrgbClr r="0" g="0" b="0"/>
        </a:effectRef>
        <a:fontRef idx="minor"/>
      </dsp:style>
      <dsp:txBody>
        <a:bodyPr spcFirstLastPara="0" vert="horz" wrap="square" lIns="74350" tIns="74350" rIns="74350" bIns="74350" numCol="1" spcCol="1270" anchor="ctr" anchorCtr="0">
          <a:noAutofit/>
        </a:bodyPr>
        <a:lstStyle/>
        <a:p>
          <a:pPr marL="0" lvl="0" indent="0" algn="l" defTabSz="933450">
            <a:lnSpc>
              <a:spcPct val="100000"/>
            </a:lnSpc>
            <a:spcBef>
              <a:spcPct val="0"/>
            </a:spcBef>
            <a:spcAft>
              <a:spcPct val="35000"/>
            </a:spcAft>
            <a:buNone/>
          </a:pPr>
          <a:r>
            <a:rPr lang="en-US" sz="2100" kern="1200" dirty="0"/>
            <a:t>A type of graphical model.</a:t>
          </a:r>
        </a:p>
      </dsp:txBody>
      <dsp:txXfrm>
        <a:off x="811411" y="1386"/>
        <a:ext cx="7244452" cy="702520"/>
      </dsp:txXfrm>
    </dsp:sp>
    <dsp:sp modelId="{2379ED4D-5921-4D71-ADCC-5976928DA350}">
      <dsp:nvSpPr>
        <dsp:cNvPr id="0" name=""/>
        <dsp:cNvSpPr/>
      </dsp:nvSpPr>
      <dsp:spPr>
        <a:xfrm>
          <a:off x="0" y="879537"/>
          <a:ext cx="8055864" cy="702520"/>
        </a:xfrm>
        <a:prstGeom prst="roundRect">
          <a:avLst>
            <a:gd name="adj" fmla="val 10000"/>
          </a:avLst>
        </a:prstGeom>
        <a:solidFill>
          <a:schemeClr val="accent3">
            <a:hueOff val="0"/>
            <a:satOff val="0"/>
            <a:lumOff val="0"/>
            <a:alphaOff val="0"/>
          </a:schemeClr>
        </a:solidFill>
        <a:ln>
          <a:noFill/>
        </a:ln>
        <a:effectLst/>
      </dsp:spPr>
      <dsp:style>
        <a:lnRef idx="0">
          <a:scrgbClr r="0" g="0" b="0"/>
        </a:lnRef>
        <a:fillRef idx="1">
          <a:scrgbClr r="0" g="0" b="0"/>
        </a:fillRef>
        <a:effectRef idx="0">
          <a:scrgbClr r="0" g="0" b="0"/>
        </a:effectRef>
        <a:fontRef idx="minor"/>
      </dsp:style>
    </dsp:sp>
    <dsp:sp modelId="{90934501-EF2F-41EA-BE69-CF8268E562E4}">
      <dsp:nvSpPr>
        <dsp:cNvPr id="0" name=""/>
        <dsp:cNvSpPr/>
      </dsp:nvSpPr>
      <dsp:spPr>
        <a:xfrm>
          <a:off x="212512" y="1037604"/>
          <a:ext cx="386386" cy="386386"/>
        </a:xfrm>
        <a:prstGeom prst="rect">
          <a:avLst/>
        </a:prstGeom>
        <a:blipFill>
          <a:blip xmlns:r="http://schemas.openxmlformats.org/officeDocument/2006/relationships" r:embed="rId3">
            <a:extLst>
              <a:ext uri="{28A0092B-C50C-407E-A947-70E740481C1C}">
                <a14:useLocalDpi xmlns:a14="http://schemas.microsoft.com/office/drawing/2010/main" val="0"/>
              </a:ext>
              <a:ext uri="{96DAC541-7B7A-43D3-8B79-37D633B846F1}">
                <asvg:svgBlip xmlns:asvg="http://schemas.microsoft.com/office/drawing/2016/SVG/main" r:embed="rId4"/>
              </a:ext>
            </a:extLst>
          </a:blip>
          <a:stretch>
            <a:fillRect/>
          </a:stretch>
        </a:blipFill>
        <a:ln w="12700" cap="flat" cmpd="sng" algn="ctr">
          <a:noFill/>
          <a:prstDash val="solid"/>
          <a:miter lim="800000"/>
        </a:ln>
        <a:effectLst/>
      </dsp:spPr>
      <dsp:style>
        <a:lnRef idx="2">
          <a:scrgbClr r="0" g="0" b="0"/>
        </a:lnRef>
        <a:fillRef idx="1">
          <a:scrgbClr r="0" g="0" b="0"/>
        </a:fillRef>
        <a:effectRef idx="0">
          <a:scrgbClr r="0" g="0" b="0"/>
        </a:effectRef>
        <a:fontRef idx="minor">
          <a:schemeClr val="lt1"/>
        </a:fontRef>
      </dsp:style>
    </dsp:sp>
    <dsp:sp modelId="{9E7C0FCF-07CC-46D6-9936-061E074AEAAD}">
      <dsp:nvSpPr>
        <dsp:cNvPr id="0" name=""/>
        <dsp:cNvSpPr/>
      </dsp:nvSpPr>
      <dsp:spPr>
        <a:xfrm>
          <a:off x="811411" y="879537"/>
          <a:ext cx="7244452" cy="702520"/>
        </a:xfrm>
        <a:prstGeom prst="rect">
          <a:avLst/>
        </a:prstGeom>
        <a:noFill/>
        <a:ln>
          <a:noFill/>
        </a:ln>
        <a:effectLst/>
      </dsp:spPr>
      <dsp:style>
        <a:lnRef idx="0">
          <a:scrgbClr r="0" g="0" b="0"/>
        </a:lnRef>
        <a:fillRef idx="0">
          <a:scrgbClr r="0" g="0" b="0"/>
        </a:fillRef>
        <a:effectRef idx="0">
          <a:scrgbClr r="0" g="0" b="0"/>
        </a:effectRef>
        <a:fontRef idx="minor"/>
      </dsp:style>
      <dsp:txBody>
        <a:bodyPr spcFirstLastPara="0" vert="horz" wrap="square" lIns="74350" tIns="74350" rIns="74350" bIns="74350" numCol="1" spcCol="1270" anchor="ctr" anchorCtr="0">
          <a:noAutofit/>
        </a:bodyPr>
        <a:lstStyle/>
        <a:p>
          <a:pPr marL="0" lvl="0" indent="0" algn="l" defTabSz="933450">
            <a:lnSpc>
              <a:spcPct val="100000"/>
            </a:lnSpc>
            <a:spcBef>
              <a:spcPct val="0"/>
            </a:spcBef>
            <a:spcAft>
              <a:spcPct val="35000"/>
            </a:spcAft>
            <a:buNone/>
          </a:pPr>
          <a:r>
            <a:rPr lang="en-US" sz="2100" kern="1200" dirty="0"/>
            <a:t>A way to specify dependence between random variables.</a:t>
          </a:r>
        </a:p>
      </dsp:txBody>
      <dsp:txXfrm>
        <a:off x="811411" y="879537"/>
        <a:ext cx="7244452" cy="702520"/>
      </dsp:txXfrm>
    </dsp:sp>
    <dsp:sp modelId="{B9D2AB8A-2AE2-4AE8-9D6A-1C52899EAA06}">
      <dsp:nvSpPr>
        <dsp:cNvPr id="0" name=""/>
        <dsp:cNvSpPr/>
      </dsp:nvSpPr>
      <dsp:spPr>
        <a:xfrm>
          <a:off x="0" y="1757688"/>
          <a:ext cx="8055864" cy="702520"/>
        </a:xfrm>
        <a:prstGeom prst="roundRect">
          <a:avLst>
            <a:gd name="adj" fmla="val 10000"/>
          </a:avLst>
        </a:prstGeom>
        <a:solidFill>
          <a:schemeClr val="accent4">
            <a:hueOff val="0"/>
            <a:satOff val="0"/>
            <a:lumOff val="0"/>
            <a:alphaOff val="0"/>
          </a:schemeClr>
        </a:solidFill>
        <a:ln>
          <a:noFill/>
        </a:ln>
        <a:effectLst/>
      </dsp:spPr>
      <dsp:style>
        <a:lnRef idx="0">
          <a:scrgbClr r="0" g="0" b="0"/>
        </a:lnRef>
        <a:fillRef idx="1">
          <a:scrgbClr r="0" g="0" b="0"/>
        </a:fillRef>
        <a:effectRef idx="0">
          <a:scrgbClr r="0" g="0" b="0"/>
        </a:effectRef>
        <a:fontRef idx="minor"/>
      </dsp:style>
    </dsp:sp>
    <dsp:sp modelId="{FFE384B9-5107-4CB2-85F2-3508E9B2870D}">
      <dsp:nvSpPr>
        <dsp:cNvPr id="0" name=""/>
        <dsp:cNvSpPr/>
      </dsp:nvSpPr>
      <dsp:spPr>
        <a:xfrm>
          <a:off x="212512" y="1915755"/>
          <a:ext cx="386386" cy="386386"/>
        </a:xfrm>
        <a:prstGeom prst="rect">
          <a:avLst/>
        </a:prstGeom>
        <a:blipFill>
          <a:blip xmlns:r="http://schemas.openxmlformats.org/officeDocument/2006/relationships" r:embed="rId5">
            <a:extLst>
              <a:ext uri="{28A0092B-C50C-407E-A947-70E740481C1C}">
                <a14:useLocalDpi xmlns:a14="http://schemas.microsoft.com/office/drawing/2010/main" val="0"/>
              </a:ext>
              <a:ext uri="{96DAC541-7B7A-43D3-8B79-37D633B846F1}">
                <asvg:svgBlip xmlns:asvg="http://schemas.microsoft.com/office/drawing/2016/SVG/main" r:embed="rId6"/>
              </a:ext>
            </a:extLst>
          </a:blip>
          <a:stretch>
            <a:fillRect/>
          </a:stretch>
        </a:blipFill>
        <a:ln w="12700" cap="flat" cmpd="sng" algn="ctr">
          <a:noFill/>
          <a:prstDash val="solid"/>
          <a:miter lim="800000"/>
        </a:ln>
        <a:effectLst/>
      </dsp:spPr>
      <dsp:style>
        <a:lnRef idx="2">
          <a:scrgbClr r="0" g="0" b="0"/>
        </a:lnRef>
        <a:fillRef idx="1">
          <a:scrgbClr r="0" g="0" b="0"/>
        </a:fillRef>
        <a:effectRef idx="0">
          <a:scrgbClr r="0" g="0" b="0"/>
        </a:effectRef>
        <a:fontRef idx="minor">
          <a:schemeClr val="lt1"/>
        </a:fontRef>
      </dsp:style>
    </dsp:sp>
    <dsp:sp modelId="{8B7E37DE-EB4E-4EF1-867C-D65558021823}">
      <dsp:nvSpPr>
        <dsp:cNvPr id="0" name=""/>
        <dsp:cNvSpPr/>
      </dsp:nvSpPr>
      <dsp:spPr>
        <a:xfrm>
          <a:off x="811411" y="1757688"/>
          <a:ext cx="7244452" cy="702520"/>
        </a:xfrm>
        <a:prstGeom prst="rect">
          <a:avLst/>
        </a:prstGeom>
        <a:noFill/>
        <a:ln>
          <a:noFill/>
        </a:ln>
        <a:effectLst/>
      </dsp:spPr>
      <dsp:style>
        <a:lnRef idx="0">
          <a:scrgbClr r="0" g="0" b="0"/>
        </a:lnRef>
        <a:fillRef idx="0">
          <a:scrgbClr r="0" g="0" b="0"/>
        </a:fillRef>
        <a:effectRef idx="0">
          <a:scrgbClr r="0" g="0" b="0"/>
        </a:effectRef>
        <a:fontRef idx="minor"/>
      </dsp:style>
      <dsp:txBody>
        <a:bodyPr spcFirstLastPara="0" vert="horz" wrap="square" lIns="74350" tIns="74350" rIns="74350" bIns="74350" numCol="1" spcCol="1270" anchor="ctr" anchorCtr="0">
          <a:noAutofit/>
        </a:bodyPr>
        <a:lstStyle/>
        <a:p>
          <a:pPr marL="0" lvl="0" indent="0" algn="l" defTabSz="933450">
            <a:lnSpc>
              <a:spcPct val="100000"/>
            </a:lnSpc>
            <a:spcBef>
              <a:spcPct val="0"/>
            </a:spcBef>
            <a:spcAft>
              <a:spcPct val="35000"/>
            </a:spcAft>
            <a:buNone/>
          </a:pPr>
          <a:r>
            <a:rPr lang="en-US" sz="2100" kern="1200" dirty="0"/>
            <a:t>A compact specification of a full joint probability distribution.</a:t>
          </a:r>
        </a:p>
      </dsp:txBody>
      <dsp:txXfrm>
        <a:off x="811411" y="1757688"/>
        <a:ext cx="7244452" cy="702520"/>
      </dsp:txXfrm>
    </dsp:sp>
    <dsp:sp modelId="{DB6239B5-2EBB-4BB2-9277-44CF5B7769A8}">
      <dsp:nvSpPr>
        <dsp:cNvPr id="0" name=""/>
        <dsp:cNvSpPr/>
      </dsp:nvSpPr>
      <dsp:spPr>
        <a:xfrm>
          <a:off x="0" y="2635839"/>
          <a:ext cx="8055864" cy="702520"/>
        </a:xfrm>
        <a:prstGeom prst="roundRect">
          <a:avLst>
            <a:gd name="adj" fmla="val 10000"/>
          </a:avLst>
        </a:prstGeom>
        <a:solidFill>
          <a:schemeClr val="accent5">
            <a:hueOff val="0"/>
            <a:satOff val="0"/>
            <a:lumOff val="0"/>
            <a:alphaOff val="0"/>
          </a:schemeClr>
        </a:solidFill>
        <a:ln>
          <a:noFill/>
        </a:ln>
        <a:effectLst/>
      </dsp:spPr>
      <dsp:style>
        <a:lnRef idx="0">
          <a:scrgbClr r="0" g="0" b="0"/>
        </a:lnRef>
        <a:fillRef idx="1">
          <a:scrgbClr r="0" g="0" b="0"/>
        </a:fillRef>
        <a:effectRef idx="0">
          <a:scrgbClr r="0" g="0" b="0"/>
        </a:effectRef>
        <a:fontRef idx="minor"/>
      </dsp:style>
    </dsp:sp>
    <dsp:sp modelId="{D5BDD710-6454-426B-93FD-8A939A50605B}">
      <dsp:nvSpPr>
        <dsp:cNvPr id="0" name=""/>
        <dsp:cNvSpPr/>
      </dsp:nvSpPr>
      <dsp:spPr>
        <a:xfrm>
          <a:off x="212512" y="2793907"/>
          <a:ext cx="386386" cy="386386"/>
        </a:xfrm>
        <a:prstGeom prst="rect">
          <a:avLst/>
        </a:prstGeom>
        <a:blipFill>
          <a:blip xmlns:r="http://schemas.openxmlformats.org/officeDocument/2006/relationships" r:embed="rId7">
            <a:extLst>
              <a:ext uri="{28A0092B-C50C-407E-A947-70E740481C1C}">
                <a14:useLocalDpi xmlns:a14="http://schemas.microsoft.com/office/drawing/2010/main" val="0"/>
              </a:ext>
              <a:ext uri="{96DAC541-7B7A-43D3-8B79-37D633B846F1}">
                <asvg:svgBlip xmlns:asvg="http://schemas.microsoft.com/office/drawing/2016/SVG/main" r:embed="rId8"/>
              </a:ext>
            </a:extLst>
          </a:blip>
          <a:srcRect/>
          <a:stretch>
            <a:fillRect/>
          </a:stretch>
        </a:blipFill>
        <a:ln w="12700" cap="flat" cmpd="sng" algn="ctr">
          <a:solidFill>
            <a:schemeClr val="lt1">
              <a:alpha val="0"/>
              <a:hueOff val="0"/>
              <a:satOff val="0"/>
              <a:lumOff val="0"/>
              <a:alphaOff val="0"/>
            </a:schemeClr>
          </a:solidFill>
          <a:prstDash val="solid"/>
          <a:miter lim="800000"/>
        </a:ln>
        <a:effectLst/>
      </dsp:spPr>
      <dsp:style>
        <a:lnRef idx="2">
          <a:scrgbClr r="0" g="0" b="0"/>
        </a:lnRef>
        <a:fillRef idx="1">
          <a:scrgbClr r="0" g="0" b="0"/>
        </a:fillRef>
        <a:effectRef idx="0">
          <a:scrgbClr r="0" g="0" b="0"/>
        </a:effectRef>
        <a:fontRef idx="minor">
          <a:schemeClr val="lt1"/>
        </a:fontRef>
      </dsp:style>
    </dsp:sp>
    <dsp:sp modelId="{C9EF50CD-A672-4437-83E4-2489DCB2878E}">
      <dsp:nvSpPr>
        <dsp:cNvPr id="0" name=""/>
        <dsp:cNvSpPr/>
      </dsp:nvSpPr>
      <dsp:spPr>
        <a:xfrm>
          <a:off x="811411" y="2635839"/>
          <a:ext cx="7244452" cy="702520"/>
        </a:xfrm>
        <a:prstGeom prst="rect">
          <a:avLst/>
        </a:prstGeom>
        <a:noFill/>
        <a:ln>
          <a:noFill/>
        </a:ln>
        <a:effectLst/>
      </dsp:spPr>
      <dsp:style>
        <a:lnRef idx="0">
          <a:scrgbClr r="0" g="0" b="0"/>
        </a:lnRef>
        <a:fillRef idx="0">
          <a:scrgbClr r="0" g="0" b="0"/>
        </a:fillRef>
        <a:effectRef idx="0">
          <a:scrgbClr r="0" g="0" b="0"/>
        </a:effectRef>
        <a:fontRef idx="minor"/>
      </dsp:style>
      <dsp:txBody>
        <a:bodyPr spcFirstLastPara="0" vert="horz" wrap="square" lIns="74350" tIns="74350" rIns="74350" bIns="74350" numCol="1" spcCol="1270" anchor="ctr" anchorCtr="0">
          <a:noAutofit/>
        </a:bodyPr>
        <a:lstStyle/>
        <a:p>
          <a:pPr marL="0" lvl="0" indent="0" algn="l" defTabSz="933450">
            <a:lnSpc>
              <a:spcPct val="100000"/>
            </a:lnSpc>
            <a:spcBef>
              <a:spcPct val="0"/>
            </a:spcBef>
            <a:spcAft>
              <a:spcPct val="35000"/>
            </a:spcAft>
            <a:buNone/>
          </a:pPr>
          <a:r>
            <a:rPr lang="en-US" sz="2100" kern="1200" dirty="0"/>
            <a:t>A general and important model to reason with uncertainty in AI.</a:t>
          </a:r>
        </a:p>
      </dsp:txBody>
      <dsp:txXfrm>
        <a:off x="811411" y="2635839"/>
        <a:ext cx="7244452" cy="702520"/>
      </dsp:txXfrm>
    </dsp:sp>
  </dsp:spTree>
</dsp:drawing>
</file>

<file path=ppt/diagrams/drawing3.xml><?xml version="1.0" encoding="utf-8"?>
<dsp:drawing xmlns:dgm="http://schemas.openxmlformats.org/drawingml/2006/diagram" xmlns:dsp="http://schemas.microsoft.com/office/drawing/2008/diagram" xmlns:a="http://schemas.openxmlformats.org/drawingml/2006/main">
  <dsp:spTree>
    <dsp:nvGrpSpPr>
      <dsp:cNvPr id="0" name=""/>
      <dsp:cNvGrpSpPr/>
    </dsp:nvGrpSpPr>
    <dsp:grpSpPr/>
    <dsp:sp modelId="{D1456FFD-0FDC-4352-8C80-3FFD8BDC8ED2}">
      <dsp:nvSpPr>
        <dsp:cNvPr id="0" name=""/>
        <dsp:cNvSpPr/>
      </dsp:nvSpPr>
      <dsp:spPr>
        <a:xfrm>
          <a:off x="0" y="531"/>
          <a:ext cx="7886700" cy="1243280"/>
        </a:xfrm>
        <a:prstGeom prst="roundRect">
          <a:avLst>
            <a:gd name="adj" fmla="val 10000"/>
          </a:avLst>
        </a:prstGeom>
        <a:solidFill>
          <a:schemeClr val="accent3">
            <a:tint val="40000"/>
            <a:hueOff val="0"/>
            <a:satOff val="0"/>
            <a:lumOff val="0"/>
            <a:alphaOff val="0"/>
          </a:schemeClr>
        </a:solidFill>
        <a:ln>
          <a:noFill/>
        </a:ln>
        <a:effectLst/>
      </dsp:spPr>
      <dsp:style>
        <a:lnRef idx="0">
          <a:scrgbClr r="0" g="0" b="0"/>
        </a:lnRef>
        <a:fillRef idx="1">
          <a:scrgbClr r="0" g="0" b="0"/>
        </a:fillRef>
        <a:effectRef idx="2">
          <a:scrgbClr r="0" g="0" b="0"/>
        </a:effectRef>
        <a:fontRef idx="minor"/>
      </dsp:style>
    </dsp:sp>
    <dsp:sp modelId="{EB385380-F5A2-4F9D-8341-BB8FC34CBF03}">
      <dsp:nvSpPr>
        <dsp:cNvPr id="0" name=""/>
        <dsp:cNvSpPr/>
      </dsp:nvSpPr>
      <dsp:spPr>
        <a:xfrm>
          <a:off x="376092" y="280269"/>
          <a:ext cx="683804" cy="683804"/>
        </a:xfrm>
        <a:prstGeom prst="rect">
          <a:avLst/>
        </a:prstGeom>
        <a:blipFill>
          <a:blip xmlns:r="http://schemas.openxmlformats.org/officeDocument/2006/relationships" r:embed="rId1">
            <a:extLst>
              <a:ext uri="{96DAC541-7B7A-43D3-8B79-37D633B846F1}">
                <asvg:svgBlip xmlns:asvg="http://schemas.microsoft.com/office/drawing/2016/SVG/main" r:embed="rId2"/>
              </a:ext>
            </a:extLst>
          </a:blip>
          <a:srcRect/>
          <a:stretch>
            <a:fillRect/>
          </a:stretch>
        </a:blipFill>
        <a:ln>
          <a:noFill/>
        </a:ln>
        <a:effectLst/>
      </dsp:spPr>
      <dsp:style>
        <a:lnRef idx="0">
          <a:scrgbClr r="0" g="0" b="0"/>
        </a:lnRef>
        <a:fillRef idx="3">
          <a:scrgbClr r="0" g="0" b="0"/>
        </a:fillRef>
        <a:effectRef idx="2">
          <a:scrgbClr r="0" g="0" b="0"/>
        </a:effectRef>
        <a:fontRef idx="minor">
          <a:schemeClr val="lt1"/>
        </a:fontRef>
      </dsp:style>
    </dsp:sp>
    <dsp:sp modelId="{383B3F5D-8F05-43AF-B0FF-ACCE9B04FD4C}">
      <dsp:nvSpPr>
        <dsp:cNvPr id="0" name=""/>
        <dsp:cNvSpPr/>
      </dsp:nvSpPr>
      <dsp:spPr>
        <a:xfrm>
          <a:off x="1435988" y="531"/>
          <a:ext cx="6450711" cy="1243280"/>
        </a:xfrm>
        <a:prstGeom prst="rect">
          <a:avLst/>
        </a:prstGeom>
        <a:noFill/>
        <a:ln>
          <a:noFill/>
        </a:ln>
        <a:effectLst/>
      </dsp:spPr>
      <dsp:style>
        <a:lnRef idx="0">
          <a:scrgbClr r="0" g="0" b="0"/>
        </a:lnRef>
        <a:fillRef idx="0">
          <a:scrgbClr r="0" g="0" b="0"/>
        </a:fillRef>
        <a:effectRef idx="0">
          <a:scrgbClr r="0" g="0" b="0"/>
        </a:effectRef>
        <a:fontRef idx="minor"/>
      </dsp:style>
      <dsp:txBody>
        <a:bodyPr spcFirstLastPara="0" vert="horz" wrap="square" lIns="131581" tIns="131581" rIns="131581" bIns="131581" numCol="1" spcCol="1270" anchor="ctr" anchorCtr="0">
          <a:noAutofit/>
        </a:bodyPr>
        <a:lstStyle/>
        <a:p>
          <a:pPr marL="0" lvl="0" indent="0" algn="l" defTabSz="933450">
            <a:lnSpc>
              <a:spcPct val="100000"/>
            </a:lnSpc>
            <a:spcBef>
              <a:spcPct val="0"/>
            </a:spcBef>
            <a:spcAft>
              <a:spcPct val="35000"/>
            </a:spcAft>
            <a:buNone/>
          </a:pPr>
          <a:r>
            <a:rPr lang="en-US" sz="2100" kern="1200" dirty="0"/>
            <a:t>Bayesian networks can be used as </a:t>
          </a:r>
          <a:r>
            <a:rPr lang="en-US" sz="2100" b="1" i="1" kern="1200" dirty="0"/>
            <a:t>generative models</a:t>
          </a:r>
          <a:r>
            <a:rPr lang="en-US" sz="2100" b="0" i="0" kern="1200" dirty="0"/>
            <a:t>.</a:t>
          </a:r>
          <a:endParaRPr lang="en-US" sz="2100" b="1" i="0" kern="1200" dirty="0"/>
        </a:p>
      </dsp:txBody>
      <dsp:txXfrm>
        <a:off x="1435988" y="531"/>
        <a:ext cx="6450711" cy="1243280"/>
      </dsp:txXfrm>
    </dsp:sp>
    <dsp:sp modelId="{9B63B372-FF8E-44B0-B2C4-4A2AF7C2FDA6}">
      <dsp:nvSpPr>
        <dsp:cNvPr id="0" name=""/>
        <dsp:cNvSpPr/>
      </dsp:nvSpPr>
      <dsp:spPr>
        <a:xfrm>
          <a:off x="0" y="1554631"/>
          <a:ext cx="7886700" cy="1243280"/>
        </a:xfrm>
        <a:prstGeom prst="roundRect">
          <a:avLst>
            <a:gd name="adj" fmla="val 10000"/>
          </a:avLst>
        </a:prstGeom>
        <a:solidFill>
          <a:schemeClr val="accent3">
            <a:tint val="40000"/>
            <a:hueOff val="0"/>
            <a:satOff val="0"/>
            <a:lumOff val="0"/>
            <a:alphaOff val="0"/>
          </a:schemeClr>
        </a:solidFill>
        <a:ln>
          <a:noFill/>
        </a:ln>
        <a:effectLst/>
      </dsp:spPr>
      <dsp:style>
        <a:lnRef idx="0">
          <a:scrgbClr r="0" g="0" b="0"/>
        </a:lnRef>
        <a:fillRef idx="1">
          <a:scrgbClr r="0" g="0" b="0"/>
        </a:fillRef>
        <a:effectRef idx="2">
          <a:scrgbClr r="0" g="0" b="0"/>
        </a:effectRef>
        <a:fontRef idx="minor"/>
      </dsp:style>
    </dsp:sp>
    <dsp:sp modelId="{6419C0D5-991F-4B15-BE0F-EB13647C22E8}">
      <dsp:nvSpPr>
        <dsp:cNvPr id="0" name=""/>
        <dsp:cNvSpPr/>
      </dsp:nvSpPr>
      <dsp:spPr>
        <a:xfrm>
          <a:off x="376092" y="1834369"/>
          <a:ext cx="683804" cy="683804"/>
        </a:xfrm>
        <a:prstGeom prst="rect">
          <a:avLst/>
        </a:prstGeom>
        <a:blipFill>
          <a:blip xmlns:r="http://schemas.openxmlformats.org/officeDocument/2006/relationships" r:embed="rId3">
            <a:extLst>
              <a:ext uri="{28A0092B-C50C-407E-A947-70E740481C1C}">
                <a14:useLocalDpi xmlns:a14="http://schemas.microsoft.com/office/drawing/2010/main" val="0"/>
              </a:ext>
              <a:ext uri="{96DAC541-7B7A-43D3-8B79-37D633B846F1}">
                <asvg:svgBlip xmlns:asvg="http://schemas.microsoft.com/office/drawing/2016/SVG/main" r:embed="rId4"/>
              </a:ext>
            </a:extLst>
          </a:blip>
          <a:srcRect/>
          <a:stretch>
            <a:fillRect/>
          </a:stretch>
        </a:blipFill>
        <a:ln>
          <a:noFill/>
        </a:ln>
        <a:effectLst/>
      </dsp:spPr>
      <dsp:style>
        <a:lnRef idx="0">
          <a:scrgbClr r="0" g="0" b="0"/>
        </a:lnRef>
        <a:fillRef idx="3">
          <a:scrgbClr r="0" g="0" b="0"/>
        </a:fillRef>
        <a:effectRef idx="2">
          <a:scrgbClr r="0" g="0" b="0"/>
        </a:effectRef>
        <a:fontRef idx="minor">
          <a:schemeClr val="lt1"/>
        </a:fontRef>
      </dsp:style>
    </dsp:sp>
    <dsp:sp modelId="{467E01B1-CE6D-4897-90F7-A46D217BA406}">
      <dsp:nvSpPr>
        <dsp:cNvPr id="0" name=""/>
        <dsp:cNvSpPr/>
      </dsp:nvSpPr>
      <dsp:spPr>
        <a:xfrm>
          <a:off x="1435988" y="1554631"/>
          <a:ext cx="6450711" cy="1243280"/>
        </a:xfrm>
        <a:prstGeom prst="rect">
          <a:avLst/>
        </a:prstGeom>
        <a:noFill/>
        <a:ln>
          <a:noFill/>
        </a:ln>
        <a:effectLst/>
      </dsp:spPr>
      <dsp:style>
        <a:lnRef idx="0">
          <a:scrgbClr r="0" g="0" b="0"/>
        </a:lnRef>
        <a:fillRef idx="0">
          <a:scrgbClr r="0" g="0" b="0"/>
        </a:fillRef>
        <a:effectRef idx="0">
          <a:scrgbClr r="0" g="0" b="0"/>
        </a:effectRef>
        <a:fontRef idx="minor"/>
      </dsp:style>
      <dsp:txBody>
        <a:bodyPr spcFirstLastPara="0" vert="horz" wrap="square" lIns="131581" tIns="131581" rIns="131581" bIns="131581" numCol="1" spcCol="1270" anchor="ctr" anchorCtr="0">
          <a:noAutofit/>
        </a:bodyPr>
        <a:lstStyle/>
        <a:p>
          <a:pPr marL="0" lvl="0" indent="0" algn="l" defTabSz="933450">
            <a:lnSpc>
              <a:spcPct val="100000"/>
            </a:lnSpc>
            <a:spcBef>
              <a:spcPct val="0"/>
            </a:spcBef>
            <a:spcAft>
              <a:spcPct val="35000"/>
            </a:spcAft>
            <a:buNone/>
          </a:pPr>
          <a:r>
            <a:rPr lang="en-US" sz="2100" kern="1200" dirty="0"/>
            <a:t>Generative models allow us to efficiently </a:t>
          </a:r>
          <a:r>
            <a:rPr lang="en-US" sz="2100" b="1" kern="1200" dirty="0"/>
            <a:t>generate samples</a:t>
          </a:r>
          <a:r>
            <a:rPr lang="en-US" sz="2100" kern="1200" dirty="0"/>
            <a:t> from the joint distribution.</a:t>
          </a:r>
        </a:p>
      </dsp:txBody>
      <dsp:txXfrm>
        <a:off x="1435988" y="1554631"/>
        <a:ext cx="6450711" cy="1243280"/>
      </dsp:txXfrm>
    </dsp:sp>
    <dsp:sp modelId="{90FFD553-F667-404F-A32D-08C7D4D267A5}">
      <dsp:nvSpPr>
        <dsp:cNvPr id="0" name=""/>
        <dsp:cNvSpPr/>
      </dsp:nvSpPr>
      <dsp:spPr>
        <a:xfrm>
          <a:off x="0" y="3108732"/>
          <a:ext cx="7886700" cy="1243280"/>
        </a:xfrm>
        <a:prstGeom prst="roundRect">
          <a:avLst>
            <a:gd name="adj" fmla="val 10000"/>
          </a:avLst>
        </a:prstGeom>
        <a:solidFill>
          <a:schemeClr val="accent3">
            <a:tint val="40000"/>
            <a:hueOff val="0"/>
            <a:satOff val="0"/>
            <a:lumOff val="0"/>
            <a:alphaOff val="0"/>
          </a:schemeClr>
        </a:solidFill>
        <a:ln>
          <a:noFill/>
        </a:ln>
        <a:effectLst/>
      </dsp:spPr>
      <dsp:style>
        <a:lnRef idx="0">
          <a:scrgbClr r="0" g="0" b="0"/>
        </a:lnRef>
        <a:fillRef idx="1">
          <a:scrgbClr r="0" g="0" b="0"/>
        </a:fillRef>
        <a:effectRef idx="2">
          <a:scrgbClr r="0" g="0" b="0"/>
        </a:effectRef>
        <a:fontRef idx="minor"/>
      </dsp:style>
    </dsp:sp>
    <dsp:sp modelId="{36BDB621-CCD0-4AB1-A23F-A7CE9C62DDDA}">
      <dsp:nvSpPr>
        <dsp:cNvPr id="0" name=""/>
        <dsp:cNvSpPr/>
      </dsp:nvSpPr>
      <dsp:spPr>
        <a:xfrm>
          <a:off x="376092" y="3388470"/>
          <a:ext cx="683804" cy="683804"/>
        </a:xfrm>
        <a:prstGeom prst="rect">
          <a:avLst/>
        </a:prstGeom>
        <a:blipFill>
          <a:blip xmlns:r="http://schemas.openxmlformats.org/officeDocument/2006/relationships" r:embed="rId5">
            <a:extLst>
              <a:ext uri="{28A0092B-C50C-407E-A947-70E740481C1C}">
                <a14:useLocalDpi xmlns:a14="http://schemas.microsoft.com/office/drawing/2010/main" val="0"/>
              </a:ext>
              <a:ext uri="{96DAC541-7B7A-43D3-8B79-37D633B846F1}">
                <asvg:svgBlip xmlns:asvg="http://schemas.microsoft.com/office/drawing/2016/SVG/main" r:embed="rId6"/>
              </a:ext>
            </a:extLst>
          </a:blip>
          <a:stretch>
            <a:fillRect/>
          </a:stretch>
        </a:blipFill>
        <a:ln>
          <a:noFill/>
        </a:ln>
        <a:effectLst/>
      </dsp:spPr>
      <dsp:style>
        <a:lnRef idx="0">
          <a:scrgbClr r="0" g="0" b="0"/>
        </a:lnRef>
        <a:fillRef idx="3">
          <a:scrgbClr r="0" g="0" b="0"/>
        </a:fillRef>
        <a:effectRef idx="2">
          <a:scrgbClr r="0" g="0" b="0"/>
        </a:effectRef>
        <a:fontRef idx="minor">
          <a:schemeClr val="lt1"/>
        </a:fontRef>
      </dsp:style>
    </dsp:sp>
    <dsp:sp modelId="{3F04134C-F1E8-4ACC-819C-40362DCA7270}">
      <dsp:nvSpPr>
        <dsp:cNvPr id="0" name=""/>
        <dsp:cNvSpPr/>
      </dsp:nvSpPr>
      <dsp:spPr>
        <a:xfrm>
          <a:off x="1435988" y="3108732"/>
          <a:ext cx="6450711" cy="1243280"/>
        </a:xfrm>
        <a:prstGeom prst="rect">
          <a:avLst/>
        </a:prstGeom>
        <a:noFill/>
        <a:ln>
          <a:noFill/>
        </a:ln>
        <a:effectLst/>
      </dsp:spPr>
      <dsp:style>
        <a:lnRef idx="0">
          <a:scrgbClr r="0" g="0" b="0"/>
        </a:lnRef>
        <a:fillRef idx="0">
          <a:scrgbClr r="0" g="0" b="0"/>
        </a:fillRef>
        <a:effectRef idx="0">
          <a:scrgbClr r="0" g="0" b="0"/>
        </a:effectRef>
        <a:fontRef idx="minor"/>
      </dsp:style>
      <dsp:txBody>
        <a:bodyPr spcFirstLastPara="0" vert="horz" wrap="square" lIns="131581" tIns="131581" rIns="131581" bIns="131581" numCol="1" spcCol="1270" anchor="ctr" anchorCtr="0">
          <a:noAutofit/>
        </a:bodyPr>
        <a:lstStyle/>
        <a:p>
          <a:pPr marL="0" lvl="0" indent="0" algn="l" defTabSz="933450">
            <a:lnSpc>
              <a:spcPct val="100000"/>
            </a:lnSpc>
            <a:spcBef>
              <a:spcPct val="0"/>
            </a:spcBef>
            <a:spcAft>
              <a:spcPct val="35000"/>
            </a:spcAft>
            <a:buNone/>
          </a:pPr>
          <a:r>
            <a:rPr lang="en-US" sz="2100" b="1" kern="1200" dirty="0"/>
            <a:t>Idea</a:t>
          </a:r>
          <a:r>
            <a:rPr lang="en-US" sz="2100" kern="1200" dirty="0"/>
            <a:t>: Generate samples from the network to estimate joint and conditional probability distributions using </a:t>
          </a:r>
          <a:r>
            <a:rPr lang="en-US" sz="2100" b="1" kern="1200" dirty="0"/>
            <a:t>Monte Carlo simulation </a:t>
          </a:r>
          <a:r>
            <a:rPr lang="en-US" sz="2100" kern="1200" dirty="0"/>
            <a:t>methods.</a:t>
          </a:r>
        </a:p>
      </dsp:txBody>
      <dsp:txXfrm>
        <a:off x="1435988" y="3108732"/>
        <a:ext cx="6450711" cy="1243280"/>
      </dsp:txXfrm>
    </dsp:sp>
  </dsp:spTree>
</dsp:drawing>
</file>

<file path=ppt/diagrams/layout1.xml><?xml version="1.0" encoding="utf-8"?>
<dgm:layoutDef xmlns:dgm="http://schemas.openxmlformats.org/drawingml/2006/diagram" xmlns:a="http://schemas.openxmlformats.org/drawingml/2006/main" uniqueId="urn:microsoft.com/office/officeart/2005/8/layout/hProcess9">
  <dgm:title val=""/>
  <dgm:desc val=""/>
  <dgm:catLst>
    <dgm:cat type="process" pri="5000"/>
    <dgm:cat type="convert" pri="13000"/>
  </dgm:catLst>
  <dgm:sampData useDef="1">
    <dgm:dataModel>
      <dgm:ptLst/>
      <dgm:bg/>
      <dgm:whole/>
    </dgm:dataModel>
  </dgm:sampData>
  <dgm:styleData>
    <dgm:dataModel>
      <dgm:ptLst>
        <dgm:pt modelId="0" type="doc"/>
        <dgm:pt modelId="1"/>
        <dgm:pt modelId="2"/>
      </dgm:ptLst>
      <dgm:cxnLst>
        <dgm:cxn modelId="3" srcId="0" destId="1" srcOrd="0" destOrd="0"/>
        <dgm:cxn modelId="4" srcId="0" destId="2" srcOrd="1" destOrd="0"/>
      </dgm:cxnLst>
      <dgm:bg/>
      <dgm:whole/>
    </dgm:dataModel>
  </dgm:styleData>
  <dgm:clrData>
    <dgm:dataModel>
      <dgm:ptLst>
        <dgm:pt modelId="0" type="doc"/>
        <dgm:pt modelId="1"/>
        <dgm:pt modelId="2"/>
        <dgm:pt modelId="3"/>
        <dgm:pt modelId="4"/>
      </dgm:ptLst>
      <dgm:cxnLst>
        <dgm:cxn modelId="5" srcId="0" destId="1" srcOrd="0" destOrd="0"/>
        <dgm:cxn modelId="6" srcId="0" destId="2" srcOrd="1" destOrd="0"/>
        <dgm:cxn modelId="7" srcId="0" destId="3" srcOrd="2" destOrd="0"/>
        <dgm:cxn modelId="8" srcId="0" destId="4" srcOrd="3" destOrd="0"/>
      </dgm:cxnLst>
      <dgm:bg/>
      <dgm:whole/>
    </dgm:dataModel>
  </dgm:clrData>
  <dgm:layoutNode name="CompostProcess">
    <dgm:varLst>
      <dgm:dir/>
      <dgm:resizeHandles val="exact"/>
    </dgm:varLst>
    <dgm:alg type="composite">
      <dgm:param type="horzAlign" val="ctr"/>
      <dgm:param type="vertAlign" val="mid"/>
    </dgm:alg>
    <dgm:shape xmlns:r="http://schemas.openxmlformats.org/officeDocument/2006/relationships" r:blip="">
      <dgm:adjLst/>
    </dgm:shape>
    <dgm:presOf/>
    <dgm:constrLst>
      <dgm:constr type="w" for="ch" forName="arrow" refType="w" fact="0.85"/>
      <dgm:constr type="h" for="ch" forName="arrow" refType="h"/>
      <dgm:constr type="ctrX" for="ch" forName="arrow" refType="w" fact="0.5"/>
      <dgm:constr type="ctrY" for="ch" forName="arrow" refType="h" fact="0.5"/>
      <dgm:constr type="w" for="ch" forName="linearProcess" refType="w"/>
      <dgm:constr type="h" for="ch" forName="linearProcess" refType="h" fact="0.4"/>
      <dgm:constr type="ctrX" for="ch" forName="linearProcess" refType="w" fact="0.5"/>
      <dgm:constr type="ctrY" for="ch" forName="linearProcess" refType="h" fact="0.5"/>
    </dgm:constrLst>
    <dgm:ruleLst/>
    <dgm:layoutNode name="arrow" styleLbl="bgShp">
      <dgm:alg type="sp"/>
      <dgm:choose name="Name0">
        <dgm:if name="Name1" func="var" arg="dir" op="equ" val="norm">
          <dgm:shape xmlns:r="http://schemas.openxmlformats.org/officeDocument/2006/relationships" type="rightArrow" r:blip="">
            <dgm:adjLst/>
          </dgm:shape>
        </dgm:if>
        <dgm:else name="Name2">
          <dgm:shape xmlns:r="http://schemas.openxmlformats.org/officeDocument/2006/relationships" type="leftArrow" r:blip="">
            <dgm:adjLst/>
          </dgm:shape>
        </dgm:else>
      </dgm:choose>
      <dgm:presOf/>
      <dgm:constrLst/>
      <dgm:ruleLst/>
    </dgm:layoutNode>
    <dgm:layoutNode name="linearProcess">
      <dgm:choose name="Name3">
        <dgm:if name="Name4" func="var" arg="dir" op="equ" val="norm">
          <dgm:alg type="lin"/>
        </dgm:if>
        <dgm:else name="Name5">
          <dgm:alg type="lin">
            <dgm:param type="linDir" val="fromR"/>
          </dgm:alg>
        </dgm:else>
      </dgm:choose>
      <dgm:shape xmlns:r="http://schemas.openxmlformats.org/officeDocument/2006/relationships" r:blip="">
        <dgm:adjLst/>
      </dgm:shape>
      <dgm:presOf/>
      <dgm:constrLst>
        <dgm:constr type="userA" for="ch" ptType="node" refType="w"/>
        <dgm:constr type="h" for="ch" ptType="node" refType="h"/>
        <dgm:constr type="w" for="ch" ptType="node" op="equ"/>
        <dgm:constr type="w" for="ch" forName="sibTrans" refType="w" fact="0.05"/>
        <dgm:constr type="primFontSz" for="ch" ptType="node" op="equ" val="65"/>
      </dgm:constrLst>
      <dgm:ruleLst/>
      <dgm:forEach name="Name6" axis="ch" ptType="node">
        <dgm:layoutNode name="textNode" styleLbl="node1">
          <dgm:varLst>
            <dgm:bulletEnabled val="1"/>
          </dgm:varLst>
          <dgm:alg type="tx"/>
          <dgm:shape xmlns:r="http://schemas.openxmlformats.org/officeDocument/2006/relationships" type="roundRect" r:blip="">
            <dgm:adjLst/>
          </dgm:shape>
          <dgm:presOf axis="desOrSelf" ptType="node"/>
          <dgm:constrLst>
            <dgm:constr type="userA"/>
            <dgm:constr type="w" refType="userA" fact="0.3"/>
            <dgm:constr type="tMarg" refType="primFontSz" fact="0.3"/>
            <dgm:constr type="bMarg" refType="primFontSz" fact="0.3"/>
            <dgm:constr type="lMarg" refType="primFontSz" fact="0.3"/>
            <dgm:constr type="rMarg" refType="primFontSz" fact="0.3"/>
          </dgm:constrLst>
          <dgm:ruleLst>
            <dgm:rule type="w" val="NaN" fact="1" max="NaN"/>
            <dgm:rule type="primFontSz" val="5" fact="NaN" max="NaN"/>
          </dgm:ruleLst>
        </dgm:layoutNode>
        <dgm:forEach name="Name7" axis="followSib" ptType="sibTrans" cnt="1">
          <dgm:layoutNode name="sibTrans">
            <dgm:alg type="sp"/>
            <dgm:shape xmlns:r="http://schemas.openxmlformats.org/officeDocument/2006/relationships" r:blip="">
              <dgm:adjLst/>
            </dgm:shape>
            <dgm:presOf/>
            <dgm:constrLst/>
            <dgm:ruleLst/>
          </dgm:layoutNode>
        </dgm:forEach>
      </dgm:forEach>
    </dgm:layoutNode>
  </dgm:layoutNode>
</dgm:layoutDef>
</file>

<file path=ppt/diagrams/layout2.xml><?xml version="1.0" encoding="utf-8"?>
<dgm:layoutDef xmlns:dgm="http://schemas.openxmlformats.org/drawingml/2006/diagram" xmlns:a="http://schemas.openxmlformats.org/drawingml/2006/main" uniqueId="urn:microsoft.com/office/officeart/2018/2/layout/IconVerticalSolidList">
  <dgm:title val="Icon Vertical Solid List"/>
  <dgm:desc val="Use to show a series of visuals from top to bottom with Level 1 or Level 1 and Level 2 text grouped in a shape. Works best with icons or small pictures with lengthier descriptions."/>
  <dgm:catLst>
    <dgm:cat type="icon" pri="500"/>
  </dgm:catLst>
  <dgm:sampData useDef="1">
    <dgm:dataModel>
      <dgm:ptLst/>
      <dgm:bg/>
      <dgm:whole/>
    </dgm:dataModel>
  </dgm:sampData>
  <dgm:styleData useDef="1">
    <dgm:dataModel>
      <dgm:ptLst/>
      <dgm:bg/>
      <dgm:whole/>
    </dgm:dataModel>
  </dgm:styleData>
  <dgm:clrData useDef="1">
    <dgm:dataModel>
      <dgm:ptLst/>
      <dgm:bg/>
      <dgm:whole/>
    </dgm:dataModel>
  </dgm:clrData>
  <dgm:layoutNode name="root">
    <dgm:varLst>
      <dgm:dir/>
      <dgm:resizeHandles val="exact"/>
    </dgm:varLst>
    <dgm:choose name="Name0">
      <dgm:if name="Name1" axis="self" func="var" arg="dir" op="equ" val="norm">
        <dgm:alg type="lin">
          <dgm:param type="linDir" val="fromT"/>
          <dgm:param type="nodeHorzAlign" val="l"/>
        </dgm:alg>
      </dgm:if>
      <dgm:else name="Name2">
        <dgm:alg type="lin">
          <dgm:param type="linDir" val="fromT"/>
          <dgm:param type="nodeHorzAlign" val="r"/>
        </dgm:alg>
      </dgm:else>
    </dgm:choose>
    <dgm:shape xmlns:r="http://schemas.openxmlformats.org/officeDocument/2006/relationships" r:blip="">
      <dgm:adjLst/>
    </dgm:shape>
    <dgm:presOf/>
    <dgm:choose name="Name3">
      <dgm:if name="Name4" axis="ch" ptType="node" func="cnt" op="lte" val="3">
        <dgm:constrLst>
          <dgm:constr type="h" for="ch" forName="compNode" refType="h" fact="0.3"/>
          <dgm:constr type="w" for="ch" forName="compNode" refType="w"/>
          <dgm:constr type="h" for="ch" forName="sibTrans" refType="h" refFor="ch" refForName="compNode" fact="0.25"/>
          <dgm:constr type="primFontSz" for="des" forName="parTx" val="25"/>
          <dgm:constr type="primFontSz" for="des" forName="desTx" refType="primFontSz" refFor="des" refForName="parTx" op="lte" fact="0.75"/>
          <dgm:constr type="h" for="des" forName="compNode" op="equ"/>
          <dgm:constr type="h" for="des" forName="bgRect" op="equ"/>
          <dgm:constr type="h" for="des" forName="iconRect" op="equ"/>
          <dgm:constr type="w" for="des" forName="iconRect" op="equ"/>
          <dgm:constr type="h" for="des" forName="spaceRect" op="equ"/>
          <dgm:constr type="h" for="des" forName="parTx" op="equ"/>
          <dgm:constr type="h" for="des" forName="desTx" op="equ"/>
        </dgm:constrLst>
      </dgm:if>
      <dgm:if name="Name5" axis="ch" ptType="node" func="cnt" op="lte" val="4">
        <dgm:constrLst>
          <dgm:constr type="h" for="ch" forName="compNode" refType="h" fact="0.3"/>
          <dgm:constr type="w" for="ch" forName="compNode" refType="w"/>
          <dgm:constr type="h" for="ch" forName="sibTrans" refType="h" refFor="ch" refForName="compNode" fact="0.25"/>
          <dgm:constr type="primFontSz" for="des" forName="parTx" val="22"/>
          <dgm:constr type="primFontSz" for="des" forName="desTx" refType="primFontSz" refFor="des" refForName="parTx" op="lte" fact="0.75"/>
          <dgm:constr type="h" for="des" forName="compNode" op="equ"/>
          <dgm:constr type="h" for="des" forName="bgRect" op="equ"/>
          <dgm:constr type="h" for="des" forName="iconRect" op="equ"/>
          <dgm:constr type="w" for="des" forName="iconRect" op="equ"/>
          <dgm:constr type="h" for="des" forName="spaceRect" op="equ"/>
          <dgm:constr type="h" for="des" forName="parTx" op="equ"/>
          <dgm:constr type="h" for="des" forName="desTx" op="equ"/>
        </dgm:constrLst>
      </dgm:if>
      <dgm:if name="Name6" axis="ch" ptType="node" func="cnt" op="lte" val="6">
        <dgm:constrLst>
          <dgm:constr type="h" for="ch" forName="compNode" refType="h" fact="0.3"/>
          <dgm:constr type="w" for="ch" forName="compNode" refType="w"/>
          <dgm:constr type="h" for="ch" forName="sibTrans" refType="h" refFor="ch" refForName="compNode" fact="0.25"/>
          <dgm:constr type="primFontSz" for="des" forName="parTx" val="19"/>
          <dgm:constr type="primFontSz" for="des" forName="desTx" refType="primFontSz" refFor="des" refForName="parTx" op="lte" fact="0.75"/>
          <dgm:constr type="h" for="des" forName="compNode" op="equ"/>
          <dgm:constr type="h" for="des" forName="bgRect" op="equ"/>
          <dgm:constr type="h" for="des" forName="iconRect" op="equ"/>
          <dgm:constr type="w" for="des" forName="iconRect" op="equ"/>
          <dgm:constr type="h" for="des" forName="spaceRect" op="equ"/>
          <dgm:constr type="h" for="des" forName="parTx" op="equ"/>
          <dgm:constr type="h" for="des" forName="desTx" op="equ"/>
        </dgm:constrLst>
      </dgm:if>
      <dgm:else name="Name7">
        <dgm:constrLst>
          <dgm:constr type="h" for="ch" forName="compNode" refType="h" fact="0.3"/>
          <dgm:constr type="w" for="ch" forName="compNode" refType="w"/>
          <dgm:constr type="h" for="ch" forName="sibTrans" refType="h" refFor="ch" refForName="compNode" fact="0.25"/>
          <dgm:constr type="primFontSz" for="des" forName="parTx" val="16"/>
          <dgm:constr type="primFontSz" for="des" forName="desTx" refType="primFontSz" refFor="des" refForName="parTx" op="lte" fact="0.75"/>
          <dgm:constr type="h" for="des" forName="compNode" op="equ"/>
          <dgm:constr type="h" for="des" forName="bgRect" op="equ"/>
          <dgm:constr type="h" for="des" forName="iconRect" op="equ"/>
          <dgm:constr type="w" for="des" forName="iconRect" op="equ"/>
          <dgm:constr type="h" for="des" forName="spaceRect" op="equ"/>
          <dgm:constr type="h" for="des" forName="parTx" op="equ"/>
          <dgm:constr type="h" for="des" forName="desTx" op="equ"/>
        </dgm:constrLst>
      </dgm:else>
    </dgm:choose>
    <dgm:ruleLst>
      <dgm:rule type="h" for="ch" forName="compNode" val="0" fact="NaN" max="NaN"/>
    </dgm:ruleLst>
    <dgm:forEach name="Name8" axis="ch" ptType="node">
      <dgm:layoutNode name="compNode">
        <dgm:alg type="composite"/>
        <dgm:shape xmlns:r="http://schemas.openxmlformats.org/officeDocument/2006/relationships" r:blip="">
          <dgm:adjLst/>
        </dgm:shape>
        <dgm:presOf axis="self"/>
        <dgm:choose name="Name9">
          <dgm:if name="Name10" axis="ch" ptType="node" func="cnt" op="gte" val="1">
            <dgm:constrLst>
              <dgm:constr type="w" for="ch" forName="bgRect" refType="w"/>
              <dgm:constr type="h" for="ch" forName="bgRect" refType="h"/>
              <dgm:constr type="l" for="ch" forName="bgRect"/>
              <dgm:constr type="t" for="ch" forName="bgRect"/>
              <dgm:constr type="h" for="ch" forName="iconRect" refType="h" fact="0.55"/>
              <dgm:constr type="w" for="ch" forName="iconRect" refType="h" refFor="ch" refForName="iconRect"/>
              <dgm:constr type="l" for="ch" forName="iconRect" refType="h" refFor="ch" refForName="iconRect" fact="0.55"/>
              <dgm:constr type="ctrY" for="ch" forName="iconRect" refType="ctrY" refFor="ch" refForName="bgRect"/>
              <dgm:constr type="w" for="ch" forName="spaceRect" refType="l" refFor="ch" refForName="iconRect"/>
              <dgm:constr type="h" for="ch" forName="spaceRect" refType="h"/>
              <dgm:constr type="l" for="ch" forName="spaceRect" refType="r" refFor="ch" refForName="iconRect"/>
              <dgm:constr type="t" for="ch" forName="spaceRect"/>
              <dgm:constr type="w" for="ch" forName="parTx" refType="w" fact="0.45"/>
              <dgm:constr type="h" for="ch" forName="parTx" refType="h"/>
              <dgm:constr type="l" for="ch" forName="parTx" refType="r" refFor="ch" refForName="spaceRect"/>
              <dgm:constr type="t" for="ch" forName="parTx"/>
              <dgm:constr type="h" for="ch" forName="desTx" refType="h"/>
              <dgm:constr type="l" for="ch" forName="desTx" refType="r" refFor="ch" refForName="parTx"/>
              <dgm:constr type="t" for="ch" forName="desTx"/>
            </dgm:constrLst>
          </dgm:if>
          <dgm:else name="Name11">
            <dgm:constrLst>
              <dgm:constr type="w" for="ch" forName="bgRect" refType="w"/>
              <dgm:constr type="h" for="ch" forName="bgRect" refType="h"/>
              <dgm:constr type="l" for="ch" forName="bgRect"/>
              <dgm:constr type="t" for="ch" forName="bgRect"/>
              <dgm:constr type="h" for="ch" forName="iconRect" refType="h" fact="0.55"/>
              <dgm:constr type="w" for="ch" forName="iconRect" refType="h" refFor="ch" refForName="iconRect"/>
              <dgm:constr type="l" for="ch" forName="iconRect" refType="h" refFor="ch" refForName="iconRect" fact="0.55"/>
              <dgm:constr type="ctrY" for="ch" forName="iconRect" refType="ctrY" refFor="ch" refForName="bgRect"/>
              <dgm:constr type="w" for="ch" forName="spaceRect" refType="l" refFor="ch" refForName="iconRect"/>
              <dgm:constr type="h" for="ch" forName="spaceRect" refType="h"/>
              <dgm:constr type="l" for="ch" forName="spaceRect" refType="r" refFor="ch" refForName="iconRect"/>
              <dgm:constr type="t" for="ch" forName="spaceRect"/>
              <dgm:constr type="h" for="ch" forName="parTx" refType="h"/>
              <dgm:constr type="l" for="ch" forName="parTx" refType="r" refFor="ch" refForName="spaceRect"/>
              <dgm:constr type="t" for="ch" forName="parTx"/>
            </dgm:constrLst>
          </dgm:else>
        </dgm:choose>
        <dgm:ruleLst>
          <dgm:rule type="h" val="INF" fact="NaN" max="NaN"/>
        </dgm:ruleLst>
        <dgm:layoutNode name="bgRect" styleLbl="bgShp">
          <dgm:alg type="sp"/>
          <dgm:shape xmlns:r="http://schemas.openxmlformats.org/officeDocument/2006/relationships" type="roundRect" r:blip="">
            <dgm:adjLst>
              <dgm:adj idx="1" val="0.1"/>
            </dgm:adjLst>
          </dgm:shape>
          <dgm:presOf/>
          <dgm:constrLst/>
          <dgm:ruleLst/>
        </dgm:layoutNode>
        <dgm:layoutNode name="iconRect" styleLbl="node1">
          <dgm:alg type="sp"/>
          <dgm:shape xmlns:r="http://schemas.openxmlformats.org/officeDocument/2006/relationships" type="rect" r:blip="" blipPhldr="1">
            <dgm:adjLst/>
          </dgm:shape>
          <dgm:presOf/>
          <dgm:constrLst/>
          <dgm:ruleLst/>
        </dgm:layoutNode>
        <dgm:layoutNode name="spaceRect">
          <dgm:alg type="sp"/>
          <dgm:shape xmlns:r="http://schemas.openxmlformats.org/officeDocument/2006/relationships" r:blip="">
            <dgm:adjLst/>
          </dgm:shape>
          <dgm:presOf/>
          <dgm:constrLst/>
          <dgm:ruleLst/>
        </dgm:layoutNode>
        <dgm:layoutNode name="parTx" styleLbl="revTx">
          <dgm:varLst>
            <dgm:chMax val="0"/>
            <dgm:chPref val="0"/>
          </dgm:varLst>
          <dgm:alg type="tx">
            <dgm:param type="txAnchorVert" val="mid"/>
            <dgm:param type="parTxLTRAlign" val="l"/>
            <dgm:param type="shpTxLTRAlignCh" val="l"/>
            <dgm:param type="parTxRTLAlign" val="r"/>
            <dgm:param type="shpTxRTLAlignCh" val="r"/>
          </dgm:alg>
          <dgm:shape xmlns:r="http://schemas.openxmlformats.org/officeDocument/2006/relationships" type="rect" r:blip="">
            <dgm:adjLst/>
          </dgm:shape>
          <dgm:presOf axis="self" ptType="node"/>
          <dgm:constrLst>
            <dgm:constr type="lMarg" refType="h" fact="0.3"/>
            <dgm:constr type="rMarg" refType="h" fact="0.3"/>
            <dgm:constr type="tMarg" refType="h" fact="0.3"/>
            <dgm:constr type="bMarg" refType="h" fact="0.3"/>
          </dgm:constrLst>
          <dgm:ruleLst>
            <dgm:rule type="primFontSz" val="14" fact="NaN" max="NaN"/>
            <dgm:rule type="h" val="INF" fact="NaN" max="NaN"/>
          </dgm:ruleLst>
        </dgm:layoutNode>
        <dgm:choose name="Name12">
          <dgm:if name="Name13" axis="ch" ptType="node" func="cnt" op="gte" val="1">
            <dgm:layoutNode name="desTx" styleLbl="revTx">
              <dgm:varLst/>
              <dgm:alg type="tx">
                <dgm:param type="txAnchorVertCh" val="mid"/>
                <dgm:param type="parTxLTRAlign" val="l"/>
                <dgm:param type="shpTxLTRAlignCh" val="l"/>
                <dgm:param type="parTxRTLAlign" val="r"/>
                <dgm:param type="shpTxRTLAlignCh" val="r"/>
                <dgm:param type="stBulletLvl" val="0"/>
              </dgm:alg>
              <dgm:shape xmlns:r="http://schemas.openxmlformats.org/officeDocument/2006/relationships" type="rect" r:blip="">
                <dgm:adjLst/>
              </dgm:shape>
              <dgm:presOf axis="des" ptType="node"/>
              <dgm:constrLst>
                <dgm:constr type="primFontSz" val="18"/>
                <dgm:constr type="secFontSz" refType="primFontSz"/>
                <dgm:constr type="lMarg" refType="h" fact="0.3"/>
                <dgm:constr type="rMarg" refType="h" fact="0.3"/>
                <dgm:constr type="tMarg" refType="h" fact="0.3"/>
                <dgm:constr type="bMarg" refType="h" fact="0.3"/>
              </dgm:constrLst>
              <dgm:ruleLst>
                <dgm:rule type="primFontSz" val="11" fact="NaN" max="NaN"/>
              </dgm:ruleLst>
            </dgm:layoutNode>
          </dgm:if>
          <dgm:else name="Name14"/>
        </dgm:choose>
      </dgm:layoutNode>
      <dgm:forEach name="Name15" axis="followSib" ptType="sibTrans" cnt="1">
        <dgm:layoutNode name="sibTrans">
          <dgm:alg type="sp"/>
          <dgm:shape xmlns:r="http://schemas.openxmlformats.org/officeDocument/2006/relationships" r:blip="">
            <dgm:adjLst/>
          </dgm:shape>
          <dgm:presOf axis="self"/>
          <dgm:constrLst/>
          <dgm:ruleLst/>
        </dgm:layoutNode>
      </dgm:forEach>
    </dgm:forEach>
  </dgm:layoutNode>
  <dgm:extLst>
    <a:ext uri="{68A01E43-0DF5-4B5B-8FA6-DAF915123BFB}">
      <dgm1612:lstStyle xmlns:dgm1612="http://schemas.microsoft.com/office/drawing/2016/12/diagram">
        <a:lvl1pPr>
          <a:lnSpc>
            <a:spcPct val="100000"/>
          </a:lnSpc>
        </a:lvl1pPr>
        <a:lvl2pPr>
          <a:lnSpc>
            <a:spcPct val="100000"/>
          </a:lnSpc>
        </a:lvl2pPr>
      </dgm1612:lstStyle>
    </a:ext>
  </dgm:extLst>
</dgm:layoutDef>
</file>

<file path=ppt/diagrams/layout3.xml><?xml version="1.0" encoding="utf-8"?>
<dgm:layoutDef xmlns:dgm="http://schemas.openxmlformats.org/drawingml/2006/diagram" xmlns:a="http://schemas.openxmlformats.org/drawingml/2006/main" uniqueId="urn:microsoft.com/office/officeart/2018/2/layout/IconVerticalSolidList">
  <dgm:title val="Icon Vertical Solid List"/>
  <dgm:desc val="Use to show a series of visuals from top to bottom with Level 1 or Level 1 and Level 2 text grouped in a shape. Works best with icons or small pictures with lengthier descriptions."/>
  <dgm:catLst>
    <dgm:cat type="icon" pri="500"/>
  </dgm:catLst>
  <dgm:sampData useDef="1">
    <dgm:dataModel>
      <dgm:ptLst/>
      <dgm:bg/>
      <dgm:whole/>
    </dgm:dataModel>
  </dgm:sampData>
  <dgm:styleData useDef="1">
    <dgm:dataModel>
      <dgm:ptLst/>
      <dgm:bg/>
      <dgm:whole/>
    </dgm:dataModel>
  </dgm:styleData>
  <dgm:clrData useDef="1">
    <dgm:dataModel>
      <dgm:ptLst/>
      <dgm:bg/>
      <dgm:whole/>
    </dgm:dataModel>
  </dgm:clrData>
  <dgm:layoutNode name="root">
    <dgm:varLst>
      <dgm:dir/>
      <dgm:resizeHandles val="exact"/>
    </dgm:varLst>
    <dgm:choose name="Name0">
      <dgm:if name="Name1" axis="self" func="var" arg="dir" op="equ" val="norm">
        <dgm:alg type="lin">
          <dgm:param type="linDir" val="fromT"/>
          <dgm:param type="nodeHorzAlign" val="l"/>
        </dgm:alg>
      </dgm:if>
      <dgm:else name="Name2">
        <dgm:alg type="lin">
          <dgm:param type="linDir" val="fromT"/>
          <dgm:param type="nodeHorzAlign" val="r"/>
        </dgm:alg>
      </dgm:else>
    </dgm:choose>
    <dgm:shape xmlns:r="http://schemas.openxmlformats.org/officeDocument/2006/relationships" r:blip="">
      <dgm:adjLst/>
    </dgm:shape>
    <dgm:presOf/>
    <dgm:choose name="Name3">
      <dgm:if name="Name4" axis="ch" ptType="node" func="cnt" op="lte" val="3">
        <dgm:constrLst>
          <dgm:constr type="h" for="ch" forName="compNode" refType="h" fact="0.3"/>
          <dgm:constr type="w" for="ch" forName="compNode" refType="w"/>
          <dgm:constr type="h" for="ch" forName="sibTrans" refType="h" refFor="ch" refForName="compNode" fact="0.25"/>
          <dgm:constr type="primFontSz" for="des" forName="parTx" val="25"/>
          <dgm:constr type="primFontSz" for="des" forName="desTx" refType="primFontSz" refFor="des" refForName="parTx" op="lte" fact="0.75"/>
          <dgm:constr type="h" for="des" forName="compNode" op="equ"/>
          <dgm:constr type="h" for="des" forName="bgRect" op="equ"/>
          <dgm:constr type="h" for="des" forName="iconRect" op="equ"/>
          <dgm:constr type="w" for="des" forName="iconRect" op="equ"/>
          <dgm:constr type="h" for="des" forName="spaceRect" op="equ"/>
          <dgm:constr type="h" for="des" forName="parTx" op="equ"/>
          <dgm:constr type="h" for="des" forName="desTx" op="equ"/>
        </dgm:constrLst>
      </dgm:if>
      <dgm:if name="Name5" axis="ch" ptType="node" func="cnt" op="lte" val="4">
        <dgm:constrLst>
          <dgm:constr type="h" for="ch" forName="compNode" refType="h" fact="0.3"/>
          <dgm:constr type="w" for="ch" forName="compNode" refType="w"/>
          <dgm:constr type="h" for="ch" forName="sibTrans" refType="h" refFor="ch" refForName="compNode" fact="0.25"/>
          <dgm:constr type="primFontSz" for="des" forName="parTx" val="22"/>
          <dgm:constr type="primFontSz" for="des" forName="desTx" refType="primFontSz" refFor="des" refForName="parTx" op="lte" fact="0.75"/>
          <dgm:constr type="h" for="des" forName="compNode" op="equ"/>
          <dgm:constr type="h" for="des" forName="bgRect" op="equ"/>
          <dgm:constr type="h" for="des" forName="iconRect" op="equ"/>
          <dgm:constr type="w" for="des" forName="iconRect" op="equ"/>
          <dgm:constr type="h" for="des" forName="spaceRect" op="equ"/>
          <dgm:constr type="h" for="des" forName="parTx" op="equ"/>
          <dgm:constr type="h" for="des" forName="desTx" op="equ"/>
        </dgm:constrLst>
      </dgm:if>
      <dgm:if name="Name6" axis="ch" ptType="node" func="cnt" op="lte" val="6">
        <dgm:constrLst>
          <dgm:constr type="h" for="ch" forName="compNode" refType="h" fact="0.3"/>
          <dgm:constr type="w" for="ch" forName="compNode" refType="w"/>
          <dgm:constr type="h" for="ch" forName="sibTrans" refType="h" refFor="ch" refForName="compNode" fact="0.25"/>
          <dgm:constr type="primFontSz" for="des" forName="parTx" val="19"/>
          <dgm:constr type="primFontSz" for="des" forName="desTx" refType="primFontSz" refFor="des" refForName="parTx" op="lte" fact="0.75"/>
          <dgm:constr type="h" for="des" forName="compNode" op="equ"/>
          <dgm:constr type="h" for="des" forName="bgRect" op="equ"/>
          <dgm:constr type="h" for="des" forName="iconRect" op="equ"/>
          <dgm:constr type="w" for="des" forName="iconRect" op="equ"/>
          <dgm:constr type="h" for="des" forName="spaceRect" op="equ"/>
          <dgm:constr type="h" for="des" forName="parTx" op="equ"/>
          <dgm:constr type="h" for="des" forName="desTx" op="equ"/>
        </dgm:constrLst>
      </dgm:if>
      <dgm:else name="Name7">
        <dgm:constrLst>
          <dgm:constr type="h" for="ch" forName="compNode" refType="h" fact="0.3"/>
          <dgm:constr type="w" for="ch" forName="compNode" refType="w"/>
          <dgm:constr type="h" for="ch" forName="sibTrans" refType="h" refFor="ch" refForName="compNode" fact="0.25"/>
          <dgm:constr type="primFontSz" for="des" forName="parTx" val="16"/>
          <dgm:constr type="primFontSz" for="des" forName="desTx" refType="primFontSz" refFor="des" refForName="parTx" op="lte" fact="0.75"/>
          <dgm:constr type="h" for="des" forName="compNode" op="equ"/>
          <dgm:constr type="h" for="des" forName="bgRect" op="equ"/>
          <dgm:constr type="h" for="des" forName="iconRect" op="equ"/>
          <dgm:constr type="w" for="des" forName="iconRect" op="equ"/>
          <dgm:constr type="h" for="des" forName="spaceRect" op="equ"/>
          <dgm:constr type="h" for="des" forName="parTx" op="equ"/>
          <dgm:constr type="h" for="des" forName="desTx" op="equ"/>
        </dgm:constrLst>
      </dgm:else>
    </dgm:choose>
    <dgm:ruleLst>
      <dgm:rule type="h" for="ch" forName="compNode" val="0" fact="NaN" max="NaN"/>
    </dgm:ruleLst>
    <dgm:forEach name="Name8" axis="ch" ptType="node">
      <dgm:layoutNode name="compNode">
        <dgm:alg type="composite"/>
        <dgm:shape xmlns:r="http://schemas.openxmlformats.org/officeDocument/2006/relationships" r:blip="">
          <dgm:adjLst/>
        </dgm:shape>
        <dgm:presOf axis="self"/>
        <dgm:choose name="Name9">
          <dgm:if name="Name10" axis="ch" ptType="node" func="cnt" op="gte" val="1">
            <dgm:constrLst>
              <dgm:constr type="w" for="ch" forName="bgRect" refType="w"/>
              <dgm:constr type="h" for="ch" forName="bgRect" refType="h"/>
              <dgm:constr type="l" for="ch" forName="bgRect"/>
              <dgm:constr type="t" for="ch" forName="bgRect"/>
              <dgm:constr type="h" for="ch" forName="iconRect" refType="h" fact="0.55"/>
              <dgm:constr type="w" for="ch" forName="iconRect" refType="h" refFor="ch" refForName="iconRect"/>
              <dgm:constr type="l" for="ch" forName="iconRect" refType="h" refFor="ch" refForName="iconRect" fact="0.55"/>
              <dgm:constr type="ctrY" for="ch" forName="iconRect" refType="ctrY" refFor="ch" refForName="bgRect"/>
              <dgm:constr type="w" for="ch" forName="spaceRect" refType="l" refFor="ch" refForName="iconRect"/>
              <dgm:constr type="h" for="ch" forName="spaceRect" refType="h"/>
              <dgm:constr type="l" for="ch" forName="spaceRect" refType="r" refFor="ch" refForName="iconRect"/>
              <dgm:constr type="t" for="ch" forName="spaceRect"/>
              <dgm:constr type="w" for="ch" forName="parTx" refType="w" fact="0.45"/>
              <dgm:constr type="h" for="ch" forName="parTx" refType="h"/>
              <dgm:constr type="l" for="ch" forName="parTx" refType="r" refFor="ch" refForName="spaceRect"/>
              <dgm:constr type="t" for="ch" forName="parTx"/>
              <dgm:constr type="h" for="ch" forName="desTx" refType="h"/>
              <dgm:constr type="l" for="ch" forName="desTx" refType="r" refFor="ch" refForName="parTx"/>
              <dgm:constr type="t" for="ch" forName="desTx"/>
            </dgm:constrLst>
          </dgm:if>
          <dgm:else name="Name11">
            <dgm:constrLst>
              <dgm:constr type="w" for="ch" forName="bgRect" refType="w"/>
              <dgm:constr type="h" for="ch" forName="bgRect" refType="h"/>
              <dgm:constr type="l" for="ch" forName="bgRect"/>
              <dgm:constr type="t" for="ch" forName="bgRect"/>
              <dgm:constr type="h" for="ch" forName="iconRect" refType="h" fact="0.55"/>
              <dgm:constr type="w" for="ch" forName="iconRect" refType="h" refFor="ch" refForName="iconRect"/>
              <dgm:constr type="l" for="ch" forName="iconRect" refType="h" refFor="ch" refForName="iconRect" fact="0.55"/>
              <dgm:constr type="ctrY" for="ch" forName="iconRect" refType="ctrY" refFor="ch" refForName="bgRect"/>
              <dgm:constr type="w" for="ch" forName="spaceRect" refType="l" refFor="ch" refForName="iconRect"/>
              <dgm:constr type="h" for="ch" forName="spaceRect" refType="h"/>
              <dgm:constr type="l" for="ch" forName="spaceRect" refType="r" refFor="ch" refForName="iconRect"/>
              <dgm:constr type="t" for="ch" forName="spaceRect"/>
              <dgm:constr type="h" for="ch" forName="parTx" refType="h"/>
              <dgm:constr type="l" for="ch" forName="parTx" refType="r" refFor="ch" refForName="spaceRect"/>
              <dgm:constr type="t" for="ch" forName="parTx"/>
            </dgm:constrLst>
          </dgm:else>
        </dgm:choose>
        <dgm:ruleLst>
          <dgm:rule type="h" val="INF" fact="NaN" max="NaN"/>
        </dgm:ruleLst>
        <dgm:layoutNode name="bgRect" styleLbl="bgShp">
          <dgm:alg type="sp"/>
          <dgm:shape xmlns:r="http://schemas.openxmlformats.org/officeDocument/2006/relationships" type="roundRect" r:blip="">
            <dgm:adjLst>
              <dgm:adj idx="1" val="0.1"/>
            </dgm:adjLst>
          </dgm:shape>
          <dgm:presOf/>
          <dgm:constrLst/>
          <dgm:ruleLst/>
        </dgm:layoutNode>
        <dgm:layoutNode name="iconRect" styleLbl="node1">
          <dgm:alg type="sp"/>
          <dgm:shape xmlns:r="http://schemas.openxmlformats.org/officeDocument/2006/relationships" type="rect" r:blip="" blipPhldr="1">
            <dgm:adjLst/>
          </dgm:shape>
          <dgm:presOf/>
          <dgm:constrLst/>
          <dgm:ruleLst/>
        </dgm:layoutNode>
        <dgm:layoutNode name="spaceRect">
          <dgm:alg type="sp"/>
          <dgm:shape xmlns:r="http://schemas.openxmlformats.org/officeDocument/2006/relationships" r:blip="">
            <dgm:adjLst/>
          </dgm:shape>
          <dgm:presOf/>
          <dgm:constrLst/>
          <dgm:ruleLst/>
        </dgm:layoutNode>
        <dgm:layoutNode name="parTx" styleLbl="revTx">
          <dgm:varLst>
            <dgm:chMax val="0"/>
            <dgm:chPref val="0"/>
          </dgm:varLst>
          <dgm:alg type="tx">
            <dgm:param type="txAnchorVert" val="mid"/>
            <dgm:param type="parTxLTRAlign" val="l"/>
            <dgm:param type="shpTxLTRAlignCh" val="l"/>
            <dgm:param type="parTxRTLAlign" val="r"/>
            <dgm:param type="shpTxRTLAlignCh" val="r"/>
          </dgm:alg>
          <dgm:shape xmlns:r="http://schemas.openxmlformats.org/officeDocument/2006/relationships" type="rect" r:blip="">
            <dgm:adjLst/>
          </dgm:shape>
          <dgm:presOf axis="self" ptType="node"/>
          <dgm:constrLst>
            <dgm:constr type="lMarg" refType="h" fact="0.3"/>
            <dgm:constr type="rMarg" refType="h" fact="0.3"/>
            <dgm:constr type="tMarg" refType="h" fact="0.3"/>
            <dgm:constr type="bMarg" refType="h" fact="0.3"/>
          </dgm:constrLst>
          <dgm:ruleLst>
            <dgm:rule type="primFontSz" val="14" fact="NaN" max="NaN"/>
            <dgm:rule type="h" val="INF" fact="NaN" max="NaN"/>
          </dgm:ruleLst>
        </dgm:layoutNode>
        <dgm:choose name="Name12">
          <dgm:if name="Name13" axis="ch" ptType="node" func="cnt" op="gte" val="1">
            <dgm:layoutNode name="desTx" styleLbl="revTx">
              <dgm:varLst/>
              <dgm:alg type="tx">
                <dgm:param type="txAnchorVertCh" val="mid"/>
                <dgm:param type="parTxLTRAlign" val="l"/>
                <dgm:param type="shpTxLTRAlignCh" val="l"/>
                <dgm:param type="parTxRTLAlign" val="r"/>
                <dgm:param type="shpTxRTLAlignCh" val="r"/>
                <dgm:param type="stBulletLvl" val="0"/>
              </dgm:alg>
              <dgm:shape xmlns:r="http://schemas.openxmlformats.org/officeDocument/2006/relationships" type="rect" r:blip="">
                <dgm:adjLst/>
              </dgm:shape>
              <dgm:presOf axis="des" ptType="node"/>
              <dgm:constrLst>
                <dgm:constr type="primFontSz" val="18"/>
                <dgm:constr type="secFontSz" refType="primFontSz"/>
                <dgm:constr type="lMarg" refType="h" fact="0.3"/>
                <dgm:constr type="rMarg" refType="h" fact="0.3"/>
                <dgm:constr type="tMarg" refType="h" fact="0.3"/>
                <dgm:constr type="bMarg" refType="h" fact="0.3"/>
              </dgm:constrLst>
              <dgm:ruleLst>
                <dgm:rule type="primFontSz" val="11" fact="NaN" max="NaN"/>
              </dgm:ruleLst>
            </dgm:layoutNode>
          </dgm:if>
          <dgm:else name="Name14"/>
        </dgm:choose>
      </dgm:layoutNode>
      <dgm:forEach name="Name15" axis="followSib" ptType="sibTrans" cnt="1">
        <dgm:layoutNode name="sibTrans">
          <dgm:alg type="sp"/>
          <dgm:shape xmlns:r="http://schemas.openxmlformats.org/officeDocument/2006/relationships" r:blip="">
            <dgm:adjLst/>
          </dgm:shape>
          <dgm:presOf axis="self"/>
          <dgm:constrLst/>
          <dgm:ruleLst/>
        </dgm:layoutNode>
      </dgm:forEach>
    </dgm:forEach>
  </dgm:layoutNode>
  <dgm:extLst>
    <a:ext uri="{68A01E43-0DF5-4B5B-8FA6-DAF915123BFB}">
      <dgm1612:lstStyle xmlns:dgm1612="http://schemas.microsoft.com/office/drawing/2016/12/diagram">
        <a:lvl1pPr>
          <a:lnSpc>
            <a:spcPct val="100000"/>
          </a:lnSpc>
        </a:lvl1pPr>
        <a:lvl2pPr>
          <a:lnSpc>
            <a:spcPct val="100000"/>
          </a:lnSpc>
        </a:lvl2pPr>
      </dgm1612:lstStyle>
    </a:ext>
  </dgm:extLst>
</dgm:layoutDef>
</file>

<file path=ppt/diagrams/quickStyle1.xml><?xml version="1.0" encoding="utf-8"?>
<dgm:styleDef xmlns:dgm="http://schemas.openxmlformats.org/drawingml/2006/diagram" xmlns:a="http://schemas.openxmlformats.org/drawingml/2006/main" uniqueId="urn:microsoft.com/office/officeart/2005/8/quickstyle/simple1">
  <dgm:title val=""/>
  <dgm:desc val=""/>
  <dgm:catLst>
    <dgm:cat type="simple" pri="10100"/>
  </dgm:catLst>
  <dgm:scene3d>
    <a:camera prst="orthographicFront"/>
    <a:lightRig rig="threePt" dir="t"/>
  </dgm:scene3d>
  <dgm:styleLbl name="node0">
    <dgm:scene3d>
      <a:camera prst="orthographicFront"/>
      <a:lightRig rig="threePt" dir="t"/>
    </dgm:scene3d>
    <dgm:sp3d/>
    <dgm:txPr/>
    <dgm:style>
      <a:lnRef idx="2">
        <a:scrgbClr r="0" g="0" b="0"/>
      </a:lnRef>
      <a:fillRef idx="1">
        <a:scrgbClr r="0" g="0" b="0"/>
      </a:fillRef>
      <a:effectRef idx="0">
        <a:scrgbClr r="0" g="0" b="0"/>
      </a:effectRef>
      <a:fontRef idx="minor">
        <a:schemeClr val="lt1"/>
      </a:fontRef>
    </dgm:style>
  </dgm:styleLbl>
  <dgm:styleLbl name="lnNode1">
    <dgm:scene3d>
      <a:camera prst="orthographicFront"/>
      <a:lightRig rig="threePt" dir="t"/>
    </dgm:scene3d>
    <dgm:sp3d/>
    <dgm:txPr/>
    <dgm:style>
      <a:lnRef idx="2">
        <a:scrgbClr r="0" g="0" b="0"/>
      </a:lnRef>
      <a:fillRef idx="1">
        <a:scrgbClr r="0" g="0" b="0"/>
      </a:fillRef>
      <a:effectRef idx="0">
        <a:scrgbClr r="0" g="0" b="0"/>
      </a:effectRef>
      <a:fontRef idx="minor">
        <a:schemeClr val="lt1"/>
      </a:fontRef>
    </dgm:style>
  </dgm:styleLbl>
  <dgm:styleLbl name="vennNode1">
    <dgm:scene3d>
      <a:camera prst="orthographicFront"/>
      <a:lightRig rig="threePt" dir="t"/>
    </dgm:scene3d>
    <dgm:sp3d/>
    <dgm:txPr/>
    <dgm:style>
      <a:lnRef idx="2">
        <a:scrgbClr r="0" g="0" b="0"/>
      </a:lnRef>
      <a:fillRef idx="1">
        <a:scrgbClr r="0" g="0" b="0"/>
      </a:fillRef>
      <a:effectRef idx="0">
        <a:scrgbClr r="0" g="0" b="0"/>
      </a:effectRef>
      <a:fontRef idx="minor">
        <a:schemeClr val="tx1"/>
      </a:fontRef>
    </dgm:style>
  </dgm:styleLbl>
  <dgm:styleLbl name="alignNode1">
    <dgm:scene3d>
      <a:camera prst="orthographicFront"/>
      <a:lightRig rig="threePt" dir="t"/>
    </dgm:scene3d>
    <dgm:sp3d/>
    <dgm:txPr/>
    <dgm:style>
      <a:lnRef idx="2">
        <a:scrgbClr r="0" g="0" b="0"/>
      </a:lnRef>
      <a:fillRef idx="1">
        <a:scrgbClr r="0" g="0" b="0"/>
      </a:fillRef>
      <a:effectRef idx="0">
        <a:scrgbClr r="0" g="0" b="0"/>
      </a:effectRef>
      <a:fontRef idx="minor">
        <a:schemeClr val="lt1"/>
      </a:fontRef>
    </dgm:style>
  </dgm:styleLbl>
  <dgm:styleLbl name="node1">
    <dgm:scene3d>
      <a:camera prst="orthographicFront"/>
      <a:lightRig rig="threePt" dir="t"/>
    </dgm:scene3d>
    <dgm:sp3d/>
    <dgm:txPr/>
    <dgm:style>
      <a:lnRef idx="2">
        <a:scrgbClr r="0" g="0" b="0"/>
      </a:lnRef>
      <a:fillRef idx="1">
        <a:scrgbClr r="0" g="0" b="0"/>
      </a:fillRef>
      <a:effectRef idx="0">
        <a:scrgbClr r="0" g="0" b="0"/>
      </a:effectRef>
      <a:fontRef idx="minor">
        <a:schemeClr val="lt1"/>
      </a:fontRef>
    </dgm:style>
  </dgm:styleLbl>
  <dgm:styleLbl name="node2">
    <dgm:scene3d>
      <a:camera prst="orthographicFront"/>
      <a:lightRig rig="threePt" dir="t"/>
    </dgm:scene3d>
    <dgm:sp3d/>
    <dgm:txPr/>
    <dgm:style>
      <a:lnRef idx="2">
        <a:scrgbClr r="0" g="0" b="0"/>
      </a:lnRef>
      <a:fillRef idx="1">
        <a:scrgbClr r="0" g="0" b="0"/>
      </a:fillRef>
      <a:effectRef idx="0">
        <a:scrgbClr r="0" g="0" b="0"/>
      </a:effectRef>
      <a:fontRef idx="minor">
        <a:schemeClr val="lt1"/>
      </a:fontRef>
    </dgm:style>
  </dgm:styleLbl>
  <dgm:styleLbl name="node3">
    <dgm:scene3d>
      <a:camera prst="orthographicFront"/>
      <a:lightRig rig="threePt" dir="t"/>
    </dgm:scene3d>
    <dgm:sp3d/>
    <dgm:txPr/>
    <dgm:style>
      <a:lnRef idx="2">
        <a:scrgbClr r="0" g="0" b="0"/>
      </a:lnRef>
      <a:fillRef idx="1">
        <a:scrgbClr r="0" g="0" b="0"/>
      </a:fillRef>
      <a:effectRef idx="0">
        <a:scrgbClr r="0" g="0" b="0"/>
      </a:effectRef>
      <a:fontRef idx="minor">
        <a:schemeClr val="lt1"/>
      </a:fontRef>
    </dgm:style>
  </dgm:styleLbl>
  <dgm:styleLbl name="node4">
    <dgm:scene3d>
      <a:camera prst="orthographicFront"/>
      <a:lightRig rig="threePt" dir="t"/>
    </dgm:scene3d>
    <dgm:sp3d/>
    <dgm:txPr/>
    <dgm:style>
      <a:lnRef idx="2">
        <a:scrgbClr r="0" g="0" b="0"/>
      </a:lnRef>
      <a:fillRef idx="1">
        <a:scrgbClr r="0" g="0" b="0"/>
      </a:fillRef>
      <a:effectRef idx="0">
        <a:scrgbClr r="0" g="0" b="0"/>
      </a:effectRef>
      <a:fontRef idx="minor">
        <a:schemeClr val="lt1"/>
      </a:fontRef>
    </dgm:style>
  </dgm:styleLbl>
  <dgm:styleLbl name="fgImgPlace1">
    <dgm:scene3d>
      <a:camera prst="orthographicFront"/>
      <a:lightRig rig="threePt" dir="t"/>
    </dgm:scene3d>
    <dgm:sp3d/>
    <dgm:txPr/>
    <dgm:style>
      <a:lnRef idx="2">
        <a:scrgbClr r="0" g="0" b="0"/>
      </a:lnRef>
      <a:fillRef idx="1">
        <a:scrgbClr r="0" g="0" b="0"/>
      </a:fillRef>
      <a:effectRef idx="0">
        <a:scrgbClr r="0" g="0" b="0"/>
      </a:effectRef>
      <a:fontRef idx="minor"/>
    </dgm:style>
  </dgm:styleLbl>
  <dgm:styleLbl name="alignImgPlace1">
    <dgm:scene3d>
      <a:camera prst="orthographicFront"/>
      <a:lightRig rig="threePt" dir="t"/>
    </dgm:scene3d>
    <dgm:sp3d/>
    <dgm:txPr/>
    <dgm:style>
      <a:lnRef idx="2">
        <a:scrgbClr r="0" g="0" b="0"/>
      </a:lnRef>
      <a:fillRef idx="1">
        <a:scrgbClr r="0" g="0" b="0"/>
      </a:fillRef>
      <a:effectRef idx="0">
        <a:scrgbClr r="0" g="0" b="0"/>
      </a:effectRef>
      <a:fontRef idx="minor"/>
    </dgm:style>
  </dgm:styleLbl>
  <dgm:styleLbl name="bgImgPlace1">
    <dgm:scene3d>
      <a:camera prst="orthographicFront"/>
      <a:lightRig rig="threePt" dir="t"/>
    </dgm:scene3d>
    <dgm:sp3d/>
    <dgm:txPr/>
    <dgm:style>
      <a:lnRef idx="2">
        <a:scrgbClr r="0" g="0" b="0"/>
      </a:lnRef>
      <a:fillRef idx="1">
        <a:scrgbClr r="0" g="0" b="0"/>
      </a:fillRef>
      <a:effectRef idx="0">
        <a:scrgbClr r="0" g="0" b="0"/>
      </a:effectRef>
      <a:fontRef idx="minor"/>
    </dgm:style>
  </dgm:styleLbl>
  <dgm:styleLbl name="sibTrans2D1">
    <dgm:scene3d>
      <a:camera prst="orthographicFront"/>
      <a:lightRig rig="threePt" dir="t"/>
    </dgm:scene3d>
    <dgm:sp3d/>
    <dgm:txPr/>
    <dgm:style>
      <a:lnRef idx="0">
        <a:scrgbClr r="0" g="0" b="0"/>
      </a:lnRef>
      <a:fillRef idx="1">
        <a:scrgbClr r="0" g="0" b="0"/>
      </a:fillRef>
      <a:effectRef idx="0">
        <a:scrgbClr r="0" g="0" b="0"/>
      </a:effectRef>
      <a:fontRef idx="minor">
        <a:schemeClr val="lt1"/>
      </a:fontRef>
    </dgm:style>
  </dgm:styleLbl>
  <dgm:styleLbl name="fgSibTrans2D1">
    <dgm:scene3d>
      <a:camera prst="orthographicFront"/>
      <a:lightRig rig="threePt" dir="t"/>
    </dgm:scene3d>
    <dgm:sp3d/>
    <dgm:txPr/>
    <dgm:style>
      <a:lnRef idx="0">
        <a:scrgbClr r="0" g="0" b="0"/>
      </a:lnRef>
      <a:fillRef idx="1">
        <a:scrgbClr r="0" g="0" b="0"/>
      </a:fillRef>
      <a:effectRef idx="0">
        <a:scrgbClr r="0" g="0" b="0"/>
      </a:effectRef>
      <a:fontRef idx="minor">
        <a:schemeClr val="lt1"/>
      </a:fontRef>
    </dgm:style>
  </dgm:styleLbl>
  <dgm:styleLbl name="bgSibTrans2D1">
    <dgm:scene3d>
      <a:camera prst="orthographicFront"/>
      <a:lightRig rig="threePt" dir="t"/>
    </dgm:scene3d>
    <dgm:sp3d/>
    <dgm:txPr/>
    <dgm:style>
      <a:lnRef idx="0">
        <a:scrgbClr r="0" g="0" b="0"/>
      </a:lnRef>
      <a:fillRef idx="1">
        <a:scrgbClr r="0" g="0" b="0"/>
      </a:fillRef>
      <a:effectRef idx="0">
        <a:scrgbClr r="0" g="0" b="0"/>
      </a:effectRef>
      <a:fontRef idx="minor">
        <a:schemeClr val="lt1"/>
      </a:fontRef>
    </dgm:style>
  </dgm:styleLbl>
  <dgm:styleLbl name="sibTrans1D1">
    <dgm:scene3d>
      <a:camera prst="orthographicFront"/>
      <a:lightRig rig="threePt" dir="t"/>
    </dgm:scene3d>
    <dgm:sp3d/>
    <dgm:txPr/>
    <dgm:style>
      <a:lnRef idx="1">
        <a:scrgbClr r="0" g="0" b="0"/>
      </a:lnRef>
      <a:fillRef idx="0">
        <a:scrgbClr r="0" g="0" b="0"/>
      </a:fillRef>
      <a:effectRef idx="0">
        <a:scrgbClr r="0" g="0" b="0"/>
      </a:effectRef>
      <a:fontRef idx="minor"/>
    </dgm:style>
  </dgm:styleLbl>
  <dgm:styleLbl name="callout">
    <dgm:scene3d>
      <a:camera prst="orthographicFront"/>
      <a:lightRig rig="threePt" dir="t"/>
    </dgm:scene3d>
    <dgm:sp3d/>
    <dgm:txPr/>
    <dgm:style>
      <a:lnRef idx="2">
        <a:scrgbClr r="0" g="0" b="0"/>
      </a:lnRef>
      <a:fillRef idx="1">
        <a:scrgbClr r="0" g="0" b="0"/>
      </a:fillRef>
      <a:effectRef idx="0">
        <a:scrgbClr r="0" g="0" b="0"/>
      </a:effectRef>
      <a:fontRef idx="minor"/>
    </dgm:style>
  </dgm:styleLbl>
  <dgm:styleLbl name="asst0">
    <dgm:scene3d>
      <a:camera prst="orthographicFront"/>
      <a:lightRig rig="threePt" dir="t"/>
    </dgm:scene3d>
    <dgm:sp3d/>
    <dgm:txPr/>
    <dgm:style>
      <a:lnRef idx="2">
        <a:scrgbClr r="0" g="0" b="0"/>
      </a:lnRef>
      <a:fillRef idx="1">
        <a:scrgbClr r="0" g="0" b="0"/>
      </a:fillRef>
      <a:effectRef idx="0">
        <a:scrgbClr r="0" g="0" b="0"/>
      </a:effectRef>
      <a:fontRef idx="minor">
        <a:schemeClr val="lt1"/>
      </a:fontRef>
    </dgm:style>
  </dgm:styleLbl>
  <dgm:styleLbl name="asst1">
    <dgm:scene3d>
      <a:camera prst="orthographicFront"/>
      <a:lightRig rig="threePt" dir="t"/>
    </dgm:scene3d>
    <dgm:sp3d/>
    <dgm:txPr/>
    <dgm:style>
      <a:lnRef idx="2">
        <a:scrgbClr r="0" g="0" b="0"/>
      </a:lnRef>
      <a:fillRef idx="1">
        <a:scrgbClr r="0" g="0" b="0"/>
      </a:fillRef>
      <a:effectRef idx="0">
        <a:scrgbClr r="0" g="0" b="0"/>
      </a:effectRef>
      <a:fontRef idx="minor">
        <a:schemeClr val="lt1"/>
      </a:fontRef>
    </dgm:style>
  </dgm:styleLbl>
  <dgm:styleLbl name="asst2">
    <dgm:scene3d>
      <a:camera prst="orthographicFront"/>
      <a:lightRig rig="threePt" dir="t"/>
    </dgm:scene3d>
    <dgm:sp3d/>
    <dgm:txPr/>
    <dgm:style>
      <a:lnRef idx="2">
        <a:scrgbClr r="0" g="0" b="0"/>
      </a:lnRef>
      <a:fillRef idx="1">
        <a:scrgbClr r="0" g="0" b="0"/>
      </a:fillRef>
      <a:effectRef idx="0">
        <a:scrgbClr r="0" g="0" b="0"/>
      </a:effectRef>
      <a:fontRef idx="minor">
        <a:schemeClr val="lt1"/>
      </a:fontRef>
    </dgm:style>
  </dgm:styleLbl>
  <dgm:styleLbl name="asst3">
    <dgm:scene3d>
      <a:camera prst="orthographicFront"/>
      <a:lightRig rig="threePt" dir="t"/>
    </dgm:scene3d>
    <dgm:sp3d/>
    <dgm:txPr/>
    <dgm:style>
      <a:lnRef idx="2">
        <a:scrgbClr r="0" g="0" b="0"/>
      </a:lnRef>
      <a:fillRef idx="1">
        <a:scrgbClr r="0" g="0" b="0"/>
      </a:fillRef>
      <a:effectRef idx="0">
        <a:scrgbClr r="0" g="0" b="0"/>
      </a:effectRef>
      <a:fontRef idx="minor">
        <a:schemeClr val="lt1"/>
      </a:fontRef>
    </dgm:style>
  </dgm:styleLbl>
  <dgm:styleLbl name="asst4">
    <dgm:scene3d>
      <a:camera prst="orthographicFront"/>
      <a:lightRig rig="threePt" dir="t"/>
    </dgm:scene3d>
    <dgm:sp3d/>
    <dgm:txPr/>
    <dgm:style>
      <a:lnRef idx="2">
        <a:scrgbClr r="0" g="0" b="0"/>
      </a:lnRef>
      <a:fillRef idx="1">
        <a:scrgbClr r="0" g="0" b="0"/>
      </a:fillRef>
      <a:effectRef idx="0">
        <a:scrgbClr r="0" g="0" b="0"/>
      </a:effectRef>
      <a:fontRef idx="minor">
        <a:schemeClr val="lt1"/>
      </a:fontRef>
    </dgm:style>
  </dgm:styleLbl>
  <dgm:styleLbl name="parChTrans2D1">
    <dgm:scene3d>
      <a:camera prst="orthographicFront"/>
      <a:lightRig rig="threePt" dir="t"/>
    </dgm:scene3d>
    <dgm:sp3d/>
    <dgm:txPr/>
    <dgm:style>
      <a:lnRef idx="2">
        <a:scrgbClr r="0" g="0" b="0"/>
      </a:lnRef>
      <a:fillRef idx="1">
        <a:scrgbClr r="0" g="0" b="0"/>
      </a:fillRef>
      <a:effectRef idx="0">
        <a:scrgbClr r="0" g="0" b="0"/>
      </a:effectRef>
      <a:fontRef idx="minor">
        <a:schemeClr val="lt1"/>
      </a:fontRef>
    </dgm:style>
  </dgm:styleLbl>
  <dgm:styleLbl name="parChTrans2D2">
    <dgm:scene3d>
      <a:camera prst="orthographicFront"/>
      <a:lightRig rig="threePt" dir="t"/>
    </dgm:scene3d>
    <dgm:sp3d/>
    <dgm:txPr/>
    <dgm:style>
      <a:lnRef idx="2">
        <a:scrgbClr r="0" g="0" b="0"/>
      </a:lnRef>
      <a:fillRef idx="1">
        <a:scrgbClr r="0" g="0" b="0"/>
      </a:fillRef>
      <a:effectRef idx="0">
        <a:scrgbClr r="0" g="0" b="0"/>
      </a:effectRef>
      <a:fontRef idx="minor">
        <a:schemeClr val="lt1"/>
      </a:fontRef>
    </dgm:style>
  </dgm:styleLbl>
  <dgm:styleLbl name="parChTrans2D3">
    <dgm:scene3d>
      <a:camera prst="orthographicFront"/>
      <a:lightRig rig="threePt" dir="t"/>
    </dgm:scene3d>
    <dgm:sp3d/>
    <dgm:txPr/>
    <dgm:style>
      <a:lnRef idx="2">
        <a:scrgbClr r="0" g="0" b="0"/>
      </a:lnRef>
      <a:fillRef idx="1">
        <a:scrgbClr r="0" g="0" b="0"/>
      </a:fillRef>
      <a:effectRef idx="0">
        <a:scrgbClr r="0" g="0" b="0"/>
      </a:effectRef>
      <a:fontRef idx="minor">
        <a:schemeClr val="lt1"/>
      </a:fontRef>
    </dgm:style>
  </dgm:styleLbl>
  <dgm:styleLbl name="parChTrans2D4">
    <dgm:scene3d>
      <a:camera prst="orthographicFront"/>
      <a:lightRig rig="threePt" dir="t"/>
    </dgm:scene3d>
    <dgm:sp3d/>
    <dgm:txPr/>
    <dgm:style>
      <a:lnRef idx="2">
        <a:scrgbClr r="0" g="0" b="0"/>
      </a:lnRef>
      <a:fillRef idx="1">
        <a:scrgbClr r="0" g="0" b="0"/>
      </a:fillRef>
      <a:effectRef idx="0">
        <a:scrgbClr r="0" g="0" b="0"/>
      </a:effectRef>
      <a:fontRef idx="minor">
        <a:schemeClr val="lt1"/>
      </a:fontRef>
    </dgm:style>
  </dgm:styleLbl>
  <dgm:styleLbl name="parChTrans1D1">
    <dgm:scene3d>
      <a:camera prst="orthographicFront"/>
      <a:lightRig rig="threePt" dir="t"/>
    </dgm:scene3d>
    <dgm:sp3d/>
    <dgm:txPr/>
    <dgm:style>
      <a:lnRef idx="2">
        <a:scrgbClr r="0" g="0" b="0"/>
      </a:lnRef>
      <a:fillRef idx="0">
        <a:scrgbClr r="0" g="0" b="0"/>
      </a:fillRef>
      <a:effectRef idx="0">
        <a:scrgbClr r="0" g="0" b="0"/>
      </a:effectRef>
      <a:fontRef idx="minor"/>
    </dgm:style>
  </dgm:styleLbl>
  <dgm:styleLbl name="parChTrans1D2">
    <dgm:scene3d>
      <a:camera prst="orthographicFront"/>
      <a:lightRig rig="threePt" dir="t"/>
    </dgm:scene3d>
    <dgm:sp3d/>
    <dgm:txPr/>
    <dgm:style>
      <a:lnRef idx="2">
        <a:scrgbClr r="0" g="0" b="0"/>
      </a:lnRef>
      <a:fillRef idx="0">
        <a:scrgbClr r="0" g="0" b="0"/>
      </a:fillRef>
      <a:effectRef idx="0">
        <a:scrgbClr r="0" g="0" b="0"/>
      </a:effectRef>
      <a:fontRef idx="minor"/>
    </dgm:style>
  </dgm:styleLbl>
  <dgm:styleLbl name="parChTrans1D3">
    <dgm:scene3d>
      <a:camera prst="orthographicFront"/>
      <a:lightRig rig="threePt" dir="t"/>
    </dgm:scene3d>
    <dgm:sp3d/>
    <dgm:txPr/>
    <dgm:style>
      <a:lnRef idx="2">
        <a:scrgbClr r="0" g="0" b="0"/>
      </a:lnRef>
      <a:fillRef idx="0">
        <a:scrgbClr r="0" g="0" b="0"/>
      </a:fillRef>
      <a:effectRef idx="0">
        <a:scrgbClr r="0" g="0" b="0"/>
      </a:effectRef>
      <a:fontRef idx="minor"/>
    </dgm:style>
  </dgm:styleLbl>
  <dgm:styleLbl name="parChTrans1D4">
    <dgm:scene3d>
      <a:camera prst="orthographicFront"/>
      <a:lightRig rig="threePt" dir="t"/>
    </dgm:scene3d>
    <dgm:sp3d/>
    <dgm:txPr/>
    <dgm:style>
      <a:lnRef idx="2">
        <a:scrgbClr r="0" g="0" b="0"/>
      </a:lnRef>
      <a:fillRef idx="0">
        <a:scrgbClr r="0" g="0" b="0"/>
      </a:fillRef>
      <a:effectRef idx="0">
        <a:scrgbClr r="0" g="0" b="0"/>
      </a:effectRef>
      <a:fontRef idx="minor"/>
    </dgm:style>
  </dgm:styleLbl>
  <dgm:styleLbl name="fgAcc1">
    <dgm:scene3d>
      <a:camera prst="orthographicFront"/>
      <a:lightRig rig="threePt" dir="t"/>
    </dgm:scene3d>
    <dgm:sp3d/>
    <dgm:txPr/>
    <dgm:style>
      <a:lnRef idx="2">
        <a:scrgbClr r="0" g="0" b="0"/>
      </a:lnRef>
      <a:fillRef idx="1">
        <a:scrgbClr r="0" g="0" b="0"/>
      </a:fillRef>
      <a:effectRef idx="0">
        <a:scrgbClr r="0" g="0" b="0"/>
      </a:effectRef>
      <a:fontRef idx="minor"/>
    </dgm:style>
  </dgm:styleLbl>
  <dgm:styleLbl name="conFgAcc1">
    <dgm:scene3d>
      <a:camera prst="orthographicFront"/>
      <a:lightRig rig="threePt" dir="t"/>
    </dgm:scene3d>
    <dgm:sp3d/>
    <dgm:txPr/>
    <dgm:style>
      <a:lnRef idx="2">
        <a:scrgbClr r="0" g="0" b="0"/>
      </a:lnRef>
      <a:fillRef idx="1">
        <a:scrgbClr r="0" g="0" b="0"/>
      </a:fillRef>
      <a:effectRef idx="0">
        <a:scrgbClr r="0" g="0" b="0"/>
      </a:effectRef>
      <a:fontRef idx="minor"/>
    </dgm:style>
  </dgm:styleLbl>
  <dgm:styleLbl name="alignAcc1">
    <dgm:scene3d>
      <a:camera prst="orthographicFront"/>
      <a:lightRig rig="threePt" dir="t"/>
    </dgm:scene3d>
    <dgm:sp3d/>
    <dgm:txPr/>
    <dgm:style>
      <a:lnRef idx="2">
        <a:scrgbClr r="0" g="0" b="0"/>
      </a:lnRef>
      <a:fillRef idx="1">
        <a:scrgbClr r="0" g="0" b="0"/>
      </a:fillRef>
      <a:effectRef idx="0">
        <a:scrgbClr r="0" g="0" b="0"/>
      </a:effectRef>
      <a:fontRef idx="minor"/>
    </dgm:style>
  </dgm:styleLbl>
  <dgm:styleLbl name="trAlignAcc1">
    <dgm:scene3d>
      <a:camera prst="orthographicFront"/>
      <a:lightRig rig="threePt" dir="t"/>
    </dgm:scene3d>
    <dgm:sp3d/>
    <dgm:txPr/>
    <dgm:style>
      <a:lnRef idx="1">
        <a:scrgbClr r="0" g="0" b="0"/>
      </a:lnRef>
      <a:fillRef idx="1">
        <a:scrgbClr r="0" g="0" b="0"/>
      </a:fillRef>
      <a:effectRef idx="0">
        <a:scrgbClr r="0" g="0" b="0"/>
      </a:effectRef>
      <a:fontRef idx="minor"/>
    </dgm:style>
  </dgm:styleLbl>
  <dgm:styleLbl name="bgAcc1">
    <dgm:scene3d>
      <a:camera prst="orthographicFront"/>
      <a:lightRig rig="threePt" dir="t"/>
    </dgm:scene3d>
    <dgm:sp3d/>
    <dgm:txPr/>
    <dgm:style>
      <a:lnRef idx="2">
        <a:scrgbClr r="0" g="0" b="0"/>
      </a:lnRef>
      <a:fillRef idx="1">
        <a:scrgbClr r="0" g="0" b="0"/>
      </a:fillRef>
      <a:effectRef idx="0">
        <a:scrgbClr r="0" g="0" b="0"/>
      </a:effectRef>
      <a:fontRef idx="minor"/>
    </dgm:style>
  </dgm:styleLbl>
  <dgm:styleLbl name="solidFgAcc1">
    <dgm:scene3d>
      <a:camera prst="orthographicFront"/>
      <a:lightRig rig="threePt" dir="t"/>
    </dgm:scene3d>
    <dgm:sp3d/>
    <dgm:txPr/>
    <dgm:style>
      <a:lnRef idx="2">
        <a:scrgbClr r="0" g="0" b="0"/>
      </a:lnRef>
      <a:fillRef idx="1">
        <a:scrgbClr r="0" g="0" b="0"/>
      </a:fillRef>
      <a:effectRef idx="0">
        <a:scrgbClr r="0" g="0" b="0"/>
      </a:effectRef>
      <a:fontRef idx="minor"/>
    </dgm:style>
  </dgm:styleLbl>
  <dgm:styleLbl name="solidAlignAcc1">
    <dgm:scene3d>
      <a:camera prst="orthographicFront"/>
      <a:lightRig rig="threePt" dir="t"/>
    </dgm:scene3d>
    <dgm:sp3d/>
    <dgm:txPr/>
    <dgm:style>
      <a:lnRef idx="2">
        <a:scrgbClr r="0" g="0" b="0"/>
      </a:lnRef>
      <a:fillRef idx="1">
        <a:scrgbClr r="0" g="0" b="0"/>
      </a:fillRef>
      <a:effectRef idx="0">
        <a:scrgbClr r="0" g="0" b="0"/>
      </a:effectRef>
      <a:fontRef idx="minor"/>
    </dgm:style>
  </dgm:styleLbl>
  <dgm:styleLbl name="solidBgAcc1">
    <dgm:scene3d>
      <a:camera prst="orthographicFront"/>
      <a:lightRig rig="threePt" dir="t"/>
    </dgm:scene3d>
    <dgm:sp3d/>
    <dgm:txPr/>
    <dgm:style>
      <a:lnRef idx="2">
        <a:scrgbClr r="0" g="0" b="0"/>
      </a:lnRef>
      <a:fillRef idx="1">
        <a:scrgbClr r="0" g="0" b="0"/>
      </a:fillRef>
      <a:effectRef idx="0">
        <a:scrgbClr r="0" g="0" b="0"/>
      </a:effectRef>
      <a:fontRef idx="minor"/>
    </dgm:style>
  </dgm:styleLbl>
  <dgm:styleLbl name="fgAccFollowNode1">
    <dgm:scene3d>
      <a:camera prst="orthographicFront"/>
      <a:lightRig rig="threePt" dir="t"/>
    </dgm:scene3d>
    <dgm:sp3d/>
    <dgm:txPr/>
    <dgm:style>
      <a:lnRef idx="2">
        <a:scrgbClr r="0" g="0" b="0"/>
      </a:lnRef>
      <a:fillRef idx="1">
        <a:scrgbClr r="0" g="0" b="0"/>
      </a:fillRef>
      <a:effectRef idx="0">
        <a:scrgbClr r="0" g="0" b="0"/>
      </a:effectRef>
      <a:fontRef idx="minor"/>
    </dgm:style>
  </dgm:styleLbl>
  <dgm:styleLbl name="alignAccFollowNode1">
    <dgm:scene3d>
      <a:camera prst="orthographicFront"/>
      <a:lightRig rig="threePt" dir="t"/>
    </dgm:scene3d>
    <dgm:sp3d/>
    <dgm:txPr/>
    <dgm:style>
      <a:lnRef idx="2">
        <a:scrgbClr r="0" g="0" b="0"/>
      </a:lnRef>
      <a:fillRef idx="1">
        <a:scrgbClr r="0" g="0" b="0"/>
      </a:fillRef>
      <a:effectRef idx="0">
        <a:scrgbClr r="0" g="0" b="0"/>
      </a:effectRef>
      <a:fontRef idx="minor"/>
    </dgm:style>
  </dgm:styleLbl>
  <dgm:styleLbl name="bgAccFollowNode1">
    <dgm:scene3d>
      <a:camera prst="orthographicFront"/>
      <a:lightRig rig="threePt" dir="t"/>
    </dgm:scene3d>
    <dgm:sp3d/>
    <dgm:txPr/>
    <dgm:style>
      <a:lnRef idx="2">
        <a:scrgbClr r="0" g="0" b="0"/>
      </a:lnRef>
      <a:fillRef idx="1">
        <a:scrgbClr r="0" g="0" b="0"/>
      </a:fillRef>
      <a:effectRef idx="0">
        <a:scrgbClr r="0" g="0" b="0"/>
      </a:effectRef>
      <a:fontRef idx="minor"/>
    </dgm:style>
  </dgm:styleLbl>
  <dgm:styleLbl name="fgAcc0">
    <dgm:scene3d>
      <a:camera prst="orthographicFront"/>
      <a:lightRig rig="threePt" dir="t"/>
    </dgm:scene3d>
    <dgm:sp3d/>
    <dgm:txPr/>
    <dgm:style>
      <a:lnRef idx="2">
        <a:scrgbClr r="0" g="0" b="0"/>
      </a:lnRef>
      <a:fillRef idx="1">
        <a:scrgbClr r="0" g="0" b="0"/>
      </a:fillRef>
      <a:effectRef idx="0">
        <a:scrgbClr r="0" g="0" b="0"/>
      </a:effectRef>
      <a:fontRef idx="minor"/>
    </dgm:style>
  </dgm:styleLbl>
  <dgm:styleLbl name="fgAcc2">
    <dgm:scene3d>
      <a:camera prst="orthographicFront"/>
      <a:lightRig rig="threePt" dir="t"/>
    </dgm:scene3d>
    <dgm:sp3d/>
    <dgm:txPr/>
    <dgm:style>
      <a:lnRef idx="2">
        <a:scrgbClr r="0" g="0" b="0"/>
      </a:lnRef>
      <a:fillRef idx="1">
        <a:scrgbClr r="0" g="0" b="0"/>
      </a:fillRef>
      <a:effectRef idx="0">
        <a:scrgbClr r="0" g="0" b="0"/>
      </a:effectRef>
      <a:fontRef idx="minor"/>
    </dgm:style>
  </dgm:styleLbl>
  <dgm:styleLbl name="fgAcc3">
    <dgm:scene3d>
      <a:camera prst="orthographicFront"/>
      <a:lightRig rig="threePt" dir="t"/>
    </dgm:scene3d>
    <dgm:sp3d/>
    <dgm:txPr/>
    <dgm:style>
      <a:lnRef idx="2">
        <a:scrgbClr r="0" g="0" b="0"/>
      </a:lnRef>
      <a:fillRef idx="1">
        <a:scrgbClr r="0" g="0" b="0"/>
      </a:fillRef>
      <a:effectRef idx="0">
        <a:scrgbClr r="0" g="0" b="0"/>
      </a:effectRef>
      <a:fontRef idx="minor"/>
    </dgm:style>
  </dgm:styleLbl>
  <dgm:styleLbl name="fgAcc4">
    <dgm:scene3d>
      <a:camera prst="orthographicFront"/>
      <a:lightRig rig="threePt" dir="t"/>
    </dgm:scene3d>
    <dgm:sp3d/>
    <dgm:txPr/>
    <dgm:style>
      <a:lnRef idx="2">
        <a:scrgbClr r="0" g="0" b="0"/>
      </a:lnRef>
      <a:fillRef idx="1">
        <a:scrgbClr r="0" g="0" b="0"/>
      </a:fillRef>
      <a:effectRef idx="0">
        <a:scrgbClr r="0" g="0" b="0"/>
      </a:effectRef>
      <a:fontRef idx="minor"/>
    </dgm:style>
  </dgm:styleLbl>
  <dgm:styleLbl name="bgShp">
    <dgm:scene3d>
      <a:camera prst="orthographicFront"/>
      <a:lightRig rig="threePt" dir="t"/>
    </dgm:scene3d>
    <dgm:sp3d/>
    <dgm:txPr/>
    <dgm:style>
      <a:lnRef idx="0">
        <a:scrgbClr r="0" g="0" b="0"/>
      </a:lnRef>
      <a:fillRef idx="1">
        <a:scrgbClr r="0" g="0" b="0"/>
      </a:fillRef>
      <a:effectRef idx="0">
        <a:scrgbClr r="0" g="0" b="0"/>
      </a:effectRef>
      <a:fontRef idx="minor"/>
    </dgm:style>
  </dgm:styleLbl>
  <dgm:styleLbl name="dkBgShp">
    <dgm:scene3d>
      <a:camera prst="orthographicFront"/>
      <a:lightRig rig="threePt" dir="t"/>
    </dgm:scene3d>
    <dgm:sp3d/>
    <dgm:txPr/>
    <dgm:style>
      <a:lnRef idx="0">
        <a:scrgbClr r="0" g="0" b="0"/>
      </a:lnRef>
      <a:fillRef idx="1">
        <a:scrgbClr r="0" g="0" b="0"/>
      </a:fillRef>
      <a:effectRef idx="0">
        <a:scrgbClr r="0" g="0" b="0"/>
      </a:effectRef>
      <a:fontRef idx="minor"/>
    </dgm:style>
  </dgm:styleLbl>
  <dgm:styleLbl name="trBgShp">
    <dgm:scene3d>
      <a:camera prst="orthographicFront"/>
      <a:lightRig rig="threePt" dir="t"/>
    </dgm:scene3d>
    <dgm:sp3d/>
    <dgm:txPr/>
    <dgm:style>
      <a:lnRef idx="0">
        <a:scrgbClr r="0" g="0" b="0"/>
      </a:lnRef>
      <a:fillRef idx="1">
        <a:scrgbClr r="0" g="0" b="0"/>
      </a:fillRef>
      <a:effectRef idx="0">
        <a:scrgbClr r="0" g="0" b="0"/>
      </a:effectRef>
      <a:fontRef idx="minor"/>
    </dgm:style>
  </dgm:styleLbl>
  <dgm:styleLbl name="fgShp">
    <dgm:scene3d>
      <a:camera prst="orthographicFront"/>
      <a:lightRig rig="threePt" dir="t"/>
    </dgm:scene3d>
    <dgm:sp3d/>
    <dgm:txPr/>
    <dgm:style>
      <a:lnRef idx="2">
        <a:scrgbClr r="0" g="0" b="0"/>
      </a:lnRef>
      <a:fillRef idx="1">
        <a:scrgbClr r="0" g="0" b="0"/>
      </a:fillRef>
      <a:effectRef idx="0">
        <a:scrgbClr r="0" g="0" b="0"/>
      </a:effectRef>
      <a:fontRef idx="minor"/>
    </dgm:style>
  </dgm:styleLbl>
  <dgm:styleLbl name="revTx">
    <dgm:scene3d>
      <a:camera prst="orthographicFront"/>
      <a:lightRig rig="threePt" dir="t"/>
    </dgm:scene3d>
    <dgm:sp3d/>
    <dgm:txPr/>
    <dgm:style>
      <a:lnRef idx="0">
        <a:scrgbClr r="0" g="0" b="0"/>
      </a:lnRef>
      <a:fillRef idx="0">
        <a:scrgbClr r="0" g="0" b="0"/>
      </a:fillRef>
      <a:effectRef idx="0">
        <a:scrgbClr r="0" g="0" b="0"/>
      </a:effectRef>
      <a:fontRef idx="minor"/>
    </dgm:style>
  </dgm:styleLbl>
</dgm:styleDef>
</file>

<file path=ppt/diagrams/quickStyle2.xml><?xml version="1.0" encoding="utf-8"?>
<dgm:styleDef xmlns:dgm="http://schemas.openxmlformats.org/drawingml/2006/diagram" xmlns:a="http://schemas.openxmlformats.org/drawingml/2006/main" uniqueId="urn:microsoft.com/office/officeart/2005/8/quickstyle/simple1">
  <dgm:title val=""/>
  <dgm:desc val=""/>
  <dgm:catLst>
    <dgm:cat type="simple" pri="10100"/>
  </dgm:catLst>
  <dgm:scene3d>
    <a:camera prst="orthographicFront"/>
    <a:lightRig rig="threePt" dir="t"/>
  </dgm:scene3d>
  <dgm:styleLbl name="node0">
    <dgm:scene3d>
      <a:camera prst="orthographicFront"/>
      <a:lightRig rig="threePt" dir="t"/>
    </dgm:scene3d>
    <dgm:sp3d/>
    <dgm:txPr/>
    <dgm:style>
      <a:lnRef idx="2">
        <a:scrgbClr r="0" g="0" b="0"/>
      </a:lnRef>
      <a:fillRef idx="1">
        <a:scrgbClr r="0" g="0" b="0"/>
      </a:fillRef>
      <a:effectRef idx="0">
        <a:scrgbClr r="0" g="0" b="0"/>
      </a:effectRef>
      <a:fontRef idx="minor">
        <a:schemeClr val="lt1"/>
      </a:fontRef>
    </dgm:style>
  </dgm:styleLbl>
  <dgm:styleLbl name="lnNode1">
    <dgm:scene3d>
      <a:camera prst="orthographicFront"/>
      <a:lightRig rig="threePt" dir="t"/>
    </dgm:scene3d>
    <dgm:sp3d/>
    <dgm:txPr/>
    <dgm:style>
      <a:lnRef idx="2">
        <a:scrgbClr r="0" g="0" b="0"/>
      </a:lnRef>
      <a:fillRef idx="1">
        <a:scrgbClr r="0" g="0" b="0"/>
      </a:fillRef>
      <a:effectRef idx="0">
        <a:scrgbClr r="0" g="0" b="0"/>
      </a:effectRef>
      <a:fontRef idx="minor">
        <a:schemeClr val="lt1"/>
      </a:fontRef>
    </dgm:style>
  </dgm:styleLbl>
  <dgm:styleLbl name="vennNode1">
    <dgm:scene3d>
      <a:camera prst="orthographicFront"/>
      <a:lightRig rig="threePt" dir="t"/>
    </dgm:scene3d>
    <dgm:sp3d/>
    <dgm:txPr/>
    <dgm:style>
      <a:lnRef idx="2">
        <a:scrgbClr r="0" g="0" b="0"/>
      </a:lnRef>
      <a:fillRef idx="1">
        <a:scrgbClr r="0" g="0" b="0"/>
      </a:fillRef>
      <a:effectRef idx="0">
        <a:scrgbClr r="0" g="0" b="0"/>
      </a:effectRef>
      <a:fontRef idx="minor">
        <a:schemeClr val="tx1"/>
      </a:fontRef>
    </dgm:style>
  </dgm:styleLbl>
  <dgm:styleLbl name="alignNode1">
    <dgm:scene3d>
      <a:camera prst="orthographicFront"/>
      <a:lightRig rig="threePt" dir="t"/>
    </dgm:scene3d>
    <dgm:sp3d/>
    <dgm:txPr/>
    <dgm:style>
      <a:lnRef idx="2">
        <a:scrgbClr r="0" g="0" b="0"/>
      </a:lnRef>
      <a:fillRef idx="1">
        <a:scrgbClr r="0" g="0" b="0"/>
      </a:fillRef>
      <a:effectRef idx="0">
        <a:scrgbClr r="0" g="0" b="0"/>
      </a:effectRef>
      <a:fontRef idx="minor">
        <a:schemeClr val="lt1"/>
      </a:fontRef>
    </dgm:style>
  </dgm:styleLbl>
  <dgm:styleLbl name="node1">
    <dgm:scene3d>
      <a:camera prst="orthographicFront"/>
      <a:lightRig rig="threePt" dir="t"/>
    </dgm:scene3d>
    <dgm:sp3d/>
    <dgm:txPr/>
    <dgm:style>
      <a:lnRef idx="2">
        <a:scrgbClr r="0" g="0" b="0"/>
      </a:lnRef>
      <a:fillRef idx="1">
        <a:scrgbClr r="0" g="0" b="0"/>
      </a:fillRef>
      <a:effectRef idx="0">
        <a:scrgbClr r="0" g="0" b="0"/>
      </a:effectRef>
      <a:fontRef idx="minor">
        <a:schemeClr val="lt1"/>
      </a:fontRef>
    </dgm:style>
  </dgm:styleLbl>
  <dgm:styleLbl name="node2">
    <dgm:scene3d>
      <a:camera prst="orthographicFront"/>
      <a:lightRig rig="threePt" dir="t"/>
    </dgm:scene3d>
    <dgm:sp3d/>
    <dgm:txPr/>
    <dgm:style>
      <a:lnRef idx="2">
        <a:scrgbClr r="0" g="0" b="0"/>
      </a:lnRef>
      <a:fillRef idx="1">
        <a:scrgbClr r="0" g="0" b="0"/>
      </a:fillRef>
      <a:effectRef idx="0">
        <a:scrgbClr r="0" g="0" b="0"/>
      </a:effectRef>
      <a:fontRef idx="minor">
        <a:schemeClr val="lt1"/>
      </a:fontRef>
    </dgm:style>
  </dgm:styleLbl>
  <dgm:styleLbl name="node3">
    <dgm:scene3d>
      <a:camera prst="orthographicFront"/>
      <a:lightRig rig="threePt" dir="t"/>
    </dgm:scene3d>
    <dgm:sp3d/>
    <dgm:txPr/>
    <dgm:style>
      <a:lnRef idx="2">
        <a:scrgbClr r="0" g="0" b="0"/>
      </a:lnRef>
      <a:fillRef idx="1">
        <a:scrgbClr r="0" g="0" b="0"/>
      </a:fillRef>
      <a:effectRef idx="0">
        <a:scrgbClr r="0" g="0" b="0"/>
      </a:effectRef>
      <a:fontRef idx="minor">
        <a:schemeClr val="lt1"/>
      </a:fontRef>
    </dgm:style>
  </dgm:styleLbl>
  <dgm:styleLbl name="node4">
    <dgm:scene3d>
      <a:camera prst="orthographicFront"/>
      <a:lightRig rig="threePt" dir="t"/>
    </dgm:scene3d>
    <dgm:sp3d/>
    <dgm:txPr/>
    <dgm:style>
      <a:lnRef idx="2">
        <a:scrgbClr r="0" g="0" b="0"/>
      </a:lnRef>
      <a:fillRef idx="1">
        <a:scrgbClr r="0" g="0" b="0"/>
      </a:fillRef>
      <a:effectRef idx="0">
        <a:scrgbClr r="0" g="0" b="0"/>
      </a:effectRef>
      <a:fontRef idx="minor">
        <a:schemeClr val="lt1"/>
      </a:fontRef>
    </dgm:style>
  </dgm:styleLbl>
  <dgm:styleLbl name="fgImgPlace1">
    <dgm:scene3d>
      <a:camera prst="orthographicFront"/>
      <a:lightRig rig="threePt" dir="t"/>
    </dgm:scene3d>
    <dgm:sp3d/>
    <dgm:txPr/>
    <dgm:style>
      <a:lnRef idx="2">
        <a:scrgbClr r="0" g="0" b="0"/>
      </a:lnRef>
      <a:fillRef idx="1">
        <a:scrgbClr r="0" g="0" b="0"/>
      </a:fillRef>
      <a:effectRef idx="0">
        <a:scrgbClr r="0" g="0" b="0"/>
      </a:effectRef>
      <a:fontRef idx="minor"/>
    </dgm:style>
  </dgm:styleLbl>
  <dgm:styleLbl name="alignImgPlace1">
    <dgm:scene3d>
      <a:camera prst="orthographicFront"/>
      <a:lightRig rig="threePt" dir="t"/>
    </dgm:scene3d>
    <dgm:sp3d/>
    <dgm:txPr/>
    <dgm:style>
      <a:lnRef idx="2">
        <a:scrgbClr r="0" g="0" b="0"/>
      </a:lnRef>
      <a:fillRef idx="1">
        <a:scrgbClr r="0" g="0" b="0"/>
      </a:fillRef>
      <a:effectRef idx="0">
        <a:scrgbClr r="0" g="0" b="0"/>
      </a:effectRef>
      <a:fontRef idx="minor"/>
    </dgm:style>
  </dgm:styleLbl>
  <dgm:styleLbl name="bgImgPlace1">
    <dgm:scene3d>
      <a:camera prst="orthographicFront"/>
      <a:lightRig rig="threePt" dir="t"/>
    </dgm:scene3d>
    <dgm:sp3d/>
    <dgm:txPr/>
    <dgm:style>
      <a:lnRef idx="2">
        <a:scrgbClr r="0" g="0" b="0"/>
      </a:lnRef>
      <a:fillRef idx="1">
        <a:scrgbClr r="0" g="0" b="0"/>
      </a:fillRef>
      <a:effectRef idx="0">
        <a:scrgbClr r="0" g="0" b="0"/>
      </a:effectRef>
      <a:fontRef idx="minor"/>
    </dgm:style>
  </dgm:styleLbl>
  <dgm:styleLbl name="sibTrans2D1">
    <dgm:scene3d>
      <a:camera prst="orthographicFront"/>
      <a:lightRig rig="threePt" dir="t"/>
    </dgm:scene3d>
    <dgm:sp3d/>
    <dgm:txPr/>
    <dgm:style>
      <a:lnRef idx="0">
        <a:scrgbClr r="0" g="0" b="0"/>
      </a:lnRef>
      <a:fillRef idx="1">
        <a:scrgbClr r="0" g="0" b="0"/>
      </a:fillRef>
      <a:effectRef idx="0">
        <a:scrgbClr r="0" g="0" b="0"/>
      </a:effectRef>
      <a:fontRef idx="minor">
        <a:schemeClr val="lt1"/>
      </a:fontRef>
    </dgm:style>
  </dgm:styleLbl>
  <dgm:styleLbl name="fgSibTrans2D1">
    <dgm:scene3d>
      <a:camera prst="orthographicFront"/>
      <a:lightRig rig="threePt" dir="t"/>
    </dgm:scene3d>
    <dgm:sp3d/>
    <dgm:txPr/>
    <dgm:style>
      <a:lnRef idx="0">
        <a:scrgbClr r="0" g="0" b="0"/>
      </a:lnRef>
      <a:fillRef idx="1">
        <a:scrgbClr r="0" g="0" b="0"/>
      </a:fillRef>
      <a:effectRef idx="0">
        <a:scrgbClr r="0" g="0" b="0"/>
      </a:effectRef>
      <a:fontRef idx="minor">
        <a:schemeClr val="lt1"/>
      </a:fontRef>
    </dgm:style>
  </dgm:styleLbl>
  <dgm:styleLbl name="bgSibTrans2D1">
    <dgm:scene3d>
      <a:camera prst="orthographicFront"/>
      <a:lightRig rig="threePt" dir="t"/>
    </dgm:scene3d>
    <dgm:sp3d/>
    <dgm:txPr/>
    <dgm:style>
      <a:lnRef idx="0">
        <a:scrgbClr r="0" g="0" b="0"/>
      </a:lnRef>
      <a:fillRef idx="1">
        <a:scrgbClr r="0" g="0" b="0"/>
      </a:fillRef>
      <a:effectRef idx="0">
        <a:scrgbClr r="0" g="0" b="0"/>
      </a:effectRef>
      <a:fontRef idx="minor">
        <a:schemeClr val="lt1"/>
      </a:fontRef>
    </dgm:style>
  </dgm:styleLbl>
  <dgm:styleLbl name="sibTrans1D1">
    <dgm:scene3d>
      <a:camera prst="orthographicFront"/>
      <a:lightRig rig="threePt" dir="t"/>
    </dgm:scene3d>
    <dgm:sp3d/>
    <dgm:txPr/>
    <dgm:style>
      <a:lnRef idx="1">
        <a:scrgbClr r="0" g="0" b="0"/>
      </a:lnRef>
      <a:fillRef idx="0">
        <a:scrgbClr r="0" g="0" b="0"/>
      </a:fillRef>
      <a:effectRef idx="0">
        <a:scrgbClr r="0" g="0" b="0"/>
      </a:effectRef>
      <a:fontRef idx="minor"/>
    </dgm:style>
  </dgm:styleLbl>
  <dgm:styleLbl name="callout">
    <dgm:scene3d>
      <a:camera prst="orthographicFront"/>
      <a:lightRig rig="threePt" dir="t"/>
    </dgm:scene3d>
    <dgm:sp3d/>
    <dgm:txPr/>
    <dgm:style>
      <a:lnRef idx="2">
        <a:scrgbClr r="0" g="0" b="0"/>
      </a:lnRef>
      <a:fillRef idx="1">
        <a:scrgbClr r="0" g="0" b="0"/>
      </a:fillRef>
      <a:effectRef idx="0">
        <a:scrgbClr r="0" g="0" b="0"/>
      </a:effectRef>
      <a:fontRef idx="minor"/>
    </dgm:style>
  </dgm:styleLbl>
  <dgm:styleLbl name="asst0">
    <dgm:scene3d>
      <a:camera prst="orthographicFront"/>
      <a:lightRig rig="threePt" dir="t"/>
    </dgm:scene3d>
    <dgm:sp3d/>
    <dgm:txPr/>
    <dgm:style>
      <a:lnRef idx="2">
        <a:scrgbClr r="0" g="0" b="0"/>
      </a:lnRef>
      <a:fillRef idx="1">
        <a:scrgbClr r="0" g="0" b="0"/>
      </a:fillRef>
      <a:effectRef idx="0">
        <a:scrgbClr r="0" g="0" b="0"/>
      </a:effectRef>
      <a:fontRef idx="minor">
        <a:schemeClr val="lt1"/>
      </a:fontRef>
    </dgm:style>
  </dgm:styleLbl>
  <dgm:styleLbl name="asst1">
    <dgm:scene3d>
      <a:camera prst="orthographicFront"/>
      <a:lightRig rig="threePt" dir="t"/>
    </dgm:scene3d>
    <dgm:sp3d/>
    <dgm:txPr/>
    <dgm:style>
      <a:lnRef idx="2">
        <a:scrgbClr r="0" g="0" b="0"/>
      </a:lnRef>
      <a:fillRef idx="1">
        <a:scrgbClr r="0" g="0" b="0"/>
      </a:fillRef>
      <a:effectRef idx="0">
        <a:scrgbClr r="0" g="0" b="0"/>
      </a:effectRef>
      <a:fontRef idx="minor">
        <a:schemeClr val="lt1"/>
      </a:fontRef>
    </dgm:style>
  </dgm:styleLbl>
  <dgm:styleLbl name="asst2">
    <dgm:scene3d>
      <a:camera prst="orthographicFront"/>
      <a:lightRig rig="threePt" dir="t"/>
    </dgm:scene3d>
    <dgm:sp3d/>
    <dgm:txPr/>
    <dgm:style>
      <a:lnRef idx="2">
        <a:scrgbClr r="0" g="0" b="0"/>
      </a:lnRef>
      <a:fillRef idx="1">
        <a:scrgbClr r="0" g="0" b="0"/>
      </a:fillRef>
      <a:effectRef idx="0">
        <a:scrgbClr r="0" g="0" b="0"/>
      </a:effectRef>
      <a:fontRef idx="minor">
        <a:schemeClr val="lt1"/>
      </a:fontRef>
    </dgm:style>
  </dgm:styleLbl>
  <dgm:styleLbl name="asst3">
    <dgm:scene3d>
      <a:camera prst="orthographicFront"/>
      <a:lightRig rig="threePt" dir="t"/>
    </dgm:scene3d>
    <dgm:sp3d/>
    <dgm:txPr/>
    <dgm:style>
      <a:lnRef idx="2">
        <a:scrgbClr r="0" g="0" b="0"/>
      </a:lnRef>
      <a:fillRef idx="1">
        <a:scrgbClr r="0" g="0" b="0"/>
      </a:fillRef>
      <a:effectRef idx="0">
        <a:scrgbClr r="0" g="0" b="0"/>
      </a:effectRef>
      <a:fontRef idx="minor">
        <a:schemeClr val="lt1"/>
      </a:fontRef>
    </dgm:style>
  </dgm:styleLbl>
  <dgm:styleLbl name="asst4">
    <dgm:scene3d>
      <a:camera prst="orthographicFront"/>
      <a:lightRig rig="threePt" dir="t"/>
    </dgm:scene3d>
    <dgm:sp3d/>
    <dgm:txPr/>
    <dgm:style>
      <a:lnRef idx="2">
        <a:scrgbClr r="0" g="0" b="0"/>
      </a:lnRef>
      <a:fillRef idx="1">
        <a:scrgbClr r="0" g="0" b="0"/>
      </a:fillRef>
      <a:effectRef idx="0">
        <a:scrgbClr r="0" g="0" b="0"/>
      </a:effectRef>
      <a:fontRef idx="minor">
        <a:schemeClr val="lt1"/>
      </a:fontRef>
    </dgm:style>
  </dgm:styleLbl>
  <dgm:styleLbl name="parChTrans2D1">
    <dgm:scene3d>
      <a:camera prst="orthographicFront"/>
      <a:lightRig rig="threePt" dir="t"/>
    </dgm:scene3d>
    <dgm:sp3d/>
    <dgm:txPr/>
    <dgm:style>
      <a:lnRef idx="2">
        <a:scrgbClr r="0" g="0" b="0"/>
      </a:lnRef>
      <a:fillRef idx="1">
        <a:scrgbClr r="0" g="0" b="0"/>
      </a:fillRef>
      <a:effectRef idx="0">
        <a:scrgbClr r="0" g="0" b="0"/>
      </a:effectRef>
      <a:fontRef idx="minor">
        <a:schemeClr val="lt1"/>
      </a:fontRef>
    </dgm:style>
  </dgm:styleLbl>
  <dgm:styleLbl name="parChTrans2D2">
    <dgm:scene3d>
      <a:camera prst="orthographicFront"/>
      <a:lightRig rig="threePt" dir="t"/>
    </dgm:scene3d>
    <dgm:sp3d/>
    <dgm:txPr/>
    <dgm:style>
      <a:lnRef idx="2">
        <a:scrgbClr r="0" g="0" b="0"/>
      </a:lnRef>
      <a:fillRef idx="1">
        <a:scrgbClr r="0" g="0" b="0"/>
      </a:fillRef>
      <a:effectRef idx="0">
        <a:scrgbClr r="0" g="0" b="0"/>
      </a:effectRef>
      <a:fontRef idx="minor">
        <a:schemeClr val="lt1"/>
      </a:fontRef>
    </dgm:style>
  </dgm:styleLbl>
  <dgm:styleLbl name="parChTrans2D3">
    <dgm:scene3d>
      <a:camera prst="orthographicFront"/>
      <a:lightRig rig="threePt" dir="t"/>
    </dgm:scene3d>
    <dgm:sp3d/>
    <dgm:txPr/>
    <dgm:style>
      <a:lnRef idx="2">
        <a:scrgbClr r="0" g="0" b="0"/>
      </a:lnRef>
      <a:fillRef idx="1">
        <a:scrgbClr r="0" g="0" b="0"/>
      </a:fillRef>
      <a:effectRef idx="0">
        <a:scrgbClr r="0" g="0" b="0"/>
      </a:effectRef>
      <a:fontRef idx="minor">
        <a:schemeClr val="lt1"/>
      </a:fontRef>
    </dgm:style>
  </dgm:styleLbl>
  <dgm:styleLbl name="parChTrans2D4">
    <dgm:scene3d>
      <a:camera prst="orthographicFront"/>
      <a:lightRig rig="threePt" dir="t"/>
    </dgm:scene3d>
    <dgm:sp3d/>
    <dgm:txPr/>
    <dgm:style>
      <a:lnRef idx="2">
        <a:scrgbClr r="0" g="0" b="0"/>
      </a:lnRef>
      <a:fillRef idx="1">
        <a:scrgbClr r="0" g="0" b="0"/>
      </a:fillRef>
      <a:effectRef idx="0">
        <a:scrgbClr r="0" g="0" b="0"/>
      </a:effectRef>
      <a:fontRef idx="minor">
        <a:schemeClr val="lt1"/>
      </a:fontRef>
    </dgm:style>
  </dgm:styleLbl>
  <dgm:styleLbl name="parChTrans1D1">
    <dgm:scene3d>
      <a:camera prst="orthographicFront"/>
      <a:lightRig rig="threePt" dir="t"/>
    </dgm:scene3d>
    <dgm:sp3d/>
    <dgm:txPr/>
    <dgm:style>
      <a:lnRef idx="2">
        <a:scrgbClr r="0" g="0" b="0"/>
      </a:lnRef>
      <a:fillRef idx="0">
        <a:scrgbClr r="0" g="0" b="0"/>
      </a:fillRef>
      <a:effectRef idx="0">
        <a:scrgbClr r="0" g="0" b="0"/>
      </a:effectRef>
      <a:fontRef idx="minor"/>
    </dgm:style>
  </dgm:styleLbl>
  <dgm:styleLbl name="parChTrans1D2">
    <dgm:scene3d>
      <a:camera prst="orthographicFront"/>
      <a:lightRig rig="threePt" dir="t"/>
    </dgm:scene3d>
    <dgm:sp3d/>
    <dgm:txPr/>
    <dgm:style>
      <a:lnRef idx="2">
        <a:scrgbClr r="0" g="0" b="0"/>
      </a:lnRef>
      <a:fillRef idx="0">
        <a:scrgbClr r="0" g="0" b="0"/>
      </a:fillRef>
      <a:effectRef idx="0">
        <a:scrgbClr r="0" g="0" b="0"/>
      </a:effectRef>
      <a:fontRef idx="minor"/>
    </dgm:style>
  </dgm:styleLbl>
  <dgm:styleLbl name="parChTrans1D3">
    <dgm:scene3d>
      <a:camera prst="orthographicFront"/>
      <a:lightRig rig="threePt" dir="t"/>
    </dgm:scene3d>
    <dgm:sp3d/>
    <dgm:txPr/>
    <dgm:style>
      <a:lnRef idx="2">
        <a:scrgbClr r="0" g="0" b="0"/>
      </a:lnRef>
      <a:fillRef idx="0">
        <a:scrgbClr r="0" g="0" b="0"/>
      </a:fillRef>
      <a:effectRef idx="0">
        <a:scrgbClr r="0" g="0" b="0"/>
      </a:effectRef>
      <a:fontRef idx="minor"/>
    </dgm:style>
  </dgm:styleLbl>
  <dgm:styleLbl name="parChTrans1D4">
    <dgm:scene3d>
      <a:camera prst="orthographicFront"/>
      <a:lightRig rig="threePt" dir="t"/>
    </dgm:scene3d>
    <dgm:sp3d/>
    <dgm:txPr/>
    <dgm:style>
      <a:lnRef idx="2">
        <a:scrgbClr r="0" g="0" b="0"/>
      </a:lnRef>
      <a:fillRef idx="0">
        <a:scrgbClr r="0" g="0" b="0"/>
      </a:fillRef>
      <a:effectRef idx="0">
        <a:scrgbClr r="0" g="0" b="0"/>
      </a:effectRef>
      <a:fontRef idx="minor"/>
    </dgm:style>
  </dgm:styleLbl>
  <dgm:styleLbl name="fgAcc1">
    <dgm:scene3d>
      <a:camera prst="orthographicFront"/>
      <a:lightRig rig="threePt" dir="t"/>
    </dgm:scene3d>
    <dgm:sp3d/>
    <dgm:txPr/>
    <dgm:style>
      <a:lnRef idx="2">
        <a:scrgbClr r="0" g="0" b="0"/>
      </a:lnRef>
      <a:fillRef idx="1">
        <a:scrgbClr r="0" g="0" b="0"/>
      </a:fillRef>
      <a:effectRef idx="0">
        <a:scrgbClr r="0" g="0" b="0"/>
      </a:effectRef>
      <a:fontRef idx="minor"/>
    </dgm:style>
  </dgm:styleLbl>
  <dgm:styleLbl name="conFgAcc1">
    <dgm:scene3d>
      <a:camera prst="orthographicFront"/>
      <a:lightRig rig="threePt" dir="t"/>
    </dgm:scene3d>
    <dgm:sp3d/>
    <dgm:txPr/>
    <dgm:style>
      <a:lnRef idx="2">
        <a:scrgbClr r="0" g="0" b="0"/>
      </a:lnRef>
      <a:fillRef idx="1">
        <a:scrgbClr r="0" g="0" b="0"/>
      </a:fillRef>
      <a:effectRef idx="0">
        <a:scrgbClr r="0" g="0" b="0"/>
      </a:effectRef>
      <a:fontRef idx="minor"/>
    </dgm:style>
  </dgm:styleLbl>
  <dgm:styleLbl name="alignAcc1">
    <dgm:scene3d>
      <a:camera prst="orthographicFront"/>
      <a:lightRig rig="threePt" dir="t"/>
    </dgm:scene3d>
    <dgm:sp3d/>
    <dgm:txPr/>
    <dgm:style>
      <a:lnRef idx="2">
        <a:scrgbClr r="0" g="0" b="0"/>
      </a:lnRef>
      <a:fillRef idx="1">
        <a:scrgbClr r="0" g="0" b="0"/>
      </a:fillRef>
      <a:effectRef idx="0">
        <a:scrgbClr r="0" g="0" b="0"/>
      </a:effectRef>
      <a:fontRef idx="minor"/>
    </dgm:style>
  </dgm:styleLbl>
  <dgm:styleLbl name="trAlignAcc1">
    <dgm:scene3d>
      <a:camera prst="orthographicFront"/>
      <a:lightRig rig="threePt" dir="t"/>
    </dgm:scene3d>
    <dgm:sp3d/>
    <dgm:txPr/>
    <dgm:style>
      <a:lnRef idx="1">
        <a:scrgbClr r="0" g="0" b="0"/>
      </a:lnRef>
      <a:fillRef idx="1">
        <a:scrgbClr r="0" g="0" b="0"/>
      </a:fillRef>
      <a:effectRef idx="0">
        <a:scrgbClr r="0" g="0" b="0"/>
      </a:effectRef>
      <a:fontRef idx="minor"/>
    </dgm:style>
  </dgm:styleLbl>
  <dgm:styleLbl name="bgAcc1">
    <dgm:scene3d>
      <a:camera prst="orthographicFront"/>
      <a:lightRig rig="threePt" dir="t"/>
    </dgm:scene3d>
    <dgm:sp3d/>
    <dgm:txPr/>
    <dgm:style>
      <a:lnRef idx="2">
        <a:scrgbClr r="0" g="0" b="0"/>
      </a:lnRef>
      <a:fillRef idx="1">
        <a:scrgbClr r="0" g="0" b="0"/>
      </a:fillRef>
      <a:effectRef idx="0">
        <a:scrgbClr r="0" g="0" b="0"/>
      </a:effectRef>
      <a:fontRef idx="minor"/>
    </dgm:style>
  </dgm:styleLbl>
  <dgm:styleLbl name="solidFgAcc1">
    <dgm:scene3d>
      <a:camera prst="orthographicFront"/>
      <a:lightRig rig="threePt" dir="t"/>
    </dgm:scene3d>
    <dgm:sp3d/>
    <dgm:txPr/>
    <dgm:style>
      <a:lnRef idx="2">
        <a:scrgbClr r="0" g="0" b="0"/>
      </a:lnRef>
      <a:fillRef idx="1">
        <a:scrgbClr r="0" g="0" b="0"/>
      </a:fillRef>
      <a:effectRef idx="0">
        <a:scrgbClr r="0" g="0" b="0"/>
      </a:effectRef>
      <a:fontRef idx="minor"/>
    </dgm:style>
  </dgm:styleLbl>
  <dgm:styleLbl name="solidAlignAcc1">
    <dgm:scene3d>
      <a:camera prst="orthographicFront"/>
      <a:lightRig rig="threePt" dir="t"/>
    </dgm:scene3d>
    <dgm:sp3d/>
    <dgm:txPr/>
    <dgm:style>
      <a:lnRef idx="2">
        <a:scrgbClr r="0" g="0" b="0"/>
      </a:lnRef>
      <a:fillRef idx="1">
        <a:scrgbClr r="0" g="0" b="0"/>
      </a:fillRef>
      <a:effectRef idx="0">
        <a:scrgbClr r="0" g="0" b="0"/>
      </a:effectRef>
      <a:fontRef idx="minor"/>
    </dgm:style>
  </dgm:styleLbl>
  <dgm:styleLbl name="solidBgAcc1">
    <dgm:scene3d>
      <a:camera prst="orthographicFront"/>
      <a:lightRig rig="threePt" dir="t"/>
    </dgm:scene3d>
    <dgm:sp3d/>
    <dgm:txPr/>
    <dgm:style>
      <a:lnRef idx="2">
        <a:scrgbClr r="0" g="0" b="0"/>
      </a:lnRef>
      <a:fillRef idx="1">
        <a:scrgbClr r="0" g="0" b="0"/>
      </a:fillRef>
      <a:effectRef idx="0">
        <a:scrgbClr r="0" g="0" b="0"/>
      </a:effectRef>
      <a:fontRef idx="minor"/>
    </dgm:style>
  </dgm:styleLbl>
  <dgm:styleLbl name="fgAccFollowNode1">
    <dgm:scene3d>
      <a:camera prst="orthographicFront"/>
      <a:lightRig rig="threePt" dir="t"/>
    </dgm:scene3d>
    <dgm:sp3d/>
    <dgm:txPr/>
    <dgm:style>
      <a:lnRef idx="2">
        <a:scrgbClr r="0" g="0" b="0"/>
      </a:lnRef>
      <a:fillRef idx="1">
        <a:scrgbClr r="0" g="0" b="0"/>
      </a:fillRef>
      <a:effectRef idx="0">
        <a:scrgbClr r="0" g="0" b="0"/>
      </a:effectRef>
      <a:fontRef idx="minor"/>
    </dgm:style>
  </dgm:styleLbl>
  <dgm:styleLbl name="alignAccFollowNode1">
    <dgm:scene3d>
      <a:camera prst="orthographicFront"/>
      <a:lightRig rig="threePt" dir="t"/>
    </dgm:scene3d>
    <dgm:sp3d/>
    <dgm:txPr/>
    <dgm:style>
      <a:lnRef idx="2">
        <a:scrgbClr r="0" g="0" b="0"/>
      </a:lnRef>
      <a:fillRef idx="1">
        <a:scrgbClr r="0" g="0" b="0"/>
      </a:fillRef>
      <a:effectRef idx="0">
        <a:scrgbClr r="0" g="0" b="0"/>
      </a:effectRef>
      <a:fontRef idx="minor"/>
    </dgm:style>
  </dgm:styleLbl>
  <dgm:styleLbl name="bgAccFollowNode1">
    <dgm:scene3d>
      <a:camera prst="orthographicFront"/>
      <a:lightRig rig="threePt" dir="t"/>
    </dgm:scene3d>
    <dgm:sp3d/>
    <dgm:txPr/>
    <dgm:style>
      <a:lnRef idx="2">
        <a:scrgbClr r="0" g="0" b="0"/>
      </a:lnRef>
      <a:fillRef idx="1">
        <a:scrgbClr r="0" g="0" b="0"/>
      </a:fillRef>
      <a:effectRef idx="0">
        <a:scrgbClr r="0" g="0" b="0"/>
      </a:effectRef>
      <a:fontRef idx="minor"/>
    </dgm:style>
  </dgm:styleLbl>
  <dgm:styleLbl name="fgAcc0">
    <dgm:scene3d>
      <a:camera prst="orthographicFront"/>
      <a:lightRig rig="threePt" dir="t"/>
    </dgm:scene3d>
    <dgm:sp3d/>
    <dgm:txPr/>
    <dgm:style>
      <a:lnRef idx="2">
        <a:scrgbClr r="0" g="0" b="0"/>
      </a:lnRef>
      <a:fillRef idx="1">
        <a:scrgbClr r="0" g="0" b="0"/>
      </a:fillRef>
      <a:effectRef idx="0">
        <a:scrgbClr r="0" g="0" b="0"/>
      </a:effectRef>
      <a:fontRef idx="minor"/>
    </dgm:style>
  </dgm:styleLbl>
  <dgm:styleLbl name="fgAcc2">
    <dgm:scene3d>
      <a:camera prst="orthographicFront"/>
      <a:lightRig rig="threePt" dir="t"/>
    </dgm:scene3d>
    <dgm:sp3d/>
    <dgm:txPr/>
    <dgm:style>
      <a:lnRef idx="2">
        <a:scrgbClr r="0" g="0" b="0"/>
      </a:lnRef>
      <a:fillRef idx="1">
        <a:scrgbClr r="0" g="0" b="0"/>
      </a:fillRef>
      <a:effectRef idx="0">
        <a:scrgbClr r="0" g="0" b="0"/>
      </a:effectRef>
      <a:fontRef idx="minor"/>
    </dgm:style>
  </dgm:styleLbl>
  <dgm:styleLbl name="fgAcc3">
    <dgm:scene3d>
      <a:camera prst="orthographicFront"/>
      <a:lightRig rig="threePt" dir="t"/>
    </dgm:scene3d>
    <dgm:sp3d/>
    <dgm:txPr/>
    <dgm:style>
      <a:lnRef idx="2">
        <a:scrgbClr r="0" g="0" b="0"/>
      </a:lnRef>
      <a:fillRef idx="1">
        <a:scrgbClr r="0" g="0" b="0"/>
      </a:fillRef>
      <a:effectRef idx="0">
        <a:scrgbClr r="0" g="0" b="0"/>
      </a:effectRef>
      <a:fontRef idx="minor"/>
    </dgm:style>
  </dgm:styleLbl>
  <dgm:styleLbl name="fgAcc4">
    <dgm:scene3d>
      <a:camera prst="orthographicFront"/>
      <a:lightRig rig="threePt" dir="t"/>
    </dgm:scene3d>
    <dgm:sp3d/>
    <dgm:txPr/>
    <dgm:style>
      <a:lnRef idx="2">
        <a:scrgbClr r="0" g="0" b="0"/>
      </a:lnRef>
      <a:fillRef idx="1">
        <a:scrgbClr r="0" g="0" b="0"/>
      </a:fillRef>
      <a:effectRef idx="0">
        <a:scrgbClr r="0" g="0" b="0"/>
      </a:effectRef>
      <a:fontRef idx="minor"/>
    </dgm:style>
  </dgm:styleLbl>
  <dgm:styleLbl name="bgShp">
    <dgm:scene3d>
      <a:camera prst="orthographicFront"/>
      <a:lightRig rig="threePt" dir="t"/>
    </dgm:scene3d>
    <dgm:sp3d/>
    <dgm:txPr/>
    <dgm:style>
      <a:lnRef idx="0">
        <a:scrgbClr r="0" g="0" b="0"/>
      </a:lnRef>
      <a:fillRef idx="1">
        <a:scrgbClr r="0" g="0" b="0"/>
      </a:fillRef>
      <a:effectRef idx="0">
        <a:scrgbClr r="0" g="0" b="0"/>
      </a:effectRef>
      <a:fontRef idx="minor"/>
    </dgm:style>
  </dgm:styleLbl>
  <dgm:styleLbl name="dkBgShp">
    <dgm:scene3d>
      <a:camera prst="orthographicFront"/>
      <a:lightRig rig="threePt" dir="t"/>
    </dgm:scene3d>
    <dgm:sp3d/>
    <dgm:txPr/>
    <dgm:style>
      <a:lnRef idx="0">
        <a:scrgbClr r="0" g="0" b="0"/>
      </a:lnRef>
      <a:fillRef idx="1">
        <a:scrgbClr r="0" g="0" b="0"/>
      </a:fillRef>
      <a:effectRef idx="0">
        <a:scrgbClr r="0" g="0" b="0"/>
      </a:effectRef>
      <a:fontRef idx="minor"/>
    </dgm:style>
  </dgm:styleLbl>
  <dgm:styleLbl name="trBgShp">
    <dgm:scene3d>
      <a:camera prst="orthographicFront"/>
      <a:lightRig rig="threePt" dir="t"/>
    </dgm:scene3d>
    <dgm:sp3d/>
    <dgm:txPr/>
    <dgm:style>
      <a:lnRef idx="0">
        <a:scrgbClr r="0" g="0" b="0"/>
      </a:lnRef>
      <a:fillRef idx="1">
        <a:scrgbClr r="0" g="0" b="0"/>
      </a:fillRef>
      <a:effectRef idx="0">
        <a:scrgbClr r="0" g="0" b="0"/>
      </a:effectRef>
      <a:fontRef idx="minor"/>
    </dgm:style>
  </dgm:styleLbl>
  <dgm:styleLbl name="fgShp">
    <dgm:scene3d>
      <a:camera prst="orthographicFront"/>
      <a:lightRig rig="threePt" dir="t"/>
    </dgm:scene3d>
    <dgm:sp3d/>
    <dgm:txPr/>
    <dgm:style>
      <a:lnRef idx="2">
        <a:scrgbClr r="0" g="0" b="0"/>
      </a:lnRef>
      <a:fillRef idx="1">
        <a:scrgbClr r="0" g="0" b="0"/>
      </a:fillRef>
      <a:effectRef idx="0">
        <a:scrgbClr r="0" g="0" b="0"/>
      </a:effectRef>
      <a:fontRef idx="minor"/>
    </dgm:style>
  </dgm:styleLbl>
  <dgm:styleLbl name="revTx">
    <dgm:scene3d>
      <a:camera prst="orthographicFront"/>
      <a:lightRig rig="threePt" dir="t"/>
    </dgm:scene3d>
    <dgm:sp3d/>
    <dgm:txPr/>
    <dgm:style>
      <a:lnRef idx="0">
        <a:scrgbClr r="0" g="0" b="0"/>
      </a:lnRef>
      <a:fillRef idx="0">
        <a:scrgbClr r="0" g="0" b="0"/>
      </a:fillRef>
      <a:effectRef idx="0">
        <a:scrgbClr r="0" g="0" b="0"/>
      </a:effectRef>
      <a:fontRef idx="minor"/>
    </dgm:style>
  </dgm:styleLbl>
</dgm:styleDef>
</file>

<file path=ppt/diagrams/quickStyle3.xml><?xml version="1.0" encoding="utf-8"?>
<dgm:styleDef xmlns:dgm="http://schemas.openxmlformats.org/drawingml/2006/diagram" xmlns:a="http://schemas.openxmlformats.org/drawingml/2006/main" uniqueId="urn:microsoft.com/office/officeart/2005/8/quickstyle/simple4">
  <dgm:title val=""/>
  <dgm:desc val=""/>
  <dgm:catLst>
    <dgm:cat type="simple" pri="10400"/>
  </dgm:catLst>
  <dgm:scene3d>
    <a:camera prst="orthographicFront"/>
    <a:lightRig rig="threePt" dir="t"/>
  </dgm:scene3d>
  <dgm:styleLbl name="node0">
    <dgm:scene3d>
      <a:camera prst="orthographicFront"/>
      <a:lightRig rig="threePt" dir="t"/>
    </dgm:scene3d>
    <dgm:sp3d/>
    <dgm:txPr/>
    <dgm:style>
      <a:lnRef idx="0">
        <a:scrgbClr r="0" g="0" b="0"/>
      </a:lnRef>
      <a:fillRef idx="3">
        <a:scrgbClr r="0" g="0" b="0"/>
      </a:fillRef>
      <a:effectRef idx="2">
        <a:scrgbClr r="0" g="0" b="0"/>
      </a:effectRef>
      <a:fontRef idx="minor">
        <a:schemeClr val="lt1"/>
      </a:fontRef>
    </dgm:style>
  </dgm:styleLbl>
  <dgm:styleLbl name="lnNode1">
    <dgm:scene3d>
      <a:camera prst="orthographicFront"/>
      <a:lightRig rig="threePt" dir="t"/>
    </dgm:scene3d>
    <dgm:sp3d/>
    <dgm:txPr/>
    <dgm:style>
      <a:lnRef idx="1">
        <a:scrgbClr r="0" g="0" b="0"/>
      </a:lnRef>
      <a:fillRef idx="3">
        <a:scrgbClr r="0" g="0" b="0"/>
      </a:fillRef>
      <a:effectRef idx="2">
        <a:scrgbClr r="0" g="0" b="0"/>
      </a:effectRef>
      <a:fontRef idx="minor">
        <a:schemeClr val="lt1"/>
      </a:fontRef>
    </dgm:style>
  </dgm:styleLbl>
  <dgm:styleLbl name="vennNode1">
    <dgm:scene3d>
      <a:camera prst="orthographicFront"/>
      <a:lightRig rig="threePt" dir="t"/>
    </dgm:scene3d>
    <dgm:sp3d/>
    <dgm:txPr/>
    <dgm:style>
      <a:lnRef idx="0">
        <a:scrgbClr r="0" g="0" b="0"/>
      </a:lnRef>
      <a:fillRef idx="3">
        <a:scrgbClr r="0" g="0" b="0"/>
      </a:fillRef>
      <a:effectRef idx="0">
        <a:scrgbClr r="0" g="0" b="0"/>
      </a:effectRef>
      <a:fontRef idx="minor">
        <a:schemeClr val="tx1"/>
      </a:fontRef>
    </dgm:style>
  </dgm:styleLbl>
  <dgm:styleLbl name="alignNode1">
    <dgm:scene3d>
      <a:camera prst="orthographicFront"/>
      <a:lightRig rig="threePt" dir="t"/>
    </dgm:scene3d>
    <dgm:sp3d/>
    <dgm:txPr/>
    <dgm:style>
      <a:lnRef idx="1">
        <a:scrgbClr r="0" g="0" b="0"/>
      </a:lnRef>
      <a:fillRef idx="3">
        <a:scrgbClr r="0" g="0" b="0"/>
      </a:fillRef>
      <a:effectRef idx="2">
        <a:scrgbClr r="0" g="0" b="0"/>
      </a:effectRef>
      <a:fontRef idx="minor">
        <a:schemeClr val="lt1"/>
      </a:fontRef>
    </dgm:style>
  </dgm:styleLbl>
  <dgm:styleLbl name="node1">
    <dgm:scene3d>
      <a:camera prst="orthographicFront"/>
      <a:lightRig rig="threePt" dir="t"/>
    </dgm:scene3d>
    <dgm:sp3d/>
    <dgm:txPr/>
    <dgm:style>
      <a:lnRef idx="0">
        <a:scrgbClr r="0" g="0" b="0"/>
      </a:lnRef>
      <a:fillRef idx="3">
        <a:scrgbClr r="0" g="0" b="0"/>
      </a:fillRef>
      <a:effectRef idx="2">
        <a:scrgbClr r="0" g="0" b="0"/>
      </a:effectRef>
      <a:fontRef idx="minor">
        <a:schemeClr val="lt1"/>
      </a:fontRef>
    </dgm:style>
  </dgm:styleLbl>
  <dgm:styleLbl name="node2">
    <dgm:scene3d>
      <a:camera prst="orthographicFront"/>
      <a:lightRig rig="threePt" dir="t"/>
    </dgm:scene3d>
    <dgm:sp3d/>
    <dgm:txPr/>
    <dgm:style>
      <a:lnRef idx="0">
        <a:scrgbClr r="0" g="0" b="0"/>
      </a:lnRef>
      <a:fillRef idx="3">
        <a:scrgbClr r="0" g="0" b="0"/>
      </a:fillRef>
      <a:effectRef idx="2">
        <a:scrgbClr r="0" g="0" b="0"/>
      </a:effectRef>
      <a:fontRef idx="minor">
        <a:schemeClr val="lt1"/>
      </a:fontRef>
    </dgm:style>
  </dgm:styleLbl>
  <dgm:styleLbl name="node3">
    <dgm:scene3d>
      <a:camera prst="orthographicFront"/>
      <a:lightRig rig="threePt" dir="t"/>
    </dgm:scene3d>
    <dgm:sp3d/>
    <dgm:txPr/>
    <dgm:style>
      <a:lnRef idx="0">
        <a:scrgbClr r="0" g="0" b="0"/>
      </a:lnRef>
      <a:fillRef idx="3">
        <a:scrgbClr r="0" g="0" b="0"/>
      </a:fillRef>
      <a:effectRef idx="2">
        <a:scrgbClr r="0" g="0" b="0"/>
      </a:effectRef>
      <a:fontRef idx="minor">
        <a:schemeClr val="lt1"/>
      </a:fontRef>
    </dgm:style>
  </dgm:styleLbl>
  <dgm:styleLbl name="node4">
    <dgm:scene3d>
      <a:camera prst="orthographicFront"/>
      <a:lightRig rig="threePt" dir="t"/>
    </dgm:scene3d>
    <dgm:sp3d/>
    <dgm:txPr/>
    <dgm:style>
      <a:lnRef idx="0">
        <a:scrgbClr r="0" g="0" b="0"/>
      </a:lnRef>
      <a:fillRef idx="3">
        <a:scrgbClr r="0" g="0" b="0"/>
      </a:fillRef>
      <a:effectRef idx="2">
        <a:scrgbClr r="0" g="0" b="0"/>
      </a:effectRef>
      <a:fontRef idx="minor">
        <a:schemeClr val="lt1"/>
      </a:fontRef>
    </dgm:style>
  </dgm:styleLbl>
  <dgm:styleLbl name="fgImgPlace1">
    <dgm:scene3d>
      <a:camera prst="orthographicFront"/>
      <a:lightRig rig="threePt" dir="t"/>
    </dgm:scene3d>
    <dgm:sp3d/>
    <dgm:txPr/>
    <dgm:style>
      <a:lnRef idx="0">
        <a:scrgbClr r="0" g="0" b="0"/>
      </a:lnRef>
      <a:fillRef idx="1">
        <a:scrgbClr r="0" g="0" b="0"/>
      </a:fillRef>
      <a:effectRef idx="2">
        <a:scrgbClr r="0" g="0" b="0"/>
      </a:effectRef>
      <a:fontRef idx="minor"/>
    </dgm:style>
  </dgm:styleLbl>
  <dgm:styleLbl name="alignImgPlace1">
    <dgm:scene3d>
      <a:camera prst="orthographicFront"/>
      <a:lightRig rig="threePt" dir="t"/>
    </dgm:scene3d>
    <dgm:sp3d/>
    <dgm:txPr/>
    <dgm:style>
      <a:lnRef idx="0">
        <a:scrgbClr r="0" g="0" b="0"/>
      </a:lnRef>
      <a:fillRef idx="1">
        <a:scrgbClr r="0" g="0" b="0"/>
      </a:fillRef>
      <a:effectRef idx="2">
        <a:scrgbClr r="0" g="0" b="0"/>
      </a:effectRef>
      <a:fontRef idx="minor"/>
    </dgm:style>
  </dgm:styleLbl>
  <dgm:styleLbl name="bgImgPlace1">
    <dgm:scene3d>
      <a:camera prst="orthographicFront"/>
      <a:lightRig rig="threePt" dir="t"/>
    </dgm:scene3d>
    <dgm:sp3d/>
    <dgm:txPr/>
    <dgm:style>
      <a:lnRef idx="0">
        <a:scrgbClr r="0" g="0" b="0"/>
      </a:lnRef>
      <a:fillRef idx="1">
        <a:scrgbClr r="0" g="0" b="0"/>
      </a:fillRef>
      <a:effectRef idx="2">
        <a:scrgbClr r="0" g="0" b="0"/>
      </a:effectRef>
      <a:fontRef idx="minor"/>
    </dgm:style>
  </dgm:styleLbl>
  <dgm:styleLbl name="sibTrans2D1">
    <dgm:scene3d>
      <a:camera prst="orthographicFront"/>
      <a:lightRig rig="threePt" dir="t"/>
    </dgm:scene3d>
    <dgm:sp3d/>
    <dgm:txPr/>
    <dgm:style>
      <a:lnRef idx="0">
        <a:scrgbClr r="0" g="0" b="0"/>
      </a:lnRef>
      <a:fillRef idx="3">
        <a:scrgbClr r="0" g="0" b="0"/>
      </a:fillRef>
      <a:effectRef idx="2">
        <a:scrgbClr r="0" g="0" b="0"/>
      </a:effectRef>
      <a:fontRef idx="minor">
        <a:schemeClr val="lt1"/>
      </a:fontRef>
    </dgm:style>
  </dgm:styleLbl>
  <dgm:styleLbl name="fgSibTrans2D1">
    <dgm:scene3d>
      <a:camera prst="orthographicFront"/>
      <a:lightRig rig="threePt" dir="t"/>
    </dgm:scene3d>
    <dgm:sp3d/>
    <dgm:txPr/>
    <dgm:style>
      <a:lnRef idx="0">
        <a:scrgbClr r="0" g="0" b="0"/>
      </a:lnRef>
      <a:fillRef idx="3">
        <a:scrgbClr r="0" g="0" b="0"/>
      </a:fillRef>
      <a:effectRef idx="2">
        <a:scrgbClr r="0" g="0" b="0"/>
      </a:effectRef>
      <a:fontRef idx="minor">
        <a:schemeClr val="lt1"/>
      </a:fontRef>
    </dgm:style>
  </dgm:styleLbl>
  <dgm:styleLbl name="bgSibTrans2D1">
    <dgm:scene3d>
      <a:camera prst="orthographicFront"/>
      <a:lightRig rig="threePt" dir="t"/>
    </dgm:scene3d>
    <dgm:sp3d/>
    <dgm:txPr/>
    <dgm:style>
      <a:lnRef idx="0">
        <a:scrgbClr r="0" g="0" b="0"/>
      </a:lnRef>
      <a:fillRef idx="3">
        <a:scrgbClr r="0" g="0" b="0"/>
      </a:fillRef>
      <a:effectRef idx="2">
        <a:scrgbClr r="0" g="0" b="0"/>
      </a:effectRef>
      <a:fontRef idx="minor">
        <a:schemeClr val="lt1"/>
      </a:fontRef>
    </dgm:style>
  </dgm:styleLbl>
  <dgm:styleLbl name="sibTrans1D1">
    <dgm:scene3d>
      <a:camera prst="orthographicFront"/>
      <a:lightRig rig="threePt" dir="t"/>
    </dgm:scene3d>
    <dgm:sp3d/>
    <dgm:txPr/>
    <dgm:style>
      <a:lnRef idx="1">
        <a:scrgbClr r="0" g="0" b="0"/>
      </a:lnRef>
      <a:fillRef idx="0">
        <a:scrgbClr r="0" g="0" b="0"/>
      </a:fillRef>
      <a:effectRef idx="0">
        <a:scrgbClr r="0" g="0" b="0"/>
      </a:effectRef>
      <a:fontRef idx="minor"/>
    </dgm:style>
  </dgm:styleLbl>
  <dgm:styleLbl name="callout">
    <dgm:scene3d>
      <a:camera prst="orthographicFront"/>
      <a:lightRig rig="threePt" dir="t"/>
    </dgm:scene3d>
    <dgm:sp3d/>
    <dgm:txPr/>
    <dgm:style>
      <a:lnRef idx="2">
        <a:scrgbClr r="0" g="0" b="0"/>
      </a:lnRef>
      <a:fillRef idx="1">
        <a:scrgbClr r="0" g="0" b="0"/>
      </a:fillRef>
      <a:effectRef idx="1">
        <a:scrgbClr r="0" g="0" b="0"/>
      </a:effectRef>
      <a:fontRef idx="minor"/>
    </dgm:style>
  </dgm:styleLbl>
  <dgm:styleLbl name="asst0">
    <dgm:scene3d>
      <a:camera prst="orthographicFront"/>
      <a:lightRig rig="threePt" dir="t"/>
    </dgm:scene3d>
    <dgm:sp3d/>
    <dgm:txPr/>
    <dgm:style>
      <a:lnRef idx="0">
        <a:scrgbClr r="0" g="0" b="0"/>
      </a:lnRef>
      <a:fillRef idx="3">
        <a:scrgbClr r="0" g="0" b="0"/>
      </a:fillRef>
      <a:effectRef idx="2">
        <a:scrgbClr r="0" g="0" b="0"/>
      </a:effectRef>
      <a:fontRef idx="minor">
        <a:schemeClr val="lt1"/>
      </a:fontRef>
    </dgm:style>
  </dgm:styleLbl>
  <dgm:styleLbl name="asst1">
    <dgm:scene3d>
      <a:camera prst="orthographicFront"/>
      <a:lightRig rig="threePt" dir="t"/>
    </dgm:scene3d>
    <dgm:sp3d/>
    <dgm:txPr/>
    <dgm:style>
      <a:lnRef idx="0">
        <a:scrgbClr r="0" g="0" b="0"/>
      </a:lnRef>
      <a:fillRef idx="3">
        <a:scrgbClr r="0" g="0" b="0"/>
      </a:fillRef>
      <a:effectRef idx="2">
        <a:scrgbClr r="0" g="0" b="0"/>
      </a:effectRef>
      <a:fontRef idx="minor">
        <a:schemeClr val="lt1"/>
      </a:fontRef>
    </dgm:style>
  </dgm:styleLbl>
  <dgm:styleLbl name="asst2">
    <dgm:scene3d>
      <a:camera prst="orthographicFront"/>
      <a:lightRig rig="threePt" dir="t"/>
    </dgm:scene3d>
    <dgm:sp3d/>
    <dgm:txPr/>
    <dgm:style>
      <a:lnRef idx="0">
        <a:scrgbClr r="0" g="0" b="0"/>
      </a:lnRef>
      <a:fillRef idx="3">
        <a:scrgbClr r="0" g="0" b="0"/>
      </a:fillRef>
      <a:effectRef idx="2">
        <a:scrgbClr r="0" g="0" b="0"/>
      </a:effectRef>
      <a:fontRef idx="minor">
        <a:schemeClr val="lt1"/>
      </a:fontRef>
    </dgm:style>
  </dgm:styleLbl>
  <dgm:styleLbl name="asst3">
    <dgm:scene3d>
      <a:camera prst="orthographicFront"/>
      <a:lightRig rig="threePt" dir="t"/>
    </dgm:scene3d>
    <dgm:sp3d/>
    <dgm:txPr/>
    <dgm:style>
      <a:lnRef idx="0">
        <a:scrgbClr r="0" g="0" b="0"/>
      </a:lnRef>
      <a:fillRef idx="3">
        <a:scrgbClr r="0" g="0" b="0"/>
      </a:fillRef>
      <a:effectRef idx="2">
        <a:scrgbClr r="0" g="0" b="0"/>
      </a:effectRef>
      <a:fontRef idx="minor">
        <a:schemeClr val="lt1"/>
      </a:fontRef>
    </dgm:style>
  </dgm:styleLbl>
  <dgm:styleLbl name="asst4">
    <dgm:scene3d>
      <a:camera prst="orthographicFront"/>
      <a:lightRig rig="threePt" dir="t"/>
    </dgm:scene3d>
    <dgm:sp3d/>
    <dgm:txPr/>
    <dgm:style>
      <a:lnRef idx="0">
        <a:scrgbClr r="0" g="0" b="0"/>
      </a:lnRef>
      <a:fillRef idx="3">
        <a:scrgbClr r="0" g="0" b="0"/>
      </a:fillRef>
      <a:effectRef idx="2">
        <a:scrgbClr r="0" g="0" b="0"/>
      </a:effectRef>
      <a:fontRef idx="minor">
        <a:schemeClr val="lt1"/>
      </a:fontRef>
    </dgm:style>
  </dgm:styleLbl>
  <dgm:styleLbl name="parChTrans2D1">
    <dgm:scene3d>
      <a:camera prst="orthographicFront"/>
      <a:lightRig rig="threePt" dir="t"/>
    </dgm:scene3d>
    <dgm:sp3d/>
    <dgm:txPr/>
    <dgm:style>
      <a:lnRef idx="0">
        <a:scrgbClr r="0" g="0" b="0"/>
      </a:lnRef>
      <a:fillRef idx="3">
        <a:scrgbClr r="0" g="0" b="0"/>
      </a:fillRef>
      <a:effectRef idx="2">
        <a:scrgbClr r="0" g="0" b="0"/>
      </a:effectRef>
      <a:fontRef idx="minor">
        <a:schemeClr val="lt1"/>
      </a:fontRef>
    </dgm:style>
  </dgm:styleLbl>
  <dgm:styleLbl name="parChTrans2D2">
    <dgm:scene3d>
      <a:camera prst="orthographicFront"/>
      <a:lightRig rig="threePt" dir="t"/>
    </dgm:scene3d>
    <dgm:sp3d/>
    <dgm:txPr/>
    <dgm:style>
      <a:lnRef idx="0">
        <a:scrgbClr r="0" g="0" b="0"/>
      </a:lnRef>
      <a:fillRef idx="3">
        <a:scrgbClr r="0" g="0" b="0"/>
      </a:fillRef>
      <a:effectRef idx="2">
        <a:scrgbClr r="0" g="0" b="0"/>
      </a:effectRef>
      <a:fontRef idx="minor">
        <a:schemeClr val="lt1"/>
      </a:fontRef>
    </dgm:style>
  </dgm:styleLbl>
  <dgm:styleLbl name="parChTrans2D3">
    <dgm:scene3d>
      <a:camera prst="orthographicFront"/>
      <a:lightRig rig="threePt" dir="t"/>
    </dgm:scene3d>
    <dgm:sp3d/>
    <dgm:txPr/>
    <dgm:style>
      <a:lnRef idx="1">
        <a:scrgbClr r="0" g="0" b="0"/>
      </a:lnRef>
      <a:fillRef idx="3">
        <a:scrgbClr r="0" g="0" b="0"/>
      </a:fillRef>
      <a:effectRef idx="2">
        <a:scrgbClr r="0" g="0" b="0"/>
      </a:effectRef>
      <a:fontRef idx="minor">
        <a:schemeClr val="lt1"/>
      </a:fontRef>
    </dgm:style>
  </dgm:styleLbl>
  <dgm:styleLbl name="parChTrans2D4">
    <dgm:scene3d>
      <a:camera prst="orthographicFront"/>
      <a:lightRig rig="threePt" dir="t"/>
    </dgm:scene3d>
    <dgm:sp3d/>
    <dgm:txPr/>
    <dgm:style>
      <a:lnRef idx="1">
        <a:scrgbClr r="0" g="0" b="0"/>
      </a:lnRef>
      <a:fillRef idx="3">
        <a:scrgbClr r="0" g="0" b="0"/>
      </a:fillRef>
      <a:effectRef idx="2">
        <a:scrgbClr r="0" g="0" b="0"/>
      </a:effectRef>
      <a:fontRef idx="minor">
        <a:schemeClr val="lt1"/>
      </a:fontRef>
    </dgm:style>
  </dgm:styleLbl>
  <dgm:styleLbl name="parChTrans1D1">
    <dgm:scene3d>
      <a:camera prst="orthographicFront"/>
      <a:lightRig rig="threePt" dir="t"/>
    </dgm:scene3d>
    <dgm:sp3d/>
    <dgm:txPr/>
    <dgm:style>
      <a:lnRef idx="1">
        <a:scrgbClr r="0" g="0" b="0"/>
      </a:lnRef>
      <a:fillRef idx="0">
        <a:scrgbClr r="0" g="0" b="0"/>
      </a:fillRef>
      <a:effectRef idx="0">
        <a:scrgbClr r="0" g="0" b="0"/>
      </a:effectRef>
      <a:fontRef idx="minor"/>
    </dgm:style>
  </dgm:styleLbl>
  <dgm:styleLbl name="parChTrans1D2">
    <dgm:scene3d>
      <a:camera prst="orthographicFront"/>
      <a:lightRig rig="threePt" dir="t"/>
    </dgm:scene3d>
    <dgm:sp3d/>
    <dgm:txPr/>
    <dgm:style>
      <a:lnRef idx="1">
        <a:scrgbClr r="0" g="0" b="0"/>
      </a:lnRef>
      <a:fillRef idx="0">
        <a:scrgbClr r="0" g="0" b="0"/>
      </a:fillRef>
      <a:effectRef idx="0">
        <a:scrgbClr r="0" g="0" b="0"/>
      </a:effectRef>
      <a:fontRef idx="minor"/>
    </dgm:style>
  </dgm:styleLbl>
  <dgm:styleLbl name="parChTrans1D3">
    <dgm:scene3d>
      <a:camera prst="orthographicFront"/>
      <a:lightRig rig="threePt" dir="t"/>
    </dgm:scene3d>
    <dgm:sp3d/>
    <dgm:txPr/>
    <dgm:style>
      <a:lnRef idx="1">
        <a:scrgbClr r="0" g="0" b="0"/>
      </a:lnRef>
      <a:fillRef idx="0">
        <a:scrgbClr r="0" g="0" b="0"/>
      </a:fillRef>
      <a:effectRef idx="0">
        <a:scrgbClr r="0" g="0" b="0"/>
      </a:effectRef>
      <a:fontRef idx="minor"/>
    </dgm:style>
  </dgm:styleLbl>
  <dgm:styleLbl name="parChTrans1D4">
    <dgm:scene3d>
      <a:camera prst="orthographicFront"/>
      <a:lightRig rig="threePt" dir="t"/>
    </dgm:scene3d>
    <dgm:sp3d/>
    <dgm:txPr/>
    <dgm:style>
      <a:lnRef idx="1">
        <a:scrgbClr r="0" g="0" b="0"/>
      </a:lnRef>
      <a:fillRef idx="0">
        <a:scrgbClr r="0" g="0" b="0"/>
      </a:fillRef>
      <a:effectRef idx="0">
        <a:scrgbClr r="0" g="0" b="0"/>
      </a:effectRef>
      <a:fontRef idx="minor"/>
    </dgm:style>
  </dgm:styleLbl>
  <dgm:styleLbl name="fgAcc1">
    <dgm:scene3d>
      <a:camera prst="orthographicFront"/>
      <a:lightRig rig="threePt" dir="t"/>
    </dgm:scene3d>
    <dgm:sp3d/>
    <dgm:txPr/>
    <dgm:style>
      <a:lnRef idx="1">
        <a:scrgbClr r="0" g="0" b="0"/>
      </a:lnRef>
      <a:fillRef idx="1">
        <a:scrgbClr r="0" g="0" b="0"/>
      </a:fillRef>
      <a:effectRef idx="0">
        <a:scrgbClr r="0" g="0" b="0"/>
      </a:effectRef>
      <a:fontRef idx="minor"/>
    </dgm:style>
  </dgm:styleLbl>
  <dgm:styleLbl name="conFgAcc1">
    <dgm:scene3d>
      <a:camera prst="orthographicFront"/>
      <a:lightRig rig="threePt" dir="t"/>
    </dgm:scene3d>
    <dgm:sp3d/>
    <dgm:txPr/>
    <dgm:style>
      <a:lnRef idx="1">
        <a:scrgbClr r="0" g="0" b="0"/>
      </a:lnRef>
      <a:fillRef idx="1">
        <a:scrgbClr r="0" g="0" b="0"/>
      </a:fillRef>
      <a:effectRef idx="0">
        <a:scrgbClr r="0" g="0" b="0"/>
      </a:effectRef>
      <a:fontRef idx="minor"/>
    </dgm:style>
  </dgm:styleLbl>
  <dgm:styleLbl name="alignAcc1">
    <dgm:scene3d>
      <a:camera prst="orthographicFront"/>
      <a:lightRig rig="threePt" dir="t"/>
    </dgm:scene3d>
    <dgm:sp3d/>
    <dgm:txPr/>
    <dgm:style>
      <a:lnRef idx="1">
        <a:scrgbClr r="0" g="0" b="0"/>
      </a:lnRef>
      <a:fillRef idx="1">
        <a:scrgbClr r="0" g="0" b="0"/>
      </a:fillRef>
      <a:effectRef idx="0">
        <a:scrgbClr r="0" g="0" b="0"/>
      </a:effectRef>
      <a:fontRef idx="minor"/>
    </dgm:style>
  </dgm:styleLbl>
  <dgm:styleLbl name="trAlignAcc1">
    <dgm:scene3d>
      <a:camera prst="orthographicFront"/>
      <a:lightRig rig="threePt" dir="t"/>
    </dgm:scene3d>
    <dgm:sp3d/>
    <dgm:txPr/>
    <dgm:style>
      <a:lnRef idx="1">
        <a:scrgbClr r="0" g="0" b="0"/>
      </a:lnRef>
      <a:fillRef idx="1">
        <a:scrgbClr r="0" g="0" b="0"/>
      </a:fillRef>
      <a:effectRef idx="0">
        <a:scrgbClr r="0" g="0" b="0"/>
      </a:effectRef>
      <a:fontRef idx="minor"/>
    </dgm:style>
  </dgm:styleLbl>
  <dgm:styleLbl name="bgAcc1">
    <dgm:scene3d>
      <a:camera prst="orthographicFront"/>
      <a:lightRig rig="threePt" dir="t"/>
    </dgm:scene3d>
    <dgm:sp3d/>
    <dgm:txPr/>
    <dgm:style>
      <a:lnRef idx="1">
        <a:scrgbClr r="0" g="0" b="0"/>
      </a:lnRef>
      <a:fillRef idx="1">
        <a:scrgbClr r="0" g="0" b="0"/>
      </a:fillRef>
      <a:effectRef idx="0">
        <a:scrgbClr r="0" g="0" b="0"/>
      </a:effectRef>
      <a:fontRef idx="minor"/>
    </dgm:style>
  </dgm:styleLbl>
  <dgm:styleLbl name="solidFgAcc1">
    <dgm:scene3d>
      <a:camera prst="orthographicFront"/>
      <a:lightRig rig="threePt" dir="t"/>
    </dgm:scene3d>
    <dgm:sp3d/>
    <dgm:txPr/>
    <dgm:style>
      <a:lnRef idx="1">
        <a:scrgbClr r="0" g="0" b="0"/>
      </a:lnRef>
      <a:fillRef idx="1">
        <a:scrgbClr r="0" g="0" b="0"/>
      </a:fillRef>
      <a:effectRef idx="0">
        <a:scrgbClr r="0" g="0" b="0"/>
      </a:effectRef>
      <a:fontRef idx="minor"/>
    </dgm:style>
  </dgm:styleLbl>
  <dgm:styleLbl name="solidAlignAcc1">
    <dgm:scene3d>
      <a:camera prst="orthographicFront"/>
      <a:lightRig rig="threePt" dir="t"/>
    </dgm:scene3d>
    <dgm:sp3d/>
    <dgm:txPr/>
    <dgm:style>
      <a:lnRef idx="1">
        <a:scrgbClr r="0" g="0" b="0"/>
      </a:lnRef>
      <a:fillRef idx="1">
        <a:scrgbClr r="0" g="0" b="0"/>
      </a:fillRef>
      <a:effectRef idx="0">
        <a:scrgbClr r="0" g="0" b="0"/>
      </a:effectRef>
      <a:fontRef idx="minor"/>
    </dgm:style>
  </dgm:styleLbl>
  <dgm:styleLbl name="solidBgAcc1">
    <dgm:scene3d>
      <a:camera prst="orthographicFront"/>
      <a:lightRig rig="threePt" dir="t"/>
    </dgm:scene3d>
    <dgm:sp3d/>
    <dgm:txPr/>
    <dgm:style>
      <a:lnRef idx="1">
        <a:scrgbClr r="0" g="0" b="0"/>
      </a:lnRef>
      <a:fillRef idx="1">
        <a:scrgbClr r="0" g="0" b="0"/>
      </a:fillRef>
      <a:effectRef idx="0">
        <a:scrgbClr r="0" g="0" b="0"/>
      </a:effectRef>
      <a:fontRef idx="minor"/>
    </dgm:style>
  </dgm:styleLbl>
  <dgm:styleLbl name="fgAccFollowNode1">
    <dgm:scene3d>
      <a:camera prst="orthographicFront"/>
      <a:lightRig rig="threePt" dir="t"/>
    </dgm:scene3d>
    <dgm:sp3d/>
    <dgm:txPr/>
    <dgm:style>
      <a:lnRef idx="1">
        <a:scrgbClr r="0" g="0" b="0"/>
      </a:lnRef>
      <a:fillRef idx="1">
        <a:scrgbClr r="0" g="0" b="0"/>
      </a:fillRef>
      <a:effectRef idx="0">
        <a:scrgbClr r="0" g="0" b="0"/>
      </a:effectRef>
      <a:fontRef idx="minor"/>
    </dgm:style>
  </dgm:styleLbl>
  <dgm:styleLbl name="alignAccFollowNode1">
    <dgm:scene3d>
      <a:camera prst="orthographicFront"/>
      <a:lightRig rig="threePt" dir="t"/>
    </dgm:scene3d>
    <dgm:sp3d/>
    <dgm:txPr/>
    <dgm:style>
      <a:lnRef idx="1">
        <a:scrgbClr r="0" g="0" b="0"/>
      </a:lnRef>
      <a:fillRef idx="1">
        <a:scrgbClr r="0" g="0" b="0"/>
      </a:fillRef>
      <a:effectRef idx="0">
        <a:scrgbClr r="0" g="0" b="0"/>
      </a:effectRef>
      <a:fontRef idx="minor"/>
    </dgm:style>
  </dgm:styleLbl>
  <dgm:styleLbl name="bgAccFollowNode1">
    <dgm:scene3d>
      <a:camera prst="orthographicFront"/>
      <a:lightRig rig="threePt" dir="t"/>
    </dgm:scene3d>
    <dgm:sp3d/>
    <dgm:txPr/>
    <dgm:style>
      <a:lnRef idx="1">
        <a:scrgbClr r="0" g="0" b="0"/>
      </a:lnRef>
      <a:fillRef idx="1">
        <a:scrgbClr r="0" g="0" b="0"/>
      </a:fillRef>
      <a:effectRef idx="0">
        <a:scrgbClr r="0" g="0" b="0"/>
      </a:effectRef>
      <a:fontRef idx="minor"/>
    </dgm:style>
  </dgm:styleLbl>
  <dgm:styleLbl name="fgAcc0">
    <dgm:scene3d>
      <a:camera prst="orthographicFront"/>
      <a:lightRig rig="threePt" dir="t"/>
    </dgm:scene3d>
    <dgm:sp3d/>
    <dgm:txPr/>
    <dgm:style>
      <a:lnRef idx="1">
        <a:scrgbClr r="0" g="0" b="0"/>
      </a:lnRef>
      <a:fillRef idx="1">
        <a:scrgbClr r="0" g="0" b="0"/>
      </a:fillRef>
      <a:effectRef idx="0">
        <a:scrgbClr r="0" g="0" b="0"/>
      </a:effectRef>
      <a:fontRef idx="minor"/>
    </dgm:style>
  </dgm:styleLbl>
  <dgm:styleLbl name="fgAcc2">
    <dgm:scene3d>
      <a:camera prst="orthographicFront"/>
      <a:lightRig rig="threePt" dir="t"/>
    </dgm:scene3d>
    <dgm:sp3d/>
    <dgm:txPr/>
    <dgm:style>
      <a:lnRef idx="1">
        <a:scrgbClr r="0" g="0" b="0"/>
      </a:lnRef>
      <a:fillRef idx="1">
        <a:scrgbClr r="0" g="0" b="0"/>
      </a:fillRef>
      <a:effectRef idx="0">
        <a:scrgbClr r="0" g="0" b="0"/>
      </a:effectRef>
      <a:fontRef idx="minor"/>
    </dgm:style>
  </dgm:styleLbl>
  <dgm:styleLbl name="fgAcc3">
    <dgm:scene3d>
      <a:camera prst="orthographicFront"/>
      <a:lightRig rig="threePt" dir="t"/>
    </dgm:scene3d>
    <dgm:sp3d/>
    <dgm:txPr/>
    <dgm:style>
      <a:lnRef idx="1">
        <a:scrgbClr r="0" g="0" b="0"/>
      </a:lnRef>
      <a:fillRef idx="1">
        <a:scrgbClr r="0" g="0" b="0"/>
      </a:fillRef>
      <a:effectRef idx="0">
        <a:scrgbClr r="0" g="0" b="0"/>
      </a:effectRef>
      <a:fontRef idx="minor"/>
    </dgm:style>
  </dgm:styleLbl>
  <dgm:styleLbl name="fgAcc4">
    <dgm:scene3d>
      <a:camera prst="orthographicFront"/>
      <a:lightRig rig="threePt" dir="t"/>
    </dgm:scene3d>
    <dgm:sp3d/>
    <dgm:txPr/>
    <dgm:style>
      <a:lnRef idx="1">
        <a:scrgbClr r="0" g="0" b="0"/>
      </a:lnRef>
      <a:fillRef idx="1">
        <a:scrgbClr r="0" g="0" b="0"/>
      </a:fillRef>
      <a:effectRef idx="0">
        <a:scrgbClr r="0" g="0" b="0"/>
      </a:effectRef>
      <a:fontRef idx="minor"/>
    </dgm:style>
  </dgm:styleLbl>
  <dgm:styleLbl name="bgShp">
    <dgm:scene3d>
      <a:camera prst="orthographicFront"/>
      <a:lightRig rig="threePt" dir="t"/>
    </dgm:scene3d>
    <dgm:sp3d/>
    <dgm:txPr/>
    <dgm:style>
      <a:lnRef idx="0">
        <a:scrgbClr r="0" g="0" b="0"/>
      </a:lnRef>
      <a:fillRef idx="1">
        <a:scrgbClr r="0" g="0" b="0"/>
      </a:fillRef>
      <a:effectRef idx="2">
        <a:scrgbClr r="0" g="0" b="0"/>
      </a:effectRef>
      <a:fontRef idx="minor"/>
    </dgm:style>
  </dgm:styleLbl>
  <dgm:styleLbl name="dkBgShp">
    <dgm:scene3d>
      <a:camera prst="orthographicFront"/>
      <a:lightRig rig="threePt" dir="t"/>
    </dgm:scene3d>
    <dgm:sp3d/>
    <dgm:txPr/>
    <dgm:style>
      <a:lnRef idx="0">
        <a:scrgbClr r="0" g="0" b="0"/>
      </a:lnRef>
      <a:fillRef idx="1">
        <a:scrgbClr r="0" g="0" b="0"/>
      </a:fillRef>
      <a:effectRef idx="2">
        <a:scrgbClr r="0" g="0" b="0"/>
      </a:effectRef>
      <a:fontRef idx="minor"/>
    </dgm:style>
  </dgm:styleLbl>
  <dgm:styleLbl name="trBgShp">
    <dgm:scene3d>
      <a:camera prst="orthographicFront"/>
      <a:lightRig rig="threePt" dir="t"/>
    </dgm:scene3d>
    <dgm:sp3d/>
    <dgm:txPr/>
    <dgm:style>
      <a:lnRef idx="0">
        <a:scrgbClr r="0" g="0" b="0"/>
      </a:lnRef>
      <a:fillRef idx="1">
        <a:scrgbClr r="0" g="0" b="0"/>
      </a:fillRef>
      <a:effectRef idx="0">
        <a:scrgbClr r="0" g="0" b="0"/>
      </a:effectRef>
      <a:fontRef idx="minor"/>
    </dgm:style>
  </dgm:styleLbl>
  <dgm:styleLbl name="fgShp">
    <dgm:scene3d>
      <a:camera prst="orthographicFront"/>
      <a:lightRig rig="threePt" dir="t"/>
    </dgm:scene3d>
    <dgm:sp3d/>
    <dgm:txPr/>
    <dgm:style>
      <a:lnRef idx="0">
        <a:scrgbClr r="0" g="0" b="0"/>
      </a:lnRef>
      <a:fillRef idx="3">
        <a:scrgbClr r="0" g="0" b="0"/>
      </a:fillRef>
      <a:effectRef idx="2">
        <a:scrgbClr r="0" g="0" b="0"/>
      </a:effectRef>
      <a:fontRef idx="minor"/>
    </dgm:style>
  </dgm:styleLbl>
  <dgm:styleLbl name="revTx">
    <dgm:scene3d>
      <a:camera prst="orthographicFront"/>
      <a:lightRig rig="threePt" dir="t"/>
    </dgm:scene3d>
    <dgm:sp3d/>
    <dgm:txPr/>
    <dgm:style>
      <a:lnRef idx="0">
        <a:scrgbClr r="0" g="0" b="0"/>
      </a:lnRef>
      <a:fillRef idx="0">
        <a:scrgbClr r="0" g="0" b="0"/>
      </a:fillRef>
      <a:effectRef idx="0">
        <a:scrgbClr r="0" g="0" b="0"/>
      </a:effectRef>
      <a:fontRef idx="minor"/>
    </dgm:style>
  </dgm:styleLbl>
</dgm:styleDef>
</file>

<file path=ppt/notesMasters/_rels/notesMaster1.xml.rels><?xml version="1.0" encoding="UTF-8" standalone="yes"?>
<Relationships xmlns="http://schemas.openxmlformats.org/package/2006/relationships"><Relationship Id="rId1" Type="http://schemas.openxmlformats.org/officeDocument/2006/relationships/theme" Target="../theme/theme2.xml"/></Relationships>
</file>

<file path=ppt/notesMasters/notesMaster1.xml><?xml version="1.0" encoding="utf-8"?>
<p:notesMaster xmlns:a="http://schemas.openxmlformats.org/drawingml/2006/main" xmlns:r="http://schemas.openxmlformats.org/officeDocument/2006/relationships" xmlns:p="http://schemas.openxmlformats.org/presentationml/2006/main">
  <p:cSld>
    <p:bg>
      <p:bgRef idx="1001">
        <a:schemeClr val="bg1"/>
      </p:bgRef>
    </p:bg>
    <p:spTree>
      <p:nvGrpSpPr>
        <p:cNvPr id="1" name=""/>
        <p:cNvGrpSpPr/>
        <p:nvPr/>
      </p:nvGrpSpPr>
      <p:grpSpPr>
        <a:xfrm>
          <a:off x="0" y="0"/>
          <a:ext cx="0" cy="0"/>
          <a:chOff x="0" y="0"/>
          <a:chExt cx="0" cy="0"/>
        </a:xfrm>
      </p:grpSpPr>
      <p:sp>
        <p:nvSpPr>
          <p:cNvPr id="2" name="Header Placeholder 1"/>
          <p:cNvSpPr>
            <a:spLocks noGrp="1"/>
          </p:cNvSpPr>
          <p:nvPr>
            <p:ph type="hdr" sz="quarter"/>
          </p:nvPr>
        </p:nvSpPr>
        <p:spPr>
          <a:xfrm>
            <a:off x="0" y="0"/>
            <a:ext cx="3169920" cy="480060"/>
          </a:xfrm>
          <a:prstGeom prst="rect">
            <a:avLst/>
          </a:prstGeom>
        </p:spPr>
        <p:txBody>
          <a:bodyPr vert="horz" lIns="96661" tIns="48331" rIns="96661" bIns="48331" rtlCol="0"/>
          <a:lstStyle>
            <a:lvl1pPr algn="l">
              <a:defRPr sz="1300"/>
            </a:lvl1pPr>
          </a:lstStyle>
          <a:p>
            <a:endParaRPr lang="en-US"/>
          </a:p>
        </p:txBody>
      </p:sp>
      <p:sp>
        <p:nvSpPr>
          <p:cNvPr id="3" name="Date Placeholder 2"/>
          <p:cNvSpPr>
            <a:spLocks noGrp="1"/>
          </p:cNvSpPr>
          <p:nvPr>
            <p:ph type="dt" idx="1"/>
          </p:nvPr>
        </p:nvSpPr>
        <p:spPr>
          <a:xfrm>
            <a:off x="4143587" y="0"/>
            <a:ext cx="3169920" cy="480060"/>
          </a:xfrm>
          <a:prstGeom prst="rect">
            <a:avLst/>
          </a:prstGeom>
        </p:spPr>
        <p:txBody>
          <a:bodyPr vert="horz" lIns="96661" tIns="48331" rIns="96661" bIns="48331" rtlCol="0"/>
          <a:lstStyle>
            <a:lvl1pPr algn="r">
              <a:defRPr sz="1300"/>
            </a:lvl1pPr>
          </a:lstStyle>
          <a:p>
            <a:fld id="{71CA99E0-E95C-4F1B-B0F2-4565A2B40149}" type="datetimeFigureOut">
              <a:rPr lang="en-US" smtClean="0"/>
              <a:pPr/>
              <a:t>11/13/2025</a:t>
            </a:fld>
            <a:endParaRPr lang="en-US"/>
          </a:p>
        </p:txBody>
      </p:sp>
      <p:sp>
        <p:nvSpPr>
          <p:cNvPr id="4" name="Slide Image Placeholder 3"/>
          <p:cNvSpPr>
            <a:spLocks noGrp="1" noRot="1" noChangeAspect="1"/>
          </p:cNvSpPr>
          <p:nvPr>
            <p:ph type="sldImg" idx="2"/>
          </p:nvPr>
        </p:nvSpPr>
        <p:spPr>
          <a:xfrm>
            <a:off x="1257300" y="720725"/>
            <a:ext cx="4800600" cy="3600450"/>
          </a:xfrm>
          <a:prstGeom prst="rect">
            <a:avLst/>
          </a:prstGeom>
          <a:noFill/>
          <a:ln w="12700">
            <a:solidFill>
              <a:prstClr val="black"/>
            </a:solidFill>
          </a:ln>
        </p:spPr>
        <p:txBody>
          <a:bodyPr vert="horz" lIns="96661" tIns="48331" rIns="96661" bIns="48331" rtlCol="0" anchor="ctr"/>
          <a:lstStyle/>
          <a:p>
            <a:endParaRPr lang="en-US"/>
          </a:p>
        </p:txBody>
      </p:sp>
      <p:sp>
        <p:nvSpPr>
          <p:cNvPr id="5" name="Notes Placeholder 4"/>
          <p:cNvSpPr>
            <a:spLocks noGrp="1"/>
          </p:cNvSpPr>
          <p:nvPr>
            <p:ph type="body" sz="quarter" idx="3"/>
          </p:nvPr>
        </p:nvSpPr>
        <p:spPr>
          <a:xfrm>
            <a:off x="731520" y="4560570"/>
            <a:ext cx="5852160" cy="4320540"/>
          </a:xfrm>
          <a:prstGeom prst="rect">
            <a:avLst/>
          </a:prstGeom>
        </p:spPr>
        <p:txBody>
          <a:bodyPr vert="horz" lIns="96661" tIns="48331" rIns="96661" bIns="48331" rtlCol="0">
            <a:normAutofit/>
          </a:bodyPr>
          <a:lstStyle/>
          <a:p>
            <a:pPr lvl="0"/>
            <a:r>
              <a:rPr lang="en-US"/>
              <a:t>Click to edit Master text styles</a:t>
            </a:r>
          </a:p>
          <a:p>
            <a:pPr lvl="1"/>
            <a:r>
              <a:rPr lang="en-US"/>
              <a:t>Second level</a:t>
            </a:r>
          </a:p>
          <a:p>
            <a:pPr lvl="2"/>
            <a:r>
              <a:rPr lang="en-US"/>
              <a:t>Third level</a:t>
            </a:r>
          </a:p>
          <a:p>
            <a:pPr lvl="3"/>
            <a:r>
              <a:rPr lang="en-US"/>
              <a:t>Fourth level</a:t>
            </a:r>
          </a:p>
          <a:p>
            <a:pPr lvl="4"/>
            <a:r>
              <a:rPr lang="en-US"/>
              <a:t>Fifth level</a:t>
            </a:r>
          </a:p>
        </p:txBody>
      </p:sp>
      <p:sp>
        <p:nvSpPr>
          <p:cNvPr id="6" name="Footer Placeholder 5"/>
          <p:cNvSpPr>
            <a:spLocks noGrp="1"/>
          </p:cNvSpPr>
          <p:nvPr>
            <p:ph type="ftr" sz="quarter" idx="4"/>
          </p:nvPr>
        </p:nvSpPr>
        <p:spPr>
          <a:xfrm>
            <a:off x="0" y="9119474"/>
            <a:ext cx="3169920" cy="480060"/>
          </a:xfrm>
          <a:prstGeom prst="rect">
            <a:avLst/>
          </a:prstGeom>
        </p:spPr>
        <p:txBody>
          <a:bodyPr vert="horz" lIns="96661" tIns="48331" rIns="96661" bIns="48331" rtlCol="0" anchor="b"/>
          <a:lstStyle>
            <a:lvl1pPr algn="l">
              <a:defRPr sz="1300"/>
            </a:lvl1pPr>
          </a:lstStyle>
          <a:p>
            <a:endParaRPr lang="en-US"/>
          </a:p>
        </p:txBody>
      </p:sp>
      <p:sp>
        <p:nvSpPr>
          <p:cNvPr id="7" name="Slide Number Placeholder 6"/>
          <p:cNvSpPr>
            <a:spLocks noGrp="1"/>
          </p:cNvSpPr>
          <p:nvPr>
            <p:ph type="sldNum" sz="quarter" idx="5"/>
          </p:nvPr>
        </p:nvSpPr>
        <p:spPr>
          <a:xfrm>
            <a:off x="4143587" y="9119474"/>
            <a:ext cx="3169920" cy="480060"/>
          </a:xfrm>
          <a:prstGeom prst="rect">
            <a:avLst/>
          </a:prstGeom>
        </p:spPr>
        <p:txBody>
          <a:bodyPr vert="horz" lIns="96661" tIns="48331" rIns="96661" bIns="48331" rtlCol="0" anchor="b"/>
          <a:lstStyle>
            <a:lvl1pPr algn="r">
              <a:defRPr sz="1300"/>
            </a:lvl1pPr>
          </a:lstStyle>
          <a:p>
            <a:fld id="{C6A2EA70-8A4C-40BF-A25E-4BD4BBF0DDA4}" type="slidenum">
              <a:rPr lang="en-US" smtClean="0"/>
              <a:pPr/>
              <a:t>‹#›</a:t>
            </a:fld>
            <a:endParaRPr lang="en-US"/>
          </a:p>
        </p:txBody>
      </p:sp>
    </p:spTree>
  </p:cSld>
  <p:clrMap bg1="lt1" tx1="dk1" bg2="lt2" tx2="dk2" accent1="accent1" accent2="accent2" accent3="accent3" accent4="accent4" accent5="accent5" accent6="accent6" hlink="hlink" folHlink="folHlink"/>
  <p:notesStyle>
    <a:lvl1pPr marL="0" algn="l" defTabSz="914400" rtl="0" eaLnBrk="1" latinLnBrk="0" hangingPunct="1">
      <a:defRPr sz="1200" kern="1200">
        <a:solidFill>
          <a:schemeClr val="tx1"/>
        </a:solidFill>
        <a:latin typeface="+mn-lt"/>
        <a:ea typeface="+mn-ea"/>
        <a:cs typeface="+mn-cs"/>
      </a:defRPr>
    </a:lvl1pPr>
    <a:lvl2pPr marL="457200" algn="l" defTabSz="914400" rtl="0" eaLnBrk="1" latinLnBrk="0" hangingPunct="1">
      <a:defRPr sz="1200" kern="1200">
        <a:solidFill>
          <a:schemeClr val="tx1"/>
        </a:solidFill>
        <a:latin typeface="+mn-lt"/>
        <a:ea typeface="+mn-ea"/>
        <a:cs typeface="+mn-cs"/>
      </a:defRPr>
    </a:lvl2pPr>
    <a:lvl3pPr marL="914400" algn="l" defTabSz="914400" rtl="0" eaLnBrk="1" latinLnBrk="0" hangingPunct="1">
      <a:defRPr sz="1200" kern="1200">
        <a:solidFill>
          <a:schemeClr val="tx1"/>
        </a:solidFill>
        <a:latin typeface="+mn-lt"/>
        <a:ea typeface="+mn-ea"/>
        <a:cs typeface="+mn-cs"/>
      </a:defRPr>
    </a:lvl3pPr>
    <a:lvl4pPr marL="1371600" algn="l" defTabSz="914400" rtl="0" eaLnBrk="1" latinLnBrk="0" hangingPunct="1">
      <a:defRPr sz="1200" kern="1200">
        <a:solidFill>
          <a:schemeClr val="tx1"/>
        </a:solidFill>
        <a:latin typeface="+mn-lt"/>
        <a:ea typeface="+mn-ea"/>
        <a:cs typeface="+mn-cs"/>
      </a:defRPr>
    </a:lvl4pPr>
    <a:lvl5pPr marL="1828800" algn="l" defTabSz="914400" rtl="0" eaLnBrk="1" latinLnBrk="0" hangingPunct="1">
      <a:defRPr sz="1200" kern="1200">
        <a:solidFill>
          <a:schemeClr val="tx1"/>
        </a:solidFill>
        <a:latin typeface="+mn-lt"/>
        <a:ea typeface="+mn-ea"/>
        <a:cs typeface="+mn-cs"/>
      </a:defRPr>
    </a:lvl5pPr>
    <a:lvl6pPr marL="2286000" algn="l" defTabSz="914400" rtl="0" eaLnBrk="1" latinLnBrk="0" hangingPunct="1">
      <a:defRPr sz="1200" kern="1200">
        <a:solidFill>
          <a:schemeClr val="tx1"/>
        </a:solidFill>
        <a:latin typeface="+mn-lt"/>
        <a:ea typeface="+mn-ea"/>
        <a:cs typeface="+mn-cs"/>
      </a:defRPr>
    </a:lvl6pPr>
    <a:lvl7pPr marL="2743200" algn="l" defTabSz="914400" rtl="0" eaLnBrk="1" latinLnBrk="0" hangingPunct="1">
      <a:defRPr sz="1200" kern="1200">
        <a:solidFill>
          <a:schemeClr val="tx1"/>
        </a:solidFill>
        <a:latin typeface="+mn-lt"/>
        <a:ea typeface="+mn-ea"/>
        <a:cs typeface="+mn-cs"/>
      </a:defRPr>
    </a:lvl7pPr>
    <a:lvl8pPr marL="3200400" algn="l" defTabSz="914400" rtl="0" eaLnBrk="1" latinLnBrk="0" hangingPunct="1">
      <a:defRPr sz="1200" kern="1200">
        <a:solidFill>
          <a:schemeClr val="tx1"/>
        </a:solidFill>
        <a:latin typeface="+mn-lt"/>
        <a:ea typeface="+mn-ea"/>
        <a:cs typeface="+mn-cs"/>
      </a:defRPr>
    </a:lvl8pPr>
    <a:lvl9pPr marL="3657600" algn="l" defTabSz="914400" rtl="0" eaLnBrk="1" latinLnBrk="0" hangingPunct="1">
      <a:defRPr sz="1200" kern="1200">
        <a:solidFill>
          <a:schemeClr val="tx1"/>
        </a:solidFill>
        <a:latin typeface="+mn-lt"/>
        <a:ea typeface="+mn-ea"/>
        <a:cs typeface="+mn-cs"/>
      </a:defRPr>
    </a:lvl9pPr>
  </p:notesStyle>
</p:notesMaster>
</file>

<file path=ppt/notesSlides/_rels/notesSlide1.xml.rels><?xml version="1.0" encoding="UTF-8" standalone="yes"?>
<Relationships xmlns="http://schemas.openxmlformats.org/package/2006/relationships"><Relationship Id="rId2" Type="http://schemas.openxmlformats.org/officeDocument/2006/relationships/slide" Target="../slides/slide2.xml"/><Relationship Id="rId1" Type="http://schemas.openxmlformats.org/officeDocument/2006/relationships/notesMaster" Target="../notesMasters/notesMaster1.xml"/></Relationships>
</file>

<file path=ppt/notesSlides/_rels/notesSlide2.xml.rels><?xml version="1.0" encoding="UTF-8" standalone="yes"?>
<Relationships xmlns="http://schemas.openxmlformats.org/package/2006/relationships"><Relationship Id="rId2" Type="http://schemas.openxmlformats.org/officeDocument/2006/relationships/slide" Target="../slides/slide5.xml"/><Relationship Id="rId1" Type="http://schemas.openxmlformats.org/officeDocument/2006/relationships/notesMaster" Target="../notesMasters/notesMaster1.xml"/></Relationships>
</file>

<file path=ppt/notesSlides/_rels/notesSlide3.xml.rels><?xml version="1.0" encoding="UTF-8" standalone="yes"?>
<Relationships xmlns="http://schemas.openxmlformats.org/package/2006/relationships"><Relationship Id="rId2" Type="http://schemas.openxmlformats.org/officeDocument/2006/relationships/slide" Target="../slides/slide6.xml"/><Relationship Id="rId1" Type="http://schemas.openxmlformats.org/officeDocument/2006/relationships/notesMaster" Target="../notesMasters/notesMaster1.xml"/></Relationships>
</file>

<file path=ppt/notesSlides/_rels/notesSlide4.xml.rels><?xml version="1.0" encoding="UTF-8" standalone="yes"?>
<Relationships xmlns="http://schemas.openxmlformats.org/package/2006/relationships"><Relationship Id="rId2" Type="http://schemas.openxmlformats.org/officeDocument/2006/relationships/slide" Target="../slides/slide7.xml"/><Relationship Id="rId1" Type="http://schemas.openxmlformats.org/officeDocument/2006/relationships/notesMaster" Target="../notesMasters/notesMaster1.xml"/></Relationships>
</file>

<file path=ppt/notesSlides/_rels/notesSlide5.xml.rels><?xml version="1.0" encoding="UTF-8" standalone="yes"?>
<Relationships xmlns="http://schemas.openxmlformats.org/package/2006/relationships"><Relationship Id="rId2" Type="http://schemas.openxmlformats.org/officeDocument/2006/relationships/slide" Target="../slides/slide8.xml"/><Relationship Id="rId1" Type="http://schemas.openxmlformats.org/officeDocument/2006/relationships/notesMaster" Target="../notesMasters/notesMaster1.xml"/></Relationships>
</file>

<file path=ppt/notesSlides/_rels/notesSlide6.xml.rels><?xml version="1.0" encoding="UTF-8" standalone="yes"?>
<Relationships xmlns="http://schemas.openxmlformats.org/package/2006/relationships"><Relationship Id="rId2" Type="http://schemas.openxmlformats.org/officeDocument/2006/relationships/slide" Target="../slides/slide10.xml"/><Relationship Id="rId1" Type="http://schemas.openxmlformats.org/officeDocument/2006/relationships/notesMaster" Target="../notesMasters/notesMaster1.xml"/></Relationships>
</file>

<file path=ppt/notesSlides/_rels/notesSlide7.xml.rels><?xml version="1.0" encoding="UTF-8" standalone="yes"?>
<Relationships xmlns="http://schemas.openxmlformats.org/package/2006/relationships"><Relationship Id="rId2" Type="http://schemas.openxmlformats.org/officeDocument/2006/relationships/slide" Target="../slides/slide11.xml"/><Relationship Id="rId1" Type="http://schemas.openxmlformats.org/officeDocument/2006/relationships/notesMaster" Target="../notesMasters/notesMaster1.xml"/></Relationships>
</file>

<file path=ppt/notesSlides/_rels/notesSlide8.xml.rels><?xml version="1.0" encoding="UTF-8" standalone="yes"?>
<Relationships xmlns="http://schemas.openxmlformats.org/package/2006/relationships"><Relationship Id="rId2" Type="http://schemas.openxmlformats.org/officeDocument/2006/relationships/slide" Target="../slides/slide12.xml"/><Relationship Id="rId1" Type="http://schemas.openxmlformats.org/officeDocument/2006/relationships/notesMaster" Target="../notesMasters/notesMaster1.xml"/></Relationships>
</file>

<file path=ppt/notesSlides/_rels/notesSlide9.xml.rels><?xml version="1.0" encoding="UTF-8" standalone="yes"?>
<Relationships xmlns="http://schemas.openxmlformats.org/package/2006/relationships"><Relationship Id="rId2" Type="http://schemas.openxmlformats.org/officeDocument/2006/relationships/slide" Target="../slides/slide13.xml"/><Relationship Id="rId1" Type="http://schemas.openxmlformats.org/officeDocument/2006/relationships/notesMaster" Target="../notesMasters/notesMaster1.xml"/></Relationships>
</file>

<file path=ppt/notesSlides/_rels/notesSlide10.xml.rels><?xml version="1.0" encoding="UTF-8" standalone="yes"?>
<Relationships xmlns="http://schemas.openxmlformats.org/package/2006/relationships"><Relationship Id="rId2" Type="http://schemas.openxmlformats.org/officeDocument/2006/relationships/slide" Target="../slides/slide14.xml"/><Relationship Id="rId1" Type="http://schemas.openxmlformats.org/officeDocument/2006/relationships/notesMaster" Target="../notesMasters/notesMaster1.xml"/></Relationships>
</file>

<file path=ppt/notesSlides/_rels/notesSlide11.xml.rels><?xml version="1.0" encoding="UTF-8" standalone="yes"?>
<Relationships xmlns="http://schemas.openxmlformats.org/package/2006/relationships"><Relationship Id="rId2" Type="http://schemas.openxmlformats.org/officeDocument/2006/relationships/slide" Target="../slides/slide15.xml"/><Relationship Id="rId1" Type="http://schemas.openxmlformats.org/officeDocument/2006/relationships/notesMaster" Target="../notesMasters/notesMaster1.xml"/></Relationships>
</file>

<file path=ppt/notesSlides/_rels/notesSlide12.xml.rels><?xml version="1.0" encoding="UTF-8" standalone="yes"?>
<Relationships xmlns="http://schemas.openxmlformats.org/package/2006/relationships"><Relationship Id="rId2" Type="http://schemas.openxmlformats.org/officeDocument/2006/relationships/slide" Target="../slides/slide16.xml"/><Relationship Id="rId1" Type="http://schemas.openxmlformats.org/officeDocument/2006/relationships/notesMaster" Target="../notesMasters/notesMaster1.xml"/></Relationships>
</file>

<file path=ppt/notesSlides/_rels/notesSlide13.xml.rels><?xml version="1.0" encoding="UTF-8" standalone="yes"?>
<Relationships xmlns="http://schemas.openxmlformats.org/package/2006/relationships"><Relationship Id="rId2" Type="http://schemas.openxmlformats.org/officeDocument/2006/relationships/slide" Target="../slides/slide17.xml"/><Relationship Id="rId1" Type="http://schemas.openxmlformats.org/officeDocument/2006/relationships/notesMaster" Target="../notesMasters/notesMaster1.xml"/></Relationships>
</file>

<file path=ppt/notesSlides/_rels/notesSlide14.xml.rels><?xml version="1.0" encoding="UTF-8" standalone="yes"?>
<Relationships xmlns="http://schemas.openxmlformats.org/package/2006/relationships"><Relationship Id="rId2" Type="http://schemas.openxmlformats.org/officeDocument/2006/relationships/slide" Target="../slides/slide18.xml"/><Relationship Id="rId1" Type="http://schemas.openxmlformats.org/officeDocument/2006/relationships/notesMaster" Target="../notesMasters/notesMaster1.xml"/></Relationships>
</file>

<file path=ppt/notesSlides/_rels/notesSlide15.xml.rels><?xml version="1.0" encoding="UTF-8" standalone="yes"?>
<Relationships xmlns="http://schemas.openxmlformats.org/package/2006/relationships"><Relationship Id="rId2" Type="http://schemas.openxmlformats.org/officeDocument/2006/relationships/slide" Target="../slides/slide20.xml"/><Relationship Id="rId1" Type="http://schemas.openxmlformats.org/officeDocument/2006/relationships/notesMaster" Target="../notesMasters/notesMaster1.xml"/></Relationships>
</file>

<file path=ppt/notesSlides/_rels/notesSlide16.xml.rels><?xml version="1.0" encoding="UTF-8" standalone="yes"?>
<Relationships xmlns="http://schemas.openxmlformats.org/package/2006/relationships"><Relationship Id="rId2" Type="http://schemas.openxmlformats.org/officeDocument/2006/relationships/slide" Target="../slides/slide21.xml"/><Relationship Id="rId1" Type="http://schemas.openxmlformats.org/officeDocument/2006/relationships/notesMaster" Target="../notesMasters/notesMaster1.xml"/></Relationships>
</file>

<file path=ppt/notesSlides/_rels/notesSlide17.xml.rels><?xml version="1.0" encoding="UTF-8" standalone="yes"?>
<Relationships xmlns="http://schemas.openxmlformats.org/package/2006/relationships"><Relationship Id="rId2" Type="http://schemas.openxmlformats.org/officeDocument/2006/relationships/slide" Target="../slides/slide22.xml"/><Relationship Id="rId1" Type="http://schemas.openxmlformats.org/officeDocument/2006/relationships/notesMaster" Target="../notesMasters/notesMaster1.xml"/></Relationships>
</file>

<file path=ppt/notesSlides/_rels/notesSlide18.xml.rels><?xml version="1.0" encoding="UTF-8" standalone="yes"?>
<Relationships xmlns="http://schemas.openxmlformats.org/package/2006/relationships"><Relationship Id="rId2" Type="http://schemas.openxmlformats.org/officeDocument/2006/relationships/slide" Target="../slides/slide23.xml"/><Relationship Id="rId1" Type="http://schemas.openxmlformats.org/officeDocument/2006/relationships/notesMaster" Target="../notesMasters/notesMaster1.xml"/></Relationships>
</file>

<file path=ppt/notesSlides/_rels/notesSlide19.xml.rels><?xml version="1.0" encoding="UTF-8" standalone="yes"?>
<Relationships xmlns="http://schemas.openxmlformats.org/package/2006/relationships"><Relationship Id="rId2" Type="http://schemas.openxmlformats.org/officeDocument/2006/relationships/slide" Target="../slides/slide25.xml"/><Relationship Id="rId1" Type="http://schemas.openxmlformats.org/officeDocument/2006/relationships/notesMaster" Target="../notesMasters/notesMaster1.xml"/></Relationships>
</file>

<file path=ppt/notesSlides/_rels/notesSlide20.xml.rels><?xml version="1.0" encoding="UTF-8" standalone="yes"?>
<Relationships xmlns="http://schemas.openxmlformats.org/package/2006/relationships"><Relationship Id="rId2" Type="http://schemas.openxmlformats.org/officeDocument/2006/relationships/slide" Target="../slides/slide26.xml"/><Relationship Id="rId1" Type="http://schemas.openxmlformats.org/officeDocument/2006/relationships/notesMaster" Target="../notesMasters/notesMaster1.xml"/></Relationships>
</file>

<file path=ppt/notesSlides/_rels/notesSlide21.xml.rels><?xml version="1.0" encoding="UTF-8" standalone="yes"?>
<Relationships xmlns="http://schemas.openxmlformats.org/package/2006/relationships"><Relationship Id="rId2" Type="http://schemas.openxmlformats.org/officeDocument/2006/relationships/slide" Target="../slides/slide27.xml"/><Relationship Id="rId1" Type="http://schemas.openxmlformats.org/officeDocument/2006/relationships/notesMaster" Target="../notesMasters/notesMaster1.xml"/></Relationships>
</file>

<file path=ppt/notesSlides/_rels/notesSlide22.xml.rels><?xml version="1.0" encoding="UTF-8" standalone="yes"?>
<Relationships xmlns="http://schemas.openxmlformats.org/package/2006/relationships"><Relationship Id="rId2" Type="http://schemas.openxmlformats.org/officeDocument/2006/relationships/slide" Target="../slides/slide28.xml"/><Relationship Id="rId1" Type="http://schemas.openxmlformats.org/officeDocument/2006/relationships/notesMaster" Target="../notesMasters/notesMaster1.xml"/></Relationships>
</file>

<file path=ppt/notesSlides/_rels/notesSlide23.xml.rels><?xml version="1.0" encoding="UTF-8" standalone="yes"?>
<Relationships xmlns="http://schemas.openxmlformats.org/package/2006/relationships"><Relationship Id="rId2" Type="http://schemas.openxmlformats.org/officeDocument/2006/relationships/slide" Target="../slides/slide30.xml"/><Relationship Id="rId1" Type="http://schemas.openxmlformats.org/officeDocument/2006/relationships/notesMaster" Target="../notesMasters/notesMaster1.xml"/></Relationships>
</file>

<file path=ppt/notesSlides/_rels/notesSlide24.xml.rels><?xml version="1.0" encoding="UTF-8" standalone="yes"?>
<Relationships xmlns="http://schemas.openxmlformats.org/package/2006/relationships"><Relationship Id="rId2" Type="http://schemas.openxmlformats.org/officeDocument/2006/relationships/slide" Target="../slides/slide32.xml"/><Relationship Id="rId1" Type="http://schemas.openxmlformats.org/officeDocument/2006/relationships/notesMaster" Target="../notesMasters/notesMaster1.xml"/></Relationships>
</file>

<file path=ppt/notesSlides/_rels/notesSlide25.xml.rels><?xml version="1.0" encoding="UTF-8" standalone="yes"?>
<Relationships xmlns="http://schemas.openxmlformats.org/package/2006/relationships"><Relationship Id="rId2" Type="http://schemas.openxmlformats.org/officeDocument/2006/relationships/slide" Target="../slides/slide33.xml"/><Relationship Id="rId1" Type="http://schemas.openxmlformats.org/officeDocument/2006/relationships/notesMaster" Target="../notesMasters/notesMaster1.xml"/></Relationships>
</file>

<file path=ppt/notesSlides/_rels/notesSlide26.xml.rels><?xml version="1.0" encoding="UTF-8" standalone="yes"?>
<Relationships xmlns="http://schemas.openxmlformats.org/package/2006/relationships"><Relationship Id="rId2" Type="http://schemas.openxmlformats.org/officeDocument/2006/relationships/slide" Target="../slides/slide34.xml"/><Relationship Id="rId1" Type="http://schemas.openxmlformats.org/officeDocument/2006/relationships/notesMaster" Target="../notesMasters/notesMaster1.xml"/></Relationships>
</file>

<file path=ppt/notesSlides/_rels/notesSlide27.xml.rels><?xml version="1.0" encoding="UTF-8" standalone="yes"?>
<Relationships xmlns="http://schemas.openxmlformats.org/package/2006/relationships"><Relationship Id="rId2" Type="http://schemas.openxmlformats.org/officeDocument/2006/relationships/slide" Target="../slides/slide35.xml"/><Relationship Id="rId1" Type="http://schemas.openxmlformats.org/officeDocument/2006/relationships/notesMaster" Target="../notesMasters/notesMaster1.xml"/></Relationships>
</file>

<file path=ppt/notesSlides/_rels/notesSlide28.xml.rels><?xml version="1.0" encoding="UTF-8" standalone="yes"?>
<Relationships xmlns="http://schemas.openxmlformats.org/package/2006/relationships"><Relationship Id="rId2" Type="http://schemas.openxmlformats.org/officeDocument/2006/relationships/slide" Target="../slides/slide36.xml"/><Relationship Id="rId1" Type="http://schemas.openxmlformats.org/officeDocument/2006/relationships/notesMaster" Target="../notesMasters/notesMaster1.xml"/></Relationships>
</file>

<file path=ppt/notesSlides/_rels/notesSlide29.xml.rels><?xml version="1.0" encoding="UTF-8" standalone="yes"?>
<Relationships xmlns="http://schemas.openxmlformats.org/package/2006/relationships"><Relationship Id="rId2" Type="http://schemas.openxmlformats.org/officeDocument/2006/relationships/slide" Target="../slides/slide37.xml"/><Relationship Id="rId1" Type="http://schemas.openxmlformats.org/officeDocument/2006/relationships/notesMaster" Target="../notesMasters/notesMaster1.xml"/></Relationships>
</file>

<file path=ppt/notesSlides/_rels/notesSlide30.xml.rels><?xml version="1.0" encoding="UTF-8" standalone="yes"?>
<Relationships xmlns="http://schemas.openxmlformats.org/package/2006/relationships"><Relationship Id="rId2" Type="http://schemas.openxmlformats.org/officeDocument/2006/relationships/slide" Target="../slides/slide38.xml"/><Relationship Id="rId1" Type="http://schemas.openxmlformats.org/officeDocument/2006/relationships/notesMaster" Target="../notesMasters/notesMaster1.xml"/></Relationships>
</file>

<file path=ppt/notesSlides/_rels/notesSlide31.xml.rels><?xml version="1.0" encoding="UTF-8" standalone="yes"?>
<Relationships xmlns="http://schemas.openxmlformats.org/package/2006/relationships"><Relationship Id="rId2" Type="http://schemas.openxmlformats.org/officeDocument/2006/relationships/slide" Target="../slides/slide39.xml"/><Relationship Id="rId1" Type="http://schemas.openxmlformats.org/officeDocument/2006/relationships/notesMaster" Target="../notesMasters/notesMaster1.xml"/></Relationships>
</file>

<file path=ppt/notesSlides/_rels/notesSlide32.xml.rels><?xml version="1.0" encoding="UTF-8" standalone="yes"?>
<Relationships xmlns="http://schemas.openxmlformats.org/package/2006/relationships"><Relationship Id="rId2" Type="http://schemas.openxmlformats.org/officeDocument/2006/relationships/slide" Target="../slides/slide41.xml"/><Relationship Id="rId1" Type="http://schemas.openxmlformats.org/officeDocument/2006/relationships/notesMaster" Target="../notesMasters/notesMaster1.xml"/></Relationships>
</file>

<file path=ppt/notesSlides/notesSlide1.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endParaRPr lang="en-US" dirty="0"/>
          </a:p>
        </p:txBody>
      </p:sp>
      <p:sp>
        <p:nvSpPr>
          <p:cNvPr id="4" name="Slide Number Placeholder 3"/>
          <p:cNvSpPr>
            <a:spLocks noGrp="1"/>
          </p:cNvSpPr>
          <p:nvPr>
            <p:ph type="sldNum" sz="quarter" idx="5"/>
          </p:nvPr>
        </p:nvSpPr>
        <p:spPr/>
        <p:txBody>
          <a:bodyPr/>
          <a:lstStyle/>
          <a:p>
            <a:fld id="{8C6DDC4A-28AC-4BB0-A17C-4732441B2B82}" type="slidenum">
              <a:rPr lang="en-US" smtClean="0"/>
              <a:pPr/>
              <a:t>2</a:t>
            </a:fld>
            <a:endParaRPr lang="en-US"/>
          </a:p>
        </p:txBody>
      </p:sp>
    </p:spTree>
    <p:extLst>
      <p:ext uri="{BB962C8B-B14F-4D97-AF65-F5344CB8AC3E}">
        <p14:creationId xmlns:p14="http://schemas.microsoft.com/office/powerpoint/2010/main" val="4060627335"/>
      </p:ext>
    </p:extLst>
  </p:cSld>
  <p:clrMapOvr>
    <a:masterClrMapping/>
  </p:clrMapOvr>
</p:notes>
</file>

<file path=ppt/notesSlides/notesSlide2.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normAutofit/>
          </a:bodyPr>
          <a:lstStyle/>
          <a:p>
            <a:endParaRPr lang="en-US"/>
          </a:p>
        </p:txBody>
      </p:sp>
      <p:sp>
        <p:nvSpPr>
          <p:cNvPr id="4" name="Slide Number Placeholder 3"/>
          <p:cNvSpPr>
            <a:spLocks noGrp="1"/>
          </p:cNvSpPr>
          <p:nvPr>
            <p:ph type="sldNum" sz="quarter" idx="10"/>
          </p:nvPr>
        </p:nvSpPr>
        <p:spPr/>
        <p:txBody>
          <a:bodyPr/>
          <a:lstStyle/>
          <a:p>
            <a:fld id="{C6A2EA70-8A4C-40BF-A25E-4BD4BBF0DDA4}" type="slidenum">
              <a:rPr lang="en-US" smtClean="0"/>
              <a:pPr/>
              <a:t>5</a:t>
            </a:fld>
            <a:endParaRPr lang="en-US"/>
          </a:p>
        </p:txBody>
      </p:sp>
    </p:spTree>
  </p:cSld>
  <p:clrMapOvr>
    <a:masterClrMapping/>
  </p:clrMapOvr>
</p:notes>
</file>

<file path=ppt/notesSlides/notesSlide3.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normAutofit/>
          </a:bodyPr>
          <a:lstStyle/>
          <a:p>
            <a:endParaRPr lang="en-US"/>
          </a:p>
        </p:txBody>
      </p:sp>
      <p:sp>
        <p:nvSpPr>
          <p:cNvPr id="4" name="Slide Number Placeholder 3"/>
          <p:cNvSpPr>
            <a:spLocks noGrp="1"/>
          </p:cNvSpPr>
          <p:nvPr>
            <p:ph type="sldNum" sz="quarter" idx="10"/>
          </p:nvPr>
        </p:nvSpPr>
        <p:spPr/>
        <p:txBody>
          <a:bodyPr/>
          <a:lstStyle/>
          <a:p>
            <a:fld id="{C6A2EA70-8A4C-40BF-A25E-4BD4BBF0DDA4}" type="slidenum">
              <a:rPr lang="en-US" smtClean="0"/>
              <a:pPr/>
              <a:t>6</a:t>
            </a:fld>
            <a:endParaRPr lang="en-US"/>
          </a:p>
        </p:txBody>
      </p:sp>
    </p:spTree>
  </p:cSld>
  <p:clrMapOvr>
    <a:masterClrMapping/>
  </p:clrMapOvr>
</p:notes>
</file>

<file path=ppt/notesSlides/notesSlide4.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normAutofit/>
          </a:bodyPr>
          <a:lstStyle/>
          <a:p>
            <a:endParaRPr lang="en-US"/>
          </a:p>
        </p:txBody>
      </p:sp>
      <p:sp>
        <p:nvSpPr>
          <p:cNvPr id="4" name="Slide Number Placeholder 3"/>
          <p:cNvSpPr>
            <a:spLocks noGrp="1"/>
          </p:cNvSpPr>
          <p:nvPr>
            <p:ph type="sldNum" sz="quarter" idx="10"/>
          </p:nvPr>
        </p:nvSpPr>
        <p:spPr/>
        <p:txBody>
          <a:bodyPr/>
          <a:lstStyle/>
          <a:p>
            <a:fld id="{C6A2EA70-8A4C-40BF-A25E-4BD4BBF0DDA4}" type="slidenum">
              <a:rPr lang="en-US" smtClean="0"/>
              <a:pPr/>
              <a:t>7</a:t>
            </a:fld>
            <a:endParaRPr lang="en-US"/>
          </a:p>
        </p:txBody>
      </p:sp>
    </p:spTree>
  </p:cSld>
  <p:clrMapOvr>
    <a:masterClrMapping/>
  </p:clrMapOvr>
</p:notes>
</file>

<file path=ppt/notesSlides/notesSlide5.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normAutofit/>
          </a:bodyPr>
          <a:lstStyle/>
          <a:p>
            <a:endParaRPr lang="en-US"/>
          </a:p>
        </p:txBody>
      </p:sp>
      <p:sp>
        <p:nvSpPr>
          <p:cNvPr id="4" name="Slide Number Placeholder 3"/>
          <p:cNvSpPr>
            <a:spLocks noGrp="1"/>
          </p:cNvSpPr>
          <p:nvPr>
            <p:ph type="sldNum" sz="quarter" idx="10"/>
          </p:nvPr>
        </p:nvSpPr>
        <p:spPr/>
        <p:txBody>
          <a:bodyPr/>
          <a:lstStyle/>
          <a:p>
            <a:fld id="{C6A2EA70-8A4C-40BF-A25E-4BD4BBF0DDA4}" type="slidenum">
              <a:rPr lang="en-US" smtClean="0"/>
              <a:pPr/>
              <a:t>8</a:t>
            </a:fld>
            <a:endParaRPr lang="en-US"/>
          </a:p>
        </p:txBody>
      </p:sp>
    </p:spTree>
  </p:cSld>
  <p:clrMapOvr>
    <a:masterClrMapping/>
  </p:clrMapOvr>
</p:notes>
</file>

<file path=ppt/notesSlides/notesSlide6.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normAutofit/>
          </a:bodyPr>
          <a:lstStyle/>
          <a:p>
            <a:endParaRPr lang="en-US"/>
          </a:p>
        </p:txBody>
      </p:sp>
      <p:sp>
        <p:nvSpPr>
          <p:cNvPr id="4" name="Slide Number Placeholder 3"/>
          <p:cNvSpPr>
            <a:spLocks noGrp="1"/>
          </p:cNvSpPr>
          <p:nvPr>
            <p:ph type="sldNum" sz="quarter" idx="10"/>
          </p:nvPr>
        </p:nvSpPr>
        <p:spPr/>
        <p:txBody>
          <a:bodyPr/>
          <a:lstStyle/>
          <a:p>
            <a:fld id="{C6A2EA70-8A4C-40BF-A25E-4BD4BBF0DDA4}" type="slidenum">
              <a:rPr lang="en-US" smtClean="0"/>
              <a:pPr/>
              <a:t>10</a:t>
            </a:fld>
            <a:endParaRPr lang="en-US"/>
          </a:p>
        </p:txBody>
      </p:sp>
    </p:spTree>
    <p:extLst>
      <p:ext uri="{BB962C8B-B14F-4D97-AF65-F5344CB8AC3E}">
        <p14:creationId xmlns:p14="http://schemas.microsoft.com/office/powerpoint/2010/main" val="1859651754"/>
      </p:ext>
    </p:extLst>
  </p:cSld>
  <p:clrMapOvr>
    <a:masterClrMapping/>
  </p:clrMapOvr>
</p:notes>
</file>

<file path=ppt/notesSlides/notesSlide7.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normAutofit/>
          </a:bodyPr>
          <a:lstStyle/>
          <a:p>
            <a:endParaRPr lang="en-US"/>
          </a:p>
        </p:txBody>
      </p:sp>
      <p:sp>
        <p:nvSpPr>
          <p:cNvPr id="4" name="Slide Number Placeholder 3"/>
          <p:cNvSpPr>
            <a:spLocks noGrp="1"/>
          </p:cNvSpPr>
          <p:nvPr>
            <p:ph type="sldNum" sz="quarter" idx="10"/>
          </p:nvPr>
        </p:nvSpPr>
        <p:spPr/>
        <p:txBody>
          <a:bodyPr/>
          <a:lstStyle/>
          <a:p>
            <a:fld id="{C6A2EA70-8A4C-40BF-A25E-4BD4BBF0DDA4}" type="slidenum">
              <a:rPr lang="en-US" smtClean="0"/>
              <a:pPr/>
              <a:t>11</a:t>
            </a:fld>
            <a:endParaRPr lang="en-US"/>
          </a:p>
        </p:txBody>
      </p:sp>
    </p:spTree>
    <p:extLst>
      <p:ext uri="{BB962C8B-B14F-4D97-AF65-F5344CB8AC3E}">
        <p14:creationId xmlns:p14="http://schemas.microsoft.com/office/powerpoint/2010/main" val="2350949350"/>
      </p:ext>
    </p:extLst>
  </p:cSld>
  <p:clrMapOvr>
    <a:masterClrMapping/>
  </p:clrMapOvr>
</p:notes>
</file>

<file path=ppt/notesSlides/notesSlide8.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normAutofit/>
          </a:bodyPr>
          <a:lstStyle/>
          <a:p>
            <a:endParaRPr lang="en-US"/>
          </a:p>
        </p:txBody>
      </p:sp>
      <p:sp>
        <p:nvSpPr>
          <p:cNvPr id="4" name="Slide Number Placeholder 3"/>
          <p:cNvSpPr>
            <a:spLocks noGrp="1"/>
          </p:cNvSpPr>
          <p:nvPr>
            <p:ph type="sldNum" sz="quarter" idx="10"/>
          </p:nvPr>
        </p:nvSpPr>
        <p:spPr/>
        <p:txBody>
          <a:bodyPr/>
          <a:lstStyle/>
          <a:p>
            <a:fld id="{C6A2EA70-8A4C-40BF-A25E-4BD4BBF0DDA4}" type="slidenum">
              <a:rPr lang="en-US" smtClean="0"/>
              <a:pPr/>
              <a:t>12</a:t>
            </a:fld>
            <a:endParaRPr lang="en-US"/>
          </a:p>
        </p:txBody>
      </p:sp>
    </p:spTree>
    <p:extLst>
      <p:ext uri="{BB962C8B-B14F-4D97-AF65-F5344CB8AC3E}">
        <p14:creationId xmlns:p14="http://schemas.microsoft.com/office/powerpoint/2010/main" val="3120342005"/>
      </p:ext>
    </p:extLst>
  </p:cSld>
  <p:clrMapOvr>
    <a:masterClrMapping/>
  </p:clrMapOvr>
</p:notes>
</file>

<file path=ppt/notesSlides/notesSlide9.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normAutofit/>
          </a:bodyPr>
          <a:lstStyle/>
          <a:p>
            <a:endParaRPr lang="en-US"/>
          </a:p>
        </p:txBody>
      </p:sp>
      <p:sp>
        <p:nvSpPr>
          <p:cNvPr id="4" name="Slide Number Placeholder 3"/>
          <p:cNvSpPr>
            <a:spLocks noGrp="1"/>
          </p:cNvSpPr>
          <p:nvPr>
            <p:ph type="sldNum" sz="quarter" idx="10"/>
          </p:nvPr>
        </p:nvSpPr>
        <p:spPr/>
        <p:txBody>
          <a:bodyPr/>
          <a:lstStyle/>
          <a:p>
            <a:fld id="{C6A2EA70-8A4C-40BF-A25E-4BD4BBF0DDA4}" type="slidenum">
              <a:rPr lang="en-US" smtClean="0"/>
              <a:pPr/>
              <a:t>13</a:t>
            </a:fld>
            <a:endParaRPr lang="en-US"/>
          </a:p>
        </p:txBody>
      </p:sp>
    </p:spTree>
  </p:cSld>
  <p:clrMapOvr>
    <a:masterClrMapping/>
  </p:clrMapOvr>
</p:notes>
</file>

<file path=ppt/notesSlides/notesSlide10.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normAutofit/>
          </a:bodyPr>
          <a:lstStyle/>
          <a:p>
            <a:endParaRPr lang="en-US"/>
          </a:p>
        </p:txBody>
      </p:sp>
      <p:sp>
        <p:nvSpPr>
          <p:cNvPr id="4" name="Slide Number Placeholder 3"/>
          <p:cNvSpPr>
            <a:spLocks noGrp="1"/>
          </p:cNvSpPr>
          <p:nvPr>
            <p:ph type="sldNum" sz="quarter" idx="10"/>
          </p:nvPr>
        </p:nvSpPr>
        <p:spPr/>
        <p:txBody>
          <a:bodyPr/>
          <a:lstStyle/>
          <a:p>
            <a:fld id="{C6A2EA70-8A4C-40BF-A25E-4BD4BBF0DDA4}" type="slidenum">
              <a:rPr lang="en-US" smtClean="0"/>
              <a:pPr/>
              <a:t>14</a:t>
            </a:fld>
            <a:endParaRPr lang="en-US"/>
          </a:p>
        </p:txBody>
      </p:sp>
    </p:spTree>
  </p:cSld>
  <p:clrMapOvr>
    <a:masterClrMapping/>
  </p:clrMapOvr>
</p:notes>
</file>

<file path=ppt/notesSlides/notesSlide11.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normAutofit/>
          </a:bodyPr>
          <a:lstStyle/>
          <a:p>
            <a:endParaRPr lang="en-US"/>
          </a:p>
        </p:txBody>
      </p:sp>
      <p:sp>
        <p:nvSpPr>
          <p:cNvPr id="4" name="Slide Number Placeholder 3"/>
          <p:cNvSpPr>
            <a:spLocks noGrp="1"/>
          </p:cNvSpPr>
          <p:nvPr>
            <p:ph type="sldNum" sz="quarter" idx="10"/>
          </p:nvPr>
        </p:nvSpPr>
        <p:spPr/>
        <p:txBody>
          <a:bodyPr/>
          <a:lstStyle/>
          <a:p>
            <a:fld id="{C6A2EA70-8A4C-40BF-A25E-4BD4BBF0DDA4}" type="slidenum">
              <a:rPr lang="en-US" smtClean="0"/>
              <a:pPr/>
              <a:t>15</a:t>
            </a:fld>
            <a:endParaRPr lang="en-US"/>
          </a:p>
        </p:txBody>
      </p:sp>
    </p:spTree>
  </p:cSld>
  <p:clrMapOvr>
    <a:masterClrMapping/>
  </p:clrMapOvr>
</p:notes>
</file>

<file path=ppt/notesSlides/notesSlide12.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normAutofit/>
          </a:bodyPr>
          <a:lstStyle/>
          <a:p>
            <a:endParaRPr lang="en-US"/>
          </a:p>
        </p:txBody>
      </p:sp>
      <p:sp>
        <p:nvSpPr>
          <p:cNvPr id="4" name="Slide Number Placeholder 3"/>
          <p:cNvSpPr>
            <a:spLocks noGrp="1"/>
          </p:cNvSpPr>
          <p:nvPr>
            <p:ph type="sldNum" sz="quarter" idx="10"/>
          </p:nvPr>
        </p:nvSpPr>
        <p:spPr/>
        <p:txBody>
          <a:bodyPr/>
          <a:lstStyle/>
          <a:p>
            <a:fld id="{C6A2EA70-8A4C-40BF-A25E-4BD4BBF0DDA4}" type="slidenum">
              <a:rPr lang="en-US" smtClean="0"/>
              <a:pPr/>
              <a:t>16</a:t>
            </a:fld>
            <a:endParaRPr lang="en-US"/>
          </a:p>
        </p:txBody>
      </p:sp>
    </p:spTree>
  </p:cSld>
  <p:clrMapOvr>
    <a:masterClrMapping/>
  </p:clrMapOvr>
</p:notes>
</file>

<file path=ppt/notesSlides/notesSlide13.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normAutofit/>
          </a:bodyPr>
          <a:lstStyle/>
          <a:p>
            <a:endParaRPr lang="en-US"/>
          </a:p>
        </p:txBody>
      </p:sp>
      <p:sp>
        <p:nvSpPr>
          <p:cNvPr id="4" name="Slide Number Placeholder 3"/>
          <p:cNvSpPr>
            <a:spLocks noGrp="1"/>
          </p:cNvSpPr>
          <p:nvPr>
            <p:ph type="sldNum" sz="quarter" idx="10"/>
          </p:nvPr>
        </p:nvSpPr>
        <p:spPr/>
        <p:txBody>
          <a:bodyPr/>
          <a:lstStyle/>
          <a:p>
            <a:fld id="{C6A2EA70-8A4C-40BF-A25E-4BD4BBF0DDA4}" type="slidenum">
              <a:rPr lang="en-US" smtClean="0"/>
              <a:pPr/>
              <a:t>17</a:t>
            </a:fld>
            <a:endParaRPr lang="en-US"/>
          </a:p>
        </p:txBody>
      </p:sp>
    </p:spTree>
  </p:cSld>
  <p:clrMapOvr>
    <a:masterClrMapping/>
  </p:clrMapOvr>
</p:notes>
</file>

<file path=ppt/notesSlides/notesSlide14.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normAutofit/>
          </a:bodyPr>
          <a:lstStyle/>
          <a:p>
            <a:endParaRPr lang="en-US"/>
          </a:p>
        </p:txBody>
      </p:sp>
      <p:sp>
        <p:nvSpPr>
          <p:cNvPr id="4" name="Slide Number Placeholder 3"/>
          <p:cNvSpPr>
            <a:spLocks noGrp="1"/>
          </p:cNvSpPr>
          <p:nvPr>
            <p:ph type="sldNum" sz="quarter" idx="10"/>
          </p:nvPr>
        </p:nvSpPr>
        <p:spPr/>
        <p:txBody>
          <a:bodyPr/>
          <a:lstStyle/>
          <a:p>
            <a:fld id="{C6A2EA70-8A4C-40BF-A25E-4BD4BBF0DDA4}" type="slidenum">
              <a:rPr lang="en-US" smtClean="0"/>
              <a:pPr/>
              <a:t>18</a:t>
            </a:fld>
            <a:endParaRPr lang="en-US"/>
          </a:p>
        </p:txBody>
      </p:sp>
    </p:spTree>
  </p:cSld>
  <p:clrMapOvr>
    <a:masterClrMapping/>
  </p:clrMapOvr>
</p:notes>
</file>

<file path=ppt/notesSlides/notesSlide15.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normAutofit/>
          </a:bodyPr>
          <a:lstStyle/>
          <a:p>
            <a:endParaRPr lang="en-US"/>
          </a:p>
        </p:txBody>
      </p:sp>
      <p:sp>
        <p:nvSpPr>
          <p:cNvPr id="4" name="Slide Number Placeholder 3"/>
          <p:cNvSpPr>
            <a:spLocks noGrp="1"/>
          </p:cNvSpPr>
          <p:nvPr>
            <p:ph type="sldNum" sz="quarter" idx="10"/>
          </p:nvPr>
        </p:nvSpPr>
        <p:spPr/>
        <p:txBody>
          <a:bodyPr/>
          <a:lstStyle/>
          <a:p>
            <a:fld id="{C6A2EA70-8A4C-40BF-A25E-4BD4BBF0DDA4}" type="slidenum">
              <a:rPr lang="en-US" smtClean="0"/>
              <a:pPr/>
              <a:t>20</a:t>
            </a:fld>
            <a:endParaRPr lang="en-US"/>
          </a:p>
        </p:txBody>
      </p:sp>
    </p:spTree>
  </p:cSld>
  <p:clrMapOvr>
    <a:masterClrMapping/>
  </p:clrMapOvr>
</p:notes>
</file>

<file path=ppt/notesSlides/notesSlide16.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normAutofit/>
          </a:bodyPr>
          <a:lstStyle/>
          <a:p>
            <a:endParaRPr lang="en-US"/>
          </a:p>
        </p:txBody>
      </p:sp>
      <p:sp>
        <p:nvSpPr>
          <p:cNvPr id="4" name="Slide Number Placeholder 3"/>
          <p:cNvSpPr>
            <a:spLocks noGrp="1"/>
          </p:cNvSpPr>
          <p:nvPr>
            <p:ph type="sldNum" sz="quarter" idx="10"/>
          </p:nvPr>
        </p:nvSpPr>
        <p:spPr/>
        <p:txBody>
          <a:bodyPr/>
          <a:lstStyle/>
          <a:p>
            <a:fld id="{C6A2EA70-8A4C-40BF-A25E-4BD4BBF0DDA4}" type="slidenum">
              <a:rPr lang="en-US" smtClean="0"/>
              <a:pPr/>
              <a:t>21</a:t>
            </a:fld>
            <a:endParaRPr lang="en-US"/>
          </a:p>
        </p:txBody>
      </p:sp>
    </p:spTree>
  </p:cSld>
  <p:clrMapOvr>
    <a:masterClrMapping/>
  </p:clrMapOvr>
</p:notes>
</file>

<file path=ppt/notesSlides/notesSlide17.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normAutofit/>
          </a:bodyPr>
          <a:lstStyle/>
          <a:p>
            <a:endParaRPr lang="en-US"/>
          </a:p>
        </p:txBody>
      </p:sp>
      <p:sp>
        <p:nvSpPr>
          <p:cNvPr id="4" name="Slide Number Placeholder 3"/>
          <p:cNvSpPr>
            <a:spLocks noGrp="1"/>
          </p:cNvSpPr>
          <p:nvPr>
            <p:ph type="sldNum" sz="quarter" idx="10"/>
          </p:nvPr>
        </p:nvSpPr>
        <p:spPr/>
        <p:txBody>
          <a:bodyPr/>
          <a:lstStyle/>
          <a:p>
            <a:fld id="{C6A2EA70-8A4C-40BF-A25E-4BD4BBF0DDA4}" type="slidenum">
              <a:rPr lang="en-US" smtClean="0"/>
              <a:pPr/>
              <a:t>22</a:t>
            </a:fld>
            <a:endParaRPr lang="en-US"/>
          </a:p>
        </p:txBody>
      </p:sp>
    </p:spTree>
  </p:cSld>
  <p:clrMapOvr>
    <a:masterClrMapping/>
  </p:clrMapOvr>
</p:notes>
</file>

<file path=ppt/notesSlides/notesSlide18.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normAutofit/>
          </a:bodyPr>
          <a:lstStyle/>
          <a:p>
            <a:endParaRPr lang="en-US"/>
          </a:p>
        </p:txBody>
      </p:sp>
      <p:sp>
        <p:nvSpPr>
          <p:cNvPr id="4" name="Slide Number Placeholder 3"/>
          <p:cNvSpPr>
            <a:spLocks noGrp="1"/>
          </p:cNvSpPr>
          <p:nvPr>
            <p:ph type="sldNum" sz="quarter" idx="10"/>
          </p:nvPr>
        </p:nvSpPr>
        <p:spPr/>
        <p:txBody>
          <a:bodyPr/>
          <a:lstStyle/>
          <a:p>
            <a:fld id="{C6A2EA70-8A4C-40BF-A25E-4BD4BBF0DDA4}" type="slidenum">
              <a:rPr lang="en-US" smtClean="0"/>
              <a:pPr/>
              <a:t>23</a:t>
            </a:fld>
            <a:endParaRPr lang="en-US"/>
          </a:p>
        </p:txBody>
      </p:sp>
    </p:spTree>
  </p:cSld>
  <p:clrMapOvr>
    <a:masterClrMapping/>
  </p:clrMapOvr>
</p:notes>
</file>

<file path=ppt/notesSlides/notesSlide19.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normAutofit/>
          </a:bodyPr>
          <a:lstStyle/>
          <a:p>
            <a:endParaRPr lang="en-US"/>
          </a:p>
        </p:txBody>
      </p:sp>
      <p:sp>
        <p:nvSpPr>
          <p:cNvPr id="4" name="Slide Number Placeholder 3"/>
          <p:cNvSpPr>
            <a:spLocks noGrp="1"/>
          </p:cNvSpPr>
          <p:nvPr>
            <p:ph type="sldNum" sz="quarter" idx="10"/>
          </p:nvPr>
        </p:nvSpPr>
        <p:spPr/>
        <p:txBody>
          <a:bodyPr/>
          <a:lstStyle/>
          <a:p>
            <a:fld id="{8C6DDC4A-28AC-4BB0-A17C-4732441B2B82}" type="slidenum">
              <a:rPr lang="en-US" smtClean="0"/>
              <a:pPr/>
              <a:t>25</a:t>
            </a:fld>
            <a:endParaRPr lang="en-US"/>
          </a:p>
        </p:txBody>
      </p:sp>
    </p:spTree>
  </p:cSld>
  <p:clrMapOvr>
    <a:masterClrMapping/>
  </p:clrMapOvr>
</p:notes>
</file>

<file path=ppt/notesSlides/notesSlide20.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normAutofit/>
          </a:bodyPr>
          <a:lstStyle/>
          <a:p>
            <a:endParaRPr lang="en-US"/>
          </a:p>
        </p:txBody>
      </p:sp>
      <p:sp>
        <p:nvSpPr>
          <p:cNvPr id="4" name="Slide Number Placeholder 3"/>
          <p:cNvSpPr>
            <a:spLocks noGrp="1"/>
          </p:cNvSpPr>
          <p:nvPr>
            <p:ph type="sldNum" sz="quarter" idx="10"/>
          </p:nvPr>
        </p:nvSpPr>
        <p:spPr/>
        <p:txBody>
          <a:bodyPr/>
          <a:lstStyle/>
          <a:p>
            <a:fld id="{C6A2EA70-8A4C-40BF-A25E-4BD4BBF0DDA4}" type="slidenum">
              <a:rPr lang="en-US" smtClean="0"/>
              <a:pPr/>
              <a:t>26</a:t>
            </a:fld>
            <a:endParaRPr lang="en-US"/>
          </a:p>
        </p:txBody>
      </p:sp>
    </p:spTree>
  </p:cSld>
  <p:clrMapOvr>
    <a:masterClrMapping/>
  </p:clrMapOvr>
</p:notes>
</file>

<file path=ppt/notesSlides/notesSlide21.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normAutofit/>
          </a:bodyPr>
          <a:lstStyle/>
          <a:p>
            <a:endParaRPr lang="en-US"/>
          </a:p>
        </p:txBody>
      </p:sp>
      <p:sp>
        <p:nvSpPr>
          <p:cNvPr id="4" name="Slide Number Placeholder 3"/>
          <p:cNvSpPr>
            <a:spLocks noGrp="1"/>
          </p:cNvSpPr>
          <p:nvPr>
            <p:ph type="sldNum" sz="quarter" idx="10"/>
          </p:nvPr>
        </p:nvSpPr>
        <p:spPr/>
        <p:txBody>
          <a:bodyPr/>
          <a:lstStyle/>
          <a:p>
            <a:fld id="{C6A2EA70-8A4C-40BF-A25E-4BD4BBF0DDA4}" type="slidenum">
              <a:rPr lang="en-US" smtClean="0"/>
              <a:pPr/>
              <a:t>27</a:t>
            </a:fld>
            <a:endParaRPr lang="en-US"/>
          </a:p>
        </p:txBody>
      </p:sp>
    </p:spTree>
  </p:cSld>
  <p:clrMapOvr>
    <a:masterClrMapping/>
  </p:clrMapOvr>
</p:notes>
</file>

<file path=ppt/notesSlides/notesSlide22.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normAutofit/>
          </a:bodyPr>
          <a:lstStyle/>
          <a:p>
            <a:endParaRPr lang="en-US"/>
          </a:p>
        </p:txBody>
      </p:sp>
      <p:sp>
        <p:nvSpPr>
          <p:cNvPr id="4" name="Slide Number Placeholder 3"/>
          <p:cNvSpPr>
            <a:spLocks noGrp="1"/>
          </p:cNvSpPr>
          <p:nvPr>
            <p:ph type="sldNum" sz="quarter" idx="10"/>
          </p:nvPr>
        </p:nvSpPr>
        <p:spPr/>
        <p:txBody>
          <a:bodyPr/>
          <a:lstStyle/>
          <a:p>
            <a:fld id="{C6A2EA70-8A4C-40BF-A25E-4BD4BBF0DDA4}" type="slidenum">
              <a:rPr lang="en-US" smtClean="0"/>
              <a:pPr/>
              <a:t>28</a:t>
            </a:fld>
            <a:endParaRPr lang="en-US"/>
          </a:p>
        </p:txBody>
      </p:sp>
    </p:spTree>
    <p:extLst>
      <p:ext uri="{BB962C8B-B14F-4D97-AF65-F5344CB8AC3E}">
        <p14:creationId xmlns:p14="http://schemas.microsoft.com/office/powerpoint/2010/main" val="3551630999"/>
      </p:ext>
    </p:extLst>
  </p:cSld>
  <p:clrMapOvr>
    <a:masterClrMapping/>
  </p:clrMapOvr>
</p:notes>
</file>

<file path=ppt/notesSlides/notesSlide23.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normAutofit/>
          </a:bodyPr>
          <a:lstStyle/>
          <a:p>
            <a:endParaRPr lang="en-US" dirty="0"/>
          </a:p>
        </p:txBody>
      </p:sp>
      <p:sp>
        <p:nvSpPr>
          <p:cNvPr id="4" name="Slide Number Placeholder 3"/>
          <p:cNvSpPr>
            <a:spLocks noGrp="1"/>
          </p:cNvSpPr>
          <p:nvPr>
            <p:ph type="sldNum" sz="quarter" idx="10"/>
          </p:nvPr>
        </p:nvSpPr>
        <p:spPr/>
        <p:txBody>
          <a:bodyPr/>
          <a:lstStyle/>
          <a:p>
            <a:fld id="{C6A2EA70-8A4C-40BF-A25E-4BD4BBF0DDA4}" type="slidenum">
              <a:rPr lang="en-US" smtClean="0"/>
              <a:pPr/>
              <a:t>30</a:t>
            </a:fld>
            <a:endParaRPr lang="en-US"/>
          </a:p>
        </p:txBody>
      </p:sp>
    </p:spTree>
  </p:cSld>
  <p:clrMapOvr>
    <a:masterClrMapping/>
  </p:clrMapOvr>
</p:notes>
</file>

<file path=ppt/notesSlides/notesSlide24.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normAutofit/>
          </a:bodyPr>
          <a:lstStyle/>
          <a:p>
            <a:endParaRPr lang="en-US"/>
          </a:p>
        </p:txBody>
      </p:sp>
      <p:sp>
        <p:nvSpPr>
          <p:cNvPr id="4" name="Slide Number Placeholder 3"/>
          <p:cNvSpPr>
            <a:spLocks noGrp="1"/>
          </p:cNvSpPr>
          <p:nvPr>
            <p:ph type="sldNum" sz="quarter" idx="10"/>
          </p:nvPr>
        </p:nvSpPr>
        <p:spPr/>
        <p:txBody>
          <a:bodyPr/>
          <a:lstStyle/>
          <a:p>
            <a:fld id="{C6A2EA70-8A4C-40BF-A25E-4BD4BBF0DDA4}" type="slidenum">
              <a:rPr lang="en-US" smtClean="0"/>
              <a:pPr/>
              <a:t>32</a:t>
            </a:fld>
            <a:endParaRPr lang="en-US"/>
          </a:p>
        </p:txBody>
      </p:sp>
    </p:spTree>
  </p:cSld>
  <p:clrMapOvr>
    <a:masterClrMapping/>
  </p:clrMapOvr>
</p:notes>
</file>

<file path=ppt/notesSlides/notesSlide25.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normAutofit/>
          </a:bodyPr>
          <a:lstStyle/>
          <a:p>
            <a:endParaRPr lang="en-US"/>
          </a:p>
        </p:txBody>
      </p:sp>
      <p:sp>
        <p:nvSpPr>
          <p:cNvPr id="4" name="Slide Number Placeholder 3"/>
          <p:cNvSpPr>
            <a:spLocks noGrp="1"/>
          </p:cNvSpPr>
          <p:nvPr>
            <p:ph type="sldNum" sz="quarter" idx="10"/>
          </p:nvPr>
        </p:nvSpPr>
        <p:spPr/>
        <p:txBody>
          <a:bodyPr/>
          <a:lstStyle/>
          <a:p>
            <a:fld id="{C6A2EA70-8A4C-40BF-A25E-4BD4BBF0DDA4}" type="slidenum">
              <a:rPr lang="en-US" smtClean="0"/>
              <a:pPr/>
              <a:t>33</a:t>
            </a:fld>
            <a:endParaRPr lang="en-US"/>
          </a:p>
        </p:txBody>
      </p:sp>
    </p:spTree>
  </p:cSld>
  <p:clrMapOvr>
    <a:masterClrMapping/>
  </p:clrMapOvr>
</p:notes>
</file>

<file path=ppt/notesSlides/notesSlide26.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normAutofit/>
          </a:bodyPr>
          <a:lstStyle/>
          <a:p>
            <a:endParaRPr lang="en-US"/>
          </a:p>
        </p:txBody>
      </p:sp>
      <p:sp>
        <p:nvSpPr>
          <p:cNvPr id="4" name="Slide Number Placeholder 3"/>
          <p:cNvSpPr>
            <a:spLocks noGrp="1"/>
          </p:cNvSpPr>
          <p:nvPr>
            <p:ph type="sldNum" sz="quarter" idx="10"/>
          </p:nvPr>
        </p:nvSpPr>
        <p:spPr/>
        <p:txBody>
          <a:bodyPr/>
          <a:lstStyle/>
          <a:p>
            <a:fld id="{C6A2EA70-8A4C-40BF-A25E-4BD4BBF0DDA4}" type="slidenum">
              <a:rPr lang="en-US" smtClean="0"/>
              <a:pPr/>
              <a:t>34</a:t>
            </a:fld>
            <a:endParaRPr lang="en-US"/>
          </a:p>
        </p:txBody>
      </p:sp>
    </p:spTree>
  </p:cSld>
  <p:clrMapOvr>
    <a:masterClrMapping/>
  </p:clrMapOvr>
</p:notes>
</file>

<file path=ppt/notesSlides/notesSlide27.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normAutofit/>
          </a:bodyPr>
          <a:lstStyle/>
          <a:p>
            <a:endParaRPr lang="en-US"/>
          </a:p>
        </p:txBody>
      </p:sp>
      <p:sp>
        <p:nvSpPr>
          <p:cNvPr id="4" name="Slide Number Placeholder 3"/>
          <p:cNvSpPr>
            <a:spLocks noGrp="1"/>
          </p:cNvSpPr>
          <p:nvPr>
            <p:ph type="sldNum" sz="quarter" idx="10"/>
          </p:nvPr>
        </p:nvSpPr>
        <p:spPr/>
        <p:txBody>
          <a:bodyPr/>
          <a:lstStyle/>
          <a:p>
            <a:fld id="{C6A2EA70-8A4C-40BF-A25E-4BD4BBF0DDA4}" type="slidenum">
              <a:rPr lang="en-US" smtClean="0"/>
              <a:pPr/>
              <a:t>35</a:t>
            </a:fld>
            <a:endParaRPr lang="en-US"/>
          </a:p>
        </p:txBody>
      </p:sp>
    </p:spTree>
  </p:cSld>
  <p:clrMapOvr>
    <a:masterClrMapping/>
  </p:clrMapOvr>
</p:notes>
</file>

<file path=ppt/notesSlides/notesSlide28.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normAutofit/>
          </a:bodyPr>
          <a:lstStyle/>
          <a:p>
            <a:endParaRPr lang="en-US"/>
          </a:p>
        </p:txBody>
      </p:sp>
      <p:sp>
        <p:nvSpPr>
          <p:cNvPr id="4" name="Slide Number Placeholder 3"/>
          <p:cNvSpPr>
            <a:spLocks noGrp="1"/>
          </p:cNvSpPr>
          <p:nvPr>
            <p:ph type="sldNum" sz="quarter" idx="10"/>
          </p:nvPr>
        </p:nvSpPr>
        <p:spPr/>
        <p:txBody>
          <a:bodyPr/>
          <a:lstStyle/>
          <a:p>
            <a:fld id="{C6A2EA70-8A4C-40BF-A25E-4BD4BBF0DDA4}" type="slidenum">
              <a:rPr lang="en-US" smtClean="0"/>
              <a:pPr/>
              <a:t>36</a:t>
            </a:fld>
            <a:endParaRPr lang="en-US"/>
          </a:p>
        </p:txBody>
      </p:sp>
    </p:spTree>
  </p:cSld>
  <p:clrMapOvr>
    <a:masterClrMapping/>
  </p:clrMapOvr>
</p:notes>
</file>

<file path=ppt/notesSlides/notesSlide29.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normAutofit/>
          </a:bodyPr>
          <a:lstStyle/>
          <a:p>
            <a:endParaRPr lang="en-US"/>
          </a:p>
        </p:txBody>
      </p:sp>
      <p:sp>
        <p:nvSpPr>
          <p:cNvPr id="4" name="Slide Number Placeholder 3"/>
          <p:cNvSpPr>
            <a:spLocks noGrp="1"/>
          </p:cNvSpPr>
          <p:nvPr>
            <p:ph type="sldNum" sz="quarter" idx="10"/>
          </p:nvPr>
        </p:nvSpPr>
        <p:spPr/>
        <p:txBody>
          <a:bodyPr/>
          <a:lstStyle/>
          <a:p>
            <a:fld id="{C6A2EA70-8A4C-40BF-A25E-4BD4BBF0DDA4}" type="slidenum">
              <a:rPr lang="en-US" smtClean="0"/>
              <a:pPr/>
              <a:t>37</a:t>
            </a:fld>
            <a:endParaRPr lang="en-US"/>
          </a:p>
        </p:txBody>
      </p:sp>
    </p:spTree>
  </p:cSld>
  <p:clrMapOvr>
    <a:masterClrMapping/>
  </p:clrMapOvr>
</p:notes>
</file>

<file path=ppt/notesSlides/notesSlide30.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normAutofit/>
          </a:bodyPr>
          <a:lstStyle/>
          <a:p>
            <a:endParaRPr lang="en-US"/>
          </a:p>
        </p:txBody>
      </p:sp>
      <p:sp>
        <p:nvSpPr>
          <p:cNvPr id="4" name="Slide Number Placeholder 3"/>
          <p:cNvSpPr>
            <a:spLocks noGrp="1"/>
          </p:cNvSpPr>
          <p:nvPr>
            <p:ph type="sldNum" sz="quarter" idx="10"/>
          </p:nvPr>
        </p:nvSpPr>
        <p:spPr/>
        <p:txBody>
          <a:bodyPr/>
          <a:lstStyle/>
          <a:p>
            <a:fld id="{C6A2EA70-8A4C-40BF-A25E-4BD4BBF0DDA4}" type="slidenum">
              <a:rPr lang="en-US" smtClean="0"/>
              <a:pPr/>
              <a:t>38</a:t>
            </a:fld>
            <a:endParaRPr lang="en-US"/>
          </a:p>
        </p:txBody>
      </p:sp>
    </p:spTree>
    <p:extLst>
      <p:ext uri="{BB962C8B-B14F-4D97-AF65-F5344CB8AC3E}">
        <p14:creationId xmlns:p14="http://schemas.microsoft.com/office/powerpoint/2010/main" val="3730210405"/>
      </p:ext>
    </p:extLst>
  </p:cSld>
  <p:clrMapOvr>
    <a:masterClrMapping/>
  </p:clrMapOvr>
</p:notes>
</file>

<file path=ppt/notesSlides/notesSlide31.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normAutofit/>
          </a:bodyPr>
          <a:lstStyle/>
          <a:p>
            <a:endParaRPr lang="en-US"/>
          </a:p>
        </p:txBody>
      </p:sp>
      <p:sp>
        <p:nvSpPr>
          <p:cNvPr id="4" name="Slide Number Placeholder 3"/>
          <p:cNvSpPr>
            <a:spLocks noGrp="1"/>
          </p:cNvSpPr>
          <p:nvPr>
            <p:ph type="sldNum" sz="quarter" idx="10"/>
          </p:nvPr>
        </p:nvSpPr>
        <p:spPr/>
        <p:txBody>
          <a:bodyPr/>
          <a:lstStyle/>
          <a:p>
            <a:fld id="{C6A2EA70-8A4C-40BF-A25E-4BD4BBF0DDA4}" type="slidenum">
              <a:rPr lang="en-US" smtClean="0"/>
              <a:pPr/>
              <a:t>39</a:t>
            </a:fld>
            <a:endParaRPr lang="en-US"/>
          </a:p>
        </p:txBody>
      </p:sp>
    </p:spTree>
    <p:extLst>
      <p:ext uri="{BB962C8B-B14F-4D97-AF65-F5344CB8AC3E}">
        <p14:creationId xmlns:p14="http://schemas.microsoft.com/office/powerpoint/2010/main" val="2122917259"/>
      </p:ext>
    </p:extLst>
  </p:cSld>
  <p:clrMapOvr>
    <a:masterClrMapping/>
  </p:clrMapOvr>
</p:notes>
</file>

<file path=ppt/notesSlides/notesSlide32.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normAutofit/>
          </a:bodyPr>
          <a:lstStyle/>
          <a:p>
            <a:endParaRPr lang="en-US"/>
          </a:p>
        </p:txBody>
      </p:sp>
      <p:sp>
        <p:nvSpPr>
          <p:cNvPr id="4" name="Slide Number Placeholder 3"/>
          <p:cNvSpPr>
            <a:spLocks noGrp="1"/>
          </p:cNvSpPr>
          <p:nvPr>
            <p:ph type="sldNum" sz="quarter" idx="10"/>
          </p:nvPr>
        </p:nvSpPr>
        <p:spPr/>
        <p:txBody>
          <a:bodyPr/>
          <a:lstStyle/>
          <a:p>
            <a:fld id="{C6A2EA70-8A4C-40BF-A25E-4BD4BBF0DDA4}" type="slidenum">
              <a:rPr lang="en-US" smtClean="0"/>
              <a:pPr/>
              <a:t>41</a:t>
            </a:fld>
            <a:endParaRPr lang="en-US"/>
          </a:p>
        </p:txBody>
      </p:sp>
    </p:spTree>
    <p:extLst>
      <p:ext uri="{BB962C8B-B14F-4D97-AF65-F5344CB8AC3E}">
        <p14:creationId xmlns:p14="http://schemas.microsoft.com/office/powerpoint/2010/main" val="1877988489"/>
      </p:ext>
    </p:extLst>
  </p:cSld>
  <p:clrMapOvr>
    <a:masterClrMapping/>
  </p:clrMapOvr>
</p:notes>
</file>

<file path=ppt/slideLayouts/_rels/slideLayout1.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_rels/slideLayout2.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_rels/slideLayout3.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_rels/slideLayout4.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_rels/slideLayout5.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_rels/slideLayout6.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_rels/slideLayout7.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_rels/slideLayout8.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_rels/slideLayout9.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_rels/slideLayout10.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_rels/slideLayout11.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slideLayout1.xml><?xml version="1.0" encoding="utf-8"?>
<p:sldLayout xmlns:a="http://schemas.openxmlformats.org/drawingml/2006/main" xmlns:r="http://schemas.openxmlformats.org/officeDocument/2006/relationships" xmlns:p="http://schemas.openxmlformats.org/presentationml/2006/main" type="title" preserve="1">
  <p:cSld name="Title Slide">
    <p:spTree>
      <p:nvGrpSpPr>
        <p:cNvPr id="1" name=""/>
        <p:cNvGrpSpPr/>
        <p:nvPr/>
      </p:nvGrpSpPr>
      <p:grpSpPr>
        <a:xfrm>
          <a:off x="0" y="0"/>
          <a:ext cx="0" cy="0"/>
          <a:chOff x="0" y="0"/>
          <a:chExt cx="0" cy="0"/>
        </a:xfrm>
      </p:grpSpPr>
      <p:sp>
        <p:nvSpPr>
          <p:cNvPr id="2" name="Title 1">
            <a:extLst>
              <a:ext uri="{FF2B5EF4-FFF2-40B4-BE49-F238E27FC236}">
                <a16:creationId xmlns:a16="http://schemas.microsoft.com/office/drawing/2014/main" id="{AA36783A-41E2-4A27-89B6-F5B498100678}"/>
              </a:ext>
            </a:extLst>
          </p:cNvPr>
          <p:cNvSpPr>
            <a:spLocks noGrp="1"/>
          </p:cNvSpPr>
          <p:nvPr>
            <p:ph type="ctrTitle"/>
          </p:nvPr>
        </p:nvSpPr>
        <p:spPr>
          <a:xfrm>
            <a:off x="1143000" y="1122363"/>
            <a:ext cx="6858000" cy="2387600"/>
          </a:xfrm>
        </p:spPr>
        <p:txBody>
          <a:bodyPr anchor="b"/>
          <a:lstStyle>
            <a:lvl1pPr algn="ctr">
              <a:defRPr sz="4500"/>
            </a:lvl1pPr>
          </a:lstStyle>
          <a:p>
            <a:r>
              <a:rPr lang="en-US"/>
              <a:t>Click to edit Master title style</a:t>
            </a:r>
          </a:p>
        </p:txBody>
      </p:sp>
      <p:sp>
        <p:nvSpPr>
          <p:cNvPr id="3" name="Subtitle 2">
            <a:extLst>
              <a:ext uri="{FF2B5EF4-FFF2-40B4-BE49-F238E27FC236}">
                <a16:creationId xmlns:a16="http://schemas.microsoft.com/office/drawing/2014/main" id="{7C3F4558-A515-46EC-89C2-2C634D5B449F}"/>
              </a:ext>
            </a:extLst>
          </p:cNvPr>
          <p:cNvSpPr>
            <a:spLocks noGrp="1"/>
          </p:cNvSpPr>
          <p:nvPr>
            <p:ph type="subTitle" idx="1"/>
          </p:nvPr>
        </p:nvSpPr>
        <p:spPr>
          <a:xfrm>
            <a:off x="1143000" y="3602038"/>
            <a:ext cx="6858000" cy="1655762"/>
          </a:xfrm>
        </p:spPr>
        <p:txBody>
          <a:bodyPr/>
          <a:lstStyle>
            <a:lvl1pPr marL="0" indent="0" algn="ctr">
              <a:buNone/>
              <a:defRPr sz="1800"/>
            </a:lvl1pPr>
            <a:lvl2pPr marL="342900" indent="0" algn="ctr">
              <a:buNone/>
              <a:defRPr sz="1500"/>
            </a:lvl2pPr>
            <a:lvl3pPr marL="685800" indent="0" algn="ctr">
              <a:buNone/>
              <a:defRPr sz="1350"/>
            </a:lvl3pPr>
            <a:lvl4pPr marL="1028700" indent="0" algn="ctr">
              <a:buNone/>
              <a:defRPr sz="1200"/>
            </a:lvl4pPr>
            <a:lvl5pPr marL="1371600" indent="0" algn="ctr">
              <a:buNone/>
              <a:defRPr sz="1200"/>
            </a:lvl5pPr>
            <a:lvl6pPr marL="1714500" indent="0" algn="ctr">
              <a:buNone/>
              <a:defRPr sz="1200"/>
            </a:lvl6pPr>
            <a:lvl7pPr marL="2057400" indent="0" algn="ctr">
              <a:buNone/>
              <a:defRPr sz="1200"/>
            </a:lvl7pPr>
            <a:lvl8pPr marL="2400300" indent="0" algn="ctr">
              <a:buNone/>
              <a:defRPr sz="1200"/>
            </a:lvl8pPr>
            <a:lvl9pPr marL="2743200" indent="0" algn="ctr">
              <a:buNone/>
              <a:defRPr sz="1200"/>
            </a:lvl9pPr>
          </a:lstStyle>
          <a:p>
            <a:r>
              <a:rPr lang="en-US"/>
              <a:t>Click to edit Master subtitle style</a:t>
            </a:r>
          </a:p>
        </p:txBody>
      </p:sp>
      <p:sp>
        <p:nvSpPr>
          <p:cNvPr id="4" name="Date Placeholder 3">
            <a:extLst>
              <a:ext uri="{FF2B5EF4-FFF2-40B4-BE49-F238E27FC236}">
                <a16:creationId xmlns:a16="http://schemas.microsoft.com/office/drawing/2014/main" id="{EB23AE1E-39AD-4CEA-8BC7-BAA2D8C7B7B2}"/>
              </a:ext>
            </a:extLst>
          </p:cNvPr>
          <p:cNvSpPr>
            <a:spLocks noGrp="1"/>
          </p:cNvSpPr>
          <p:nvPr>
            <p:ph type="dt" sz="half" idx="10"/>
          </p:nvPr>
        </p:nvSpPr>
        <p:spPr/>
        <p:txBody>
          <a:bodyPr/>
          <a:lstStyle/>
          <a:p>
            <a:endParaRPr lang="en-US"/>
          </a:p>
        </p:txBody>
      </p:sp>
      <p:sp>
        <p:nvSpPr>
          <p:cNvPr id="5" name="Footer Placeholder 4">
            <a:extLst>
              <a:ext uri="{FF2B5EF4-FFF2-40B4-BE49-F238E27FC236}">
                <a16:creationId xmlns:a16="http://schemas.microsoft.com/office/drawing/2014/main" id="{01F8A101-A780-4CF7-919C-E33D932710E2}"/>
              </a:ext>
            </a:extLst>
          </p:cNvPr>
          <p:cNvSpPr>
            <a:spLocks noGrp="1"/>
          </p:cNvSpPr>
          <p:nvPr>
            <p:ph type="ftr" sz="quarter" idx="11"/>
          </p:nvPr>
        </p:nvSpPr>
        <p:spPr/>
        <p:txBody>
          <a:bodyPr/>
          <a:lstStyle/>
          <a:p>
            <a:endParaRPr lang="en-US"/>
          </a:p>
        </p:txBody>
      </p:sp>
      <p:sp>
        <p:nvSpPr>
          <p:cNvPr id="6" name="Slide Number Placeholder 5">
            <a:extLst>
              <a:ext uri="{FF2B5EF4-FFF2-40B4-BE49-F238E27FC236}">
                <a16:creationId xmlns:a16="http://schemas.microsoft.com/office/drawing/2014/main" id="{36A295CD-6A1A-45A1-BE64-5E34BDECF703}"/>
              </a:ext>
            </a:extLst>
          </p:cNvPr>
          <p:cNvSpPr>
            <a:spLocks noGrp="1"/>
          </p:cNvSpPr>
          <p:nvPr>
            <p:ph type="sldNum" sz="quarter" idx="12"/>
          </p:nvPr>
        </p:nvSpPr>
        <p:spPr/>
        <p:txBody>
          <a:bodyPr/>
          <a:lstStyle/>
          <a:p>
            <a:fld id="{997502A0-2A22-4053-87DB-A49A1760D22B}" type="slidenum">
              <a:rPr lang="en-US" smtClean="0"/>
              <a:pPr/>
              <a:t>‹#›</a:t>
            </a:fld>
            <a:endParaRPr lang="en-US"/>
          </a:p>
        </p:txBody>
      </p:sp>
    </p:spTree>
    <p:extLst>
      <p:ext uri="{BB962C8B-B14F-4D97-AF65-F5344CB8AC3E}">
        <p14:creationId xmlns:p14="http://schemas.microsoft.com/office/powerpoint/2010/main" val="3033629823"/>
      </p:ext>
    </p:extLst>
  </p:cSld>
  <p:clrMapOvr>
    <a:masterClrMapping/>
  </p:clrMapOvr>
</p:sldLayout>
</file>

<file path=ppt/slideLayouts/slideLayout2.xml><?xml version="1.0" encoding="utf-8"?>
<p:sldLayout xmlns:a="http://schemas.openxmlformats.org/drawingml/2006/main" xmlns:r="http://schemas.openxmlformats.org/officeDocument/2006/relationships" xmlns:p="http://schemas.openxmlformats.org/presentationml/2006/main" type="obj" preserve="1">
  <p:cSld name="Title and Content">
    <p:spTree>
      <p:nvGrpSpPr>
        <p:cNvPr id="1" name=""/>
        <p:cNvGrpSpPr/>
        <p:nvPr/>
      </p:nvGrpSpPr>
      <p:grpSpPr>
        <a:xfrm>
          <a:off x="0" y="0"/>
          <a:ext cx="0" cy="0"/>
          <a:chOff x="0" y="0"/>
          <a:chExt cx="0" cy="0"/>
        </a:xfrm>
      </p:grpSpPr>
      <p:sp>
        <p:nvSpPr>
          <p:cNvPr id="2" name="Title 1">
            <a:extLst>
              <a:ext uri="{FF2B5EF4-FFF2-40B4-BE49-F238E27FC236}">
                <a16:creationId xmlns:a16="http://schemas.microsoft.com/office/drawing/2014/main" id="{56A0B130-2C46-4407-B205-171143A84327}"/>
              </a:ext>
            </a:extLst>
          </p:cNvPr>
          <p:cNvSpPr>
            <a:spLocks noGrp="1"/>
          </p:cNvSpPr>
          <p:nvPr>
            <p:ph type="title"/>
          </p:nvPr>
        </p:nvSpPr>
        <p:spPr/>
        <p:txBody>
          <a:bodyPr/>
          <a:lstStyle/>
          <a:p>
            <a:r>
              <a:rPr lang="en-US"/>
              <a:t>Click to edit Master title style</a:t>
            </a:r>
          </a:p>
        </p:txBody>
      </p:sp>
      <p:sp>
        <p:nvSpPr>
          <p:cNvPr id="3" name="Content Placeholder 2">
            <a:extLst>
              <a:ext uri="{FF2B5EF4-FFF2-40B4-BE49-F238E27FC236}">
                <a16:creationId xmlns:a16="http://schemas.microsoft.com/office/drawing/2014/main" id="{FD9E8D98-A748-4289-A391-B8E352E8C862}"/>
              </a:ext>
            </a:extLst>
          </p:cNvPr>
          <p:cNvSpPr>
            <a:spLocks noGrp="1"/>
          </p:cNvSpPr>
          <p:nvPr>
            <p:ph idx="1"/>
          </p:nvPr>
        </p:nvSpPr>
        <p:spPr/>
        <p:txBody>
          <a:bodyPr/>
          <a:lstStyle/>
          <a:p>
            <a:pPr lvl="0"/>
            <a:r>
              <a:rPr lang="en-US"/>
              <a:t>Click to edit Master text styles</a:t>
            </a:r>
          </a:p>
          <a:p>
            <a:pPr lvl="1"/>
            <a:r>
              <a:rPr lang="en-US"/>
              <a:t>Second level</a:t>
            </a:r>
          </a:p>
          <a:p>
            <a:pPr lvl="2"/>
            <a:r>
              <a:rPr lang="en-US"/>
              <a:t>Third level</a:t>
            </a:r>
          </a:p>
          <a:p>
            <a:pPr lvl="3"/>
            <a:r>
              <a:rPr lang="en-US"/>
              <a:t>Fourth level</a:t>
            </a:r>
          </a:p>
          <a:p>
            <a:pPr lvl="4"/>
            <a:r>
              <a:rPr lang="en-US"/>
              <a:t>Fifth level</a:t>
            </a:r>
          </a:p>
        </p:txBody>
      </p:sp>
      <p:sp>
        <p:nvSpPr>
          <p:cNvPr id="4" name="Date Placeholder 3">
            <a:extLst>
              <a:ext uri="{FF2B5EF4-FFF2-40B4-BE49-F238E27FC236}">
                <a16:creationId xmlns:a16="http://schemas.microsoft.com/office/drawing/2014/main" id="{2FD1BF89-81CF-49BA-987A-921F83D3836A}"/>
              </a:ext>
            </a:extLst>
          </p:cNvPr>
          <p:cNvSpPr>
            <a:spLocks noGrp="1"/>
          </p:cNvSpPr>
          <p:nvPr>
            <p:ph type="dt" sz="half" idx="10"/>
          </p:nvPr>
        </p:nvSpPr>
        <p:spPr/>
        <p:txBody>
          <a:bodyPr/>
          <a:lstStyle/>
          <a:p>
            <a:endParaRPr lang="en-US"/>
          </a:p>
        </p:txBody>
      </p:sp>
      <p:sp>
        <p:nvSpPr>
          <p:cNvPr id="5" name="Footer Placeholder 4">
            <a:extLst>
              <a:ext uri="{FF2B5EF4-FFF2-40B4-BE49-F238E27FC236}">
                <a16:creationId xmlns:a16="http://schemas.microsoft.com/office/drawing/2014/main" id="{1BD1283E-4234-432A-AA13-CAB61132A18F}"/>
              </a:ext>
            </a:extLst>
          </p:cNvPr>
          <p:cNvSpPr>
            <a:spLocks noGrp="1"/>
          </p:cNvSpPr>
          <p:nvPr>
            <p:ph type="ftr" sz="quarter" idx="11"/>
          </p:nvPr>
        </p:nvSpPr>
        <p:spPr/>
        <p:txBody>
          <a:bodyPr/>
          <a:lstStyle/>
          <a:p>
            <a:endParaRPr lang="en-US"/>
          </a:p>
        </p:txBody>
      </p:sp>
      <p:sp>
        <p:nvSpPr>
          <p:cNvPr id="6" name="Slide Number Placeholder 5">
            <a:extLst>
              <a:ext uri="{FF2B5EF4-FFF2-40B4-BE49-F238E27FC236}">
                <a16:creationId xmlns:a16="http://schemas.microsoft.com/office/drawing/2014/main" id="{0CB4D602-2AF5-400F-9A51-7AB062899B1A}"/>
              </a:ext>
            </a:extLst>
          </p:cNvPr>
          <p:cNvSpPr>
            <a:spLocks noGrp="1"/>
          </p:cNvSpPr>
          <p:nvPr>
            <p:ph type="sldNum" sz="quarter" idx="12"/>
          </p:nvPr>
        </p:nvSpPr>
        <p:spPr/>
        <p:txBody>
          <a:bodyPr/>
          <a:lstStyle/>
          <a:p>
            <a:fld id="{AC7D7D2A-1BAE-400D-B4B6-AE94372DC021}" type="slidenum">
              <a:rPr lang="en-US" smtClean="0"/>
              <a:pPr/>
              <a:t>‹#›</a:t>
            </a:fld>
            <a:endParaRPr lang="en-US"/>
          </a:p>
        </p:txBody>
      </p:sp>
    </p:spTree>
    <p:extLst>
      <p:ext uri="{BB962C8B-B14F-4D97-AF65-F5344CB8AC3E}">
        <p14:creationId xmlns:p14="http://schemas.microsoft.com/office/powerpoint/2010/main" val="37948961"/>
      </p:ext>
    </p:extLst>
  </p:cSld>
  <p:clrMapOvr>
    <a:masterClrMapping/>
  </p:clrMapOvr>
</p:sldLayout>
</file>

<file path=ppt/slideLayouts/slideLayout3.xml><?xml version="1.0" encoding="utf-8"?>
<p:sldLayout xmlns:a="http://schemas.openxmlformats.org/drawingml/2006/main" xmlns:r="http://schemas.openxmlformats.org/officeDocument/2006/relationships" xmlns:p="http://schemas.openxmlformats.org/presentationml/2006/main" type="secHead" preserve="1">
  <p:cSld name="Section Header">
    <p:spTree>
      <p:nvGrpSpPr>
        <p:cNvPr id="1" name=""/>
        <p:cNvGrpSpPr/>
        <p:nvPr/>
      </p:nvGrpSpPr>
      <p:grpSpPr>
        <a:xfrm>
          <a:off x="0" y="0"/>
          <a:ext cx="0" cy="0"/>
          <a:chOff x="0" y="0"/>
          <a:chExt cx="0" cy="0"/>
        </a:xfrm>
      </p:grpSpPr>
      <p:sp>
        <p:nvSpPr>
          <p:cNvPr id="2" name="Title 1">
            <a:extLst>
              <a:ext uri="{FF2B5EF4-FFF2-40B4-BE49-F238E27FC236}">
                <a16:creationId xmlns:a16="http://schemas.microsoft.com/office/drawing/2014/main" id="{736929D1-68BD-43E4-B4CB-3AECEDCBF3F7}"/>
              </a:ext>
            </a:extLst>
          </p:cNvPr>
          <p:cNvSpPr>
            <a:spLocks noGrp="1"/>
          </p:cNvSpPr>
          <p:nvPr>
            <p:ph type="title"/>
          </p:nvPr>
        </p:nvSpPr>
        <p:spPr>
          <a:xfrm>
            <a:off x="623888" y="1709739"/>
            <a:ext cx="7886700" cy="2852737"/>
          </a:xfrm>
        </p:spPr>
        <p:txBody>
          <a:bodyPr anchor="b"/>
          <a:lstStyle>
            <a:lvl1pPr>
              <a:defRPr sz="4500"/>
            </a:lvl1pPr>
          </a:lstStyle>
          <a:p>
            <a:r>
              <a:rPr lang="en-US"/>
              <a:t>Click to edit Master title style</a:t>
            </a:r>
          </a:p>
        </p:txBody>
      </p:sp>
      <p:sp>
        <p:nvSpPr>
          <p:cNvPr id="3" name="Text Placeholder 2">
            <a:extLst>
              <a:ext uri="{FF2B5EF4-FFF2-40B4-BE49-F238E27FC236}">
                <a16:creationId xmlns:a16="http://schemas.microsoft.com/office/drawing/2014/main" id="{D46A9B28-55F8-4B46-A216-3129684A2021}"/>
              </a:ext>
            </a:extLst>
          </p:cNvPr>
          <p:cNvSpPr>
            <a:spLocks noGrp="1"/>
          </p:cNvSpPr>
          <p:nvPr>
            <p:ph type="body" idx="1"/>
          </p:nvPr>
        </p:nvSpPr>
        <p:spPr>
          <a:xfrm>
            <a:off x="623888" y="4589464"/>
            <a:ext cx="7886700" cy="1500187"/>
          </a:xfrm>
        </p:spPr>
        <p:txBody>
          <a:bodyPr/>
          <a:lstStyle>
            <a:lvl1pPr marL="0" indent="0">
              <a:buNone/>
              <a:defRPr sz="1800">
                <a:solidFill>
                  <a:schemeClr val="tx1">
                    <a:tint val="75000"/>
                  </a:schemeClr>
                </a:solidFill>
              </a:defRPr>
            </a:lvl1pPr>
            <a:lvl2pPr marL="342900" indent="0">
              <a:buNone/>
              <a:defRPr sz="1500">
                <a:solidFill>
                  <a:schemeClr val="tx1">
                    <a:tint val="75000"/>
                  </a:schemeClr>
                </a:solidFill>
              </a:defRPr>
            </a:lvl2pPr>
            <a:lvl3pPr marL="685800" indent="0">
              <a:buNone/>
              <a:defRPr sz="1350">
                <a:solidFill>
                  <a:schemeClr val="tx1">
                    <a:tint val="75000"/>
                  </a:schemeClr>
                </a:solidFill>
              </a:defRPr>
            </a:lvl3pPr>
            <a:lvl4pPr marL="1028700" indent="0">
              <a:buNone/>
              <a:defRPr sz="1200">
                <a:solidFill>
                  <a:schemeClr val="tx1">
                    <a:tint val="75000"/>
                  </a:schemeClr>
                </a:solidFill>
              </a:defRPr>
            </a:lvl4pPr>
            <a:lvl5pPr marL="1371600" indent="0">
              <a:buNone/>
              <a:defRPr sz="1200">
                <a:solidFill>
                  <a:schemeClr val="tx1">
                    <a:tint val="75000"/>
                  </a:schemeClr>
                </a:solidFill>
              </a:defRPr>
            </a:lvl5pPr>
            <a:lvl6pPr marL="1714500" indent="0">
              <a:buNone/>
              <a:defRPr sz="1200">
                <a:solidFill>
                  <a:schemeClr val="tx1">
                    <a:tint val="75000"/>
                  </a:schemeClr>
                </a:solidFill>
              </a:defRPr>
            </a:lvl6pPr>
            <a:lvl7pPr marL="2057400" indent="0">
              <a:buNone/>
              <a:defRPr sz="1200">
                <a:solidFill>
                  <a:schemeClr val="tx1">
                    <a:tint val="75000"/>
                  </a:schemeClr>
                </a:solidFill>
              </a:defRPr>
            </a:lvl7pPr>
            <a:lvl8pPr marL="2400300" indent="0">
              <a:buNone/>
              <a:defRPr sz="1200">
                <a:solidFill>
                  <a:schemeClr val="tx1">
                    <a:tint val="75000"/>
                  </a:schemeClr>
                </a:solidFill>
              </a:defRPr>
            </a:lvl8pPr>
            <a:lvl9pPr marL="2743200" indent="0">
              <a:buNone/>
              <a:defRPr sz="1200">
                <a:solidFill>
                  <a:schemeClr val="tx1">
                    <a:tint val="75000"/>
                  </a:schemeClr>
                </a:solidFill>
              </a:defRPr>
            </a:lvl9pPr>
          </a:lstStyle>
          <a:p>
            <a:pPr lvl="0"/>
            <a:r>
              <a:rPr lang="en-US"/>
              <a:t>Click to edit Master text styles</a:t>
            </a:r>
          </a:p>
        </p:txBody>
      </p:sp>
      <p:sp>
        <p:nvSpPr>
          <p:cNvPr id="4" name="Date Placeholder 3">
            <a:extLst>
              <a:ext uri="{FF2B5EF4-FFF2-40B4-BE49-F238E27FC236}">
                <a16:creationId xmlns:a16="http://schemas.microsoft.com/office/drawing/2014/main" id="{B27DA3C1-5190-4611-A8CE-48AEFABBBF19}"/>
              </a:ext>
            </a:extLst>
          </p:cNvPr>
          <p:cNvSpPr>
            <a:spLocks noGrp="1"/>
          </p:cNvSpPr>
          <p:nvPr>
            <p:ph type="dt" sz="half" idx="10"/>
          </p:nvPr>
        </p:nvSpPr>
        <p:spPr/>
        <p:txBody>
          <a:bodyPr/>
          <a:lstStyle/>
          <a:p>
            <a:endParaRPr lang="en-US"/>
          </a:p>
        </p:txBody>
      </p:sp>
      <p:sp>
        <p:nvSpPr>
          <p:cNvPr id="5" name="Footer Placeholder 4">
            <a:extLst>
              <a:ext uri="{FF2B5EF4-FFF2-40B4-BE49-F238E27FC236}">
                <a16:creationId xmlns:a16="http://schemas.microsoft.com/office/drawing/2014/main" id="{CFB4F474-A969-491C-891A-434A3BAA53AA}"/>
              </a:ext>
            </a:extLst>
          </p:cNvPr>
          <p:cNvSpPr>
            <a:spLocks noGrp="1"/>
          </p:cNvSpPr>
          <p:nvPr>
            <p:ph type="ftr" sz="quarter" idx="11"/>
          </p:nvPr>
        </p:nvSpPr>
        <p:spPr/>
        <p:txBody>
          <a:bodyPr/>
          <a:lstStyle/>
          <a:p>
            <a:endParaRPr lang="en-US"/>
          </a:p>
        </p:txBody>
      </p:sp>
      <p:sp>
        <p:nvSpPr>
          <p:cNvPr id="6" name="Slide Number Placeholder 5">
            <a:extLst>
              <a:ext uri="{FF2B5EF4-FFF2-40B4-BE49-F238E27FC236}">
                <a16:creationId xmlns:a16="http://schemas.microsoft.com/office/drawing/2014/main" id="{50C198B7-9F98-405A-83D2-1A79BF4D7B42}"/>
              </a:ext>
            </a:extLst>
          </p:cNvPr>
          <p:cNvSpPr>
            <a:spLocks noGrp="1"/>
          </p:cNvSpPr>
          <p:nvPr>
            <p:ph type="sldNum" sz="quarter" idx="12"/>
          </p:nvPr>
        </p:nvSpPr>
        <p:spPr/>
        <p:txBody>
          <a:bodyPr/>
          <a:lstStyle/>
          <a:p>
            <a:fld id="{689C1415-B1A8-492C-B7C6-94B7FBFAE23F}" type="slidenum">
              <a:rPr lang="en-US" smtClean="0"/>
              <a:pPr/>
              <a:t>‹#›</a:t>
            </a:fld>
            <a:endParaRPr lang="en-US"/>
          </a:p>
        </p:txBody>
      </p:sp>
    </p:spTree>
    <p:extLst>
      <p:ext uri="{BB962C8B-B14F-4D97-AF65-F5344CB8AC3E}">
        <p14:creationId xmlns:p14="http://schemas.microsoft.com/office/powerpoint/2010/main" val="397001940"/>
      </p:ext>
    </p:extLst>
  </p:cSld>
  <p:clrMapOvr>
    <a:masterClrMapping/>
  </p:clrMapOvr>
</p:sldLayout>
</file>

<file path=ppt/slideLayouts/slideLayout4.xml><?xml version="1.0" encoding="utf-8"?>
<p:sldLayout xmlns:a="http://schemas.openxmlformats.org/drawingml/2006/main" xmlns:r="http://schemas.openxmlformats.org/officeDocument/2006/relationships" xmlns:p="http://schemas.openxmlformats.org/presentationml/2006/main" type="twoObj" preserve="1">
  <p:cSld name="Two Content">
    <p:spTree>
      <p:nvGrpSpPr>
        <p:cNvPr id="1" name=""/>
        <p:cNvGrpSpPr/>
        <p:nvPr/>
      </p:nvGrpSpPr>
      <p:grpSpPr>
        <a:xfrm>
          <a:off x="0" y="0"/>
          <a:ext cx="0" cy="0"/>
          <a:chOff x="0" y="0"/>
          <a:chExt cx="0" cy="0"/>
        </a:xfrm>
      </p:grpSpPr>
      <p:sp>
        <p:nvSpPr>
          <p:cNvPr id="2" name="Title 1">
            <a:extLst>
              <a:ext uri="{FF2B5EF4-FFF2-40B4-BE49-F238E27FC236}">
                <a16:creationId xmlns:a16="http://schemas.microsoft.com/office/drawing/2014/main" id="{686DED0F-D33B-45D0-A944-1FC6796BEDF2}"/>
              </a:ext>
            </a:extLst>
          </p:cNvPr>
          <p:cNvSpPr>
            <a:spLocks noGrp="1"/>
          </p:cNvSpPr>
          <p:nvPr>
            <p:ph type="title"/>
          </p:nvPr>
        </p:nvSpPr>
        <p:spPr/>
        <p:txBody>
          <a:bodyPr/>
          <a:lstStyle/>
          <a:p>
            <a:r>
              <a:rPr lang="en-US"/>
              <a:t>Click to edit Master title style</a:t>
            </a:r>
          </a:p>
        </p:txBody>
      </p:sp>
      <p:sp>
        <p:nvSpPr>
          <p:cNvPr id="3" name="Content Placeholder 2">
            <a:extLst>
              <a:ext uri="{FF2B5EF4-FFF2-40B4-BE49-F238E27FC236}">
                <a16:creationId xmlns:a16="http://schemas.microsoft.com/office/drawing/2014/main" id="{586117D5-835C-46D4-A5D1-A679D38952E0}"/>
              </a:ext>
            </a:extLst>
          </p:cNvPr>
          <p:cNvSpPr>
            <a:spLocks noGrp="1"/>
          </p:cNvSpPr>
          <p:nvPr>
            <p:ph sz="half" idx="1"/>
          </p:nvPr>
        </p:nvSpPr>
        <p:spPr>
          <a:xfrm>
            <a:off x="628650" y="1825625"/>
            <a:ext cx="3886200" cy="4351338"/>
          </a:xfrm>
        </p:spPr>
        <p:txBody>
          <a:bodyPr/>
          <a:lstStyle/>
          <a:p>
            <a:pPr lvl="0"/>
            <a:r>
              <a:rPr lang="en-US"/>
              <a:t>Click to edit Master text styles</a:t>
            </a:r>
          </a:p>
          <a:p>
            <a:pPr lvl="1"/>
            <a:r>
              <a:rPr lang="en-US"/>
              <a:t>Second level</a:t>
            </a:r>
          </a:p>
          <a:p>
            <a:pPr lvl="2"/>
            <a:r>
              <a:rPr lang="en-US"/>
              <a:t>Third level</a:t>
            </a:r>
          </a:p>
          <a:p>
            <a:pPr lvl="3"/>
            <a:r>
              <a:rPr lang="en-US"/>
              <a:t>Fourth level</a:t>
            </a:r>
          </a:p>
          <a:p>
            <a:pPr lvl="4"/>
            <a:r>
              <a:rPr lang="en-US"/>
              <a:t>Fifth level</a:t>
            </a:r>
          </a:p>
        </p:txBody>
      </p:sp>
      <p:sp>
        <p:nvSpPr>
          <p:cNvPr id="4" name="Content Placeholder 3">
            <a:extLst>
              <a:ext uri="{FF2B5EF4-FFF2-40B4-BE49-F238E27FC236}">
                <a16:creationId xmlns:a16="http://schemas.microsoft.com/office/drawing/2014/main" id="{7C7A736B-BD60-4857-89E0-3BFC4B318437}"/>
              </a:ext>
            </a:extLst>
          </p:cNvPr>
          <p:cNvSpPr>
            <a:spLocks noGrp="1"/>
          </p:cNvSpPr>
          <p:nvPr>
            <p:ph sz="half" idx="2"/>
          </p:nvPr>
        </p:nvSpPr>
        <p:spPr>
          <a:xfrm>
            <a:off x="4629150" y="1825625"/>
            <a:ext cx="3886200" cy="4351338"/>
          </a:xfrm>
        </p:spPr>
        <p:txBody>
          <a:bodyPr/>
          <a:lstStyle/>
          <a:p>
            <a:pPr lvl="0"/>
            <a:r>
              <a:rPr lang="en-US"/>
              <a:t>Click to edit Master text styles</a:t>
            </a:r>
          </a:p>
          <a:p>
            <a:pPr lvl="1"/>
            <a:r>
              <a:rPr lang="en-US"/>
              <a:t>Second level</a:t>
            </a:r>
          </a:p>
          <a:p>
            <a:pPr lvl="2"/>
            <a:r>
              <a:rPr lang="en-US"/>
              <a:t>Third level</a:t>
            </a:r>
          </a:p>
          <a:p>
            <a:pPr lvl="3"/>
            <a:r>
              <a:rPr lang="en-US"/>
              <a:t>Fourth level</a:t>
            </a:r>
          </a:p>
          <a:p>
            <a:pPr lvl="4"/>
            <a:r>
              <a:rPr lang="en-US"/>
              <a:t>Fifth level</a:t>
            </a:r>
          </a:p>
        </p:txBody>
      </p:sp>
      <p:sp>
        <p:nvSpPr>
          <p:cNvPr id="5" name="Date Placeholder 4">
            <a:extLst>
              <a:ext uri="{FF2B5EF4-FFF2-40B4-BE49-F238E27FC236}">
                <a16:creationId xmlns:a16="http://schemas.microsoft.com/office/drawing/2014/main" id="{5C1B511C-5622-46BB-B4AC-F8D983686B20}"/>
              </a:ext>
            </a:extLst>
          </p:cNvPr>
          <p:cNvSpPr>
            <a:spLocks noGrp="1"/>
          </p:cNvSpPr>
          <p:nvPr>
            <p:ph type="dt" sz="half" idx="10"/>
          </p:nvPr>
        </p:nvSpPr>
        <p:spPr/>
        <p:txBody>
          <a:bodyPr/>
          <a:lstStyle/>
          <a:p>
            <a:endParaRPr lang="en-US"/>
          </a:p>
        </p:txBody>
      </p:sp>
      <p:sp>
        <p:nvSpPr>
          <p:cNvPr id="6" name="Footer Placeholder 5">
            <a:extLst>
              <a:ext uri="{FF2B5EF4-FFF2-40B4-BE49-F238E27FC236}">
                <a16:creationId xmlns:a16="http://schemas.microsoft.com/office/drawing/2014/main" id="{30EE8415-351C-450F-B6E3-A7D772BB6FCD}"/>
              </a:ext>
            </a:extLst>
          </p:cNvPr>
          <p:cNvSpPr>
            <a:spLocks noGrp="1"/>
          </p:cNvSpPr>
          <p:nvPr>
            <p:ph type="ftr" sz="quarter" idx="11"/>
          </p:nvPr>
        </p:nvSpPr>
        <p:spPr/>
        <p:txBody>
          <a:bodyPr/>
          <a:lstStyle/>
          <a:p>
            <a:endParaRPr lang="en-US"/>
          </a:p>
        </p:txBody>
      </p:sp>
      <p:sp>
        <p:nvSpPr>
          <p:cNvPr id="7" name="Slide Number Placeholder 6">
            <a:extLst>
              <a:ext uri="{FF2B5EF4-FFF2-40B4-BE49-F238E27FC236}">
                <a16:creationId xmlns:a16="http://schemas.microsoft.com/office/drawing/2014/main" id="{8AE436CF-29C5-4EF6-95F5-90215C10602A}"/>
              </a:ext>
            </a:extLst>
          </p:cNvPr>
          <p:cNvSpPr>
            <a:spLocks noGrp="1"/>
          </p:cNvSpPr>
          <p:nvPr>
            <p:ph type="sldNum" sz="quarter" idx="12"/>
          </p:nvPr>
        </p:nvSpPr>
        <p:spPr/>
        <p:txBody>
          <a:bodyPr/>
          <a:lstStyle/>
          <a:p>
            <a:fld id="{EE5DF07F-76C4-454F-B8DD-1935FAB6C5A5}" type="slidenum">
              <a:rPr lang="en-US" smtClean="0"/>
              <a:pPr/>
              <a:t>‹#›</a:t>
            </a:fld>
            <a:endParaRPr lang="en-US"/>
          </a:p>
        </p:txBody>
      </p:sp>
    </p:spTree>
    <p:extLst>
      <p:ext uri="{BB962C8B-B14F-4D97-AF65-F5344CB8AC3E}">
        <p14:creationId xmlns:p14="http://schemas.microsoft.com/office/powerpoint/2010/main" val="789653538"/>
      </p:ext>
    </p:extLst>
  </p:cSld>
  <p:clrMapOvr>
    <a:masterClrMapping/>
  </p:clrMapOvr>
</p:sldLayout>
</file>

<file path=ppt/slideLayouts/slideLayout5.xml><?xml version="1.0" encoding="utf-8"?>
<p:sldLayout xmlns:a="http://schemas.openxmlformats.org/drawingml/2006/main" xmlns:r="http://schemas.openxmlformats.org/officeDocument/2006/relationships" xmlns:p="http://schemas.openxmlformats.org/presentationml/2006/main" type="twoTxTwoObj" preserve="1">
  <p:cSld name="Comparison">
    <p:spTree>
      <p:nvGrpSpPr>
        <p:cNvPr id="1" name=""/>
        <p:cNvGrpSpPr/>
        <p:nvPr/>
      </p:nvGrpSpPr>
      <p:grpSpPr>
        <a:xfrm>
          <a:off x="0" y="0"/>
          <a:ext cx="0" cy="0"/>
          <a:chOff x="0" y="0"/>
          <a:chExt cx="0" cy="0"/>
        </a:xfrm>
      </p:grpSpPr>
      <p:sp>
        <p:nvSpPr>
          <p:cNvPr id="2" name="Title 1">
            <a:extLst>
              <a:ext uri="{FF2B5EF4-FFF2-40B4-BE49-F238E27FC236}">
                <a16:creationId xmlns:a16="http://schemas.microsoft.com/office/drawing/2014/main" id="{A3732D39-EE71-4683-B5FA-0CB93AF55D9D}"/>
              </a:ext>
            </a:extLst>
          </p:cNvPr>
          <p:cNvSpPr>
            <a:spLocks noGrp="1"/>
          </p:cNvSpPr>
          <p:nvPr>
            <p:ph type="title"/>
          </p:nvPr>
        </p:nvSpPr>
        <p:spPr>
          <a:xfrm>
            <a:off x="629841" y="365126"/>
            <a:ext cx="7886700" cy="1325563"/>
          </a:xfrm>
        </p:spPr>
        <p:txBody>
          <a:bodyPr/>
          <a:lstStyle/>
          <a:p>
            <a:r>
              <a:rPr lang="en-US"/>
              <a:t>Click to edit Master title style</a:t>
            </a:r>
          </a:p>
        </p:txBody>
      </p:sp>
      <p:sp>
        <p:nvSpPr>
          <p:cNvPr id="3" name="Text Placeholder 2">
            <a:extLst>
              <a:ext uri="{FF2B5EF4-FFF2-40B4-BE49-F238E27FC236}">
                <a16:creationId xmlns:a16="http://schemas.microsoft.com/office/drawing/2014/main" id="{6F2064D6-A973-4017-8D39-9FABC96C925F}"/>
              </a:ext>
            </a:extLst>
          </p:cNvPr>
          <p:cNvSpPr>
            <a:spLocks noGrp="1"/>
          </p:cNvSpPr>
          <p:nvPr>
            <p:ph type="body" idx="1"/>
          </p:nvPr>
        </p:nvSpPr>
        <p:spPr>
          <a:xfrm>
            <a:off x="629842" y="1681163"/>
            <a:ext cx="3868340" cy="823912"/>
          </a:xfrm>
        </p:spPr>
        <p:txBody>
          <a:bodyPr anchor="b"/>
          <a:lstStyle>
            <a:lvl1pPr marL="0" indent="0">
              <a:buNone/>
              <a:defRPr sz="1800" b="1"/>
            </a:lvl1pPr>
            <a:lvl2pPr marL="342900" indent="0">
              <a:buNone/>
              <a:defRPr sz="1500" b="1"/>
            </a:lvl2pPr>
            <a:lvl3pPr marL="685800" indent="0">
              <a:buNone/>
              <a:defRPr sz="1350" b="1"/>
            </a:lvl3pPr>
            <a:lvl4pPr marL="1028700" indent="0">
              <a:buNone/>
              <a:defRPr sz="1200" b="1"/>
            </a:lvl4pPr>
            <a:lvl5pPr marL="1371600" indent="0">
              <a:buNone/>
              <a:defRPr sz="1200" b="1"/>
            </a:lvl5pPr>
            <a:lvl6pPr marL="1714500" indent="0">
              <a:buNone/>
              <a:defRPr sz="1200" b="1"/>
            </a:lvl6pPr>
            <a:lvl7pPr marL="2057400" indent="0">
              <a:buNone/>
              <a:defRPr sz="1200" b="1"/>
            </a:lvl7pPr>
            <a:lvl8pPr marL="2400300" indent="0">
              <a:buNone/>
              <a:defRPr sz="1200" b="1"/>
            </a:lvl8pPr>
            <a:lvl9pPr marL="2743200" indent="0">
              <a:buNone/>
              <a:defRPr sz="1200" b="1"/>
            </a:lvl9pPr>
          </a:lstStyle>
          <a:p>
            <a:pPr lvl="0"/>
            <a:r>
              <a:rPr lang="en-US"/>
              <a:t>Click to edit Master text styles</a:t>
            </a:r>
          </a:p>
        </p:txBody>
      </p:sp>
      <p:sp>
        <p:nvSpPr>
          <p:cNvPr id="4" name="Content Placeholder 3">
            <a:extLst>
              <a:ext uri="{FF2B5EF4-FFF2-40B4-BE49-F238E27FC236}">
                <a16:creationId xmlns:a16="http://schemas.microsoft.com/office/drawing/2014/main" id="{5B1A08A6-B8C4-4881-B449-B1A3F40CA3DD}"/>
              </a:ext>
            </a:extLst>
          </p:cNvPr>
          <p:cNvSpPr>
            <a:spLocks noGrp="1"/>
          </p:cNvSpPr>
          <p:nvPr>
            <p:ph sz="half" idx="2"/>
          </p:nvPr>
        </p:nvSpPr>
        <p:spPr>
          <a:xfrm>
            <a:off x="629842" y="2505075"/>
            <a:ext cx="3868340" cy="3684588"/>
          </a:xfrm>
        </p:spPr>
        <p:txBody>
          <a:bodyPr/>
          <a:lstStyle/>
          <a:p>
            <a:pPr lvl="0"/>
            <a:r>
              <a:rPr lang="en-US"/>
              <a:t>Click to edit Master text styles</a:t>
            </a:r>
          </a:p>
          <a:p>
            <a:pPr lvl="1"/>
            <a:r>
              <a:rPr lang="en-US"/>
              <a:t>Second level</a:t>
            </a:r>
          </a:p>
          <a:p>
            <a:pPr lvl="2"/>
            <a:r>
              <a:rPr lang="en-US"/>
              <a:t>Third level</a:t>
            </a:r>
          </a:p>
          <a:p>
            <a:pPr lvl="3"/>
            <a:r>
              <a:rPr lang="en-US"/>
              <a:t>Fourth level</a:t>
            </a:r>
          </a:p>
          <a:p>
            <a:pPr lvl="4"/>
            <a:r>
              <a:rPr lang="en-US"/>
              <a:t>Fifth level</a:t>
            </a:r>
          </a:p>
        </p:txBody>
      </p:sp>
      <p:sp>
        <p:nvSpPr>
          <p:cNvPr id="5" name="Text Placeholder 4">
            <a:extLst>
              <a:ext uri="{FF2B5EF4-FFF2-40B4-BE49-F238E27FC236}">
                <a16:creationId xmlns:a16="http://schemas.microsoft.com/office/drawing/2014/main" id="{6402E0F0-D98E-4BC9-91D6-A1BC50D03DC1}"/>
              </a:ext>
            </a:extLst>
          </p:cNvPr>
          <p:cNvSpPr>
            <a:spLocks noGrp="1"/>
          </p:cNvSpPr>
          <p:nvPr>
            <p:ph type="body" sz="quarter" idx="3"/>
          </p:nvPr>
        </p:nvSpPr>
        <p:spPr>
          <a:xfrm>
            <a:off x="4629150" y="1681163"/>
            <a:ext cx="3887391" cy="823912"/>
          </a:xfrm>
        </p:spPr>
        <p:txBody>
          <a:bodyPr anchor="b"/>
          <a:lstStyle>
            <a:lvl1pPr marL="0" indent="0">
              <a:buNone/>
              <a:defRPr sz="1800" b="1"/>
            </a:lvl1pPr>
            <a:lvl2pPr marL="342900" indent="0">
              <a:buNone/>
              <a:defRPr sz="1500" b="1"/>
            </a:lvl2pPr>
            <a:lvl3pPr marL="685800" indent="0">
              <a:buNone/>
              <a:defRPr sz="1350" b="1"/>
            </a:lvl3pPr>
            <a:lvl4pPr marL="1028700" indent="0">
              <a:buNone/>
              <a:defRPr sz="1200" b="1"/>
            </a:lvl4pPr>
            <a:lvl5pPr marL="1371600" indent="0">
              <a:buNone/>
              <a:defRPr sz="1200" b="1"/>
            </a:lvl5pPr>
            <a:lvl6pPr marL="1714500" indent="0">
              <a:buNone/>
              <a:defRPr sz="1200" b="1"/>
            </a:lvl6pPr>
            <a:lvl7pPr marL="2057400" indent="0">
              <a:buNone/>
              <a:defRPr sz="1200" b="1"/>
            </a:lvl7pPr>
            <a:lvl8pPr marL="2400300" indent="0">
              <a:buNone/>
              <a:defRPr sz="1200" b="1"/>
            </a:lvl8pPr>
            <a:lvl9pPr marL="2743200" indent="0">
              <a:buNone/>
              <a:defRPr sz="1200" b="1"/>
            </a:lvl9pPr>
          </a:lstStyle>
          <a:p>
            <a:pPr lvl="0"/>
            <a:r>
              <a:rPr lang="en-US"/>
              <a:t>Click to edit Master text styles</a:t>
            </a:r>
          </a:p>
        </p:txBody>
      </p:sp>
      <p:sp>
        <p:nvSpPr>
          <p:cNvPr id="6" name="Content Placeholder 5">
            <a:extLst>
              <a:ext uri="{FF2B5EF4-FFF2-40B4-BE49-F238E27FC236}">
                <a16:creationId xmlns:a16="http://schemas.microsoft.com/office/drawing/2014/main" id="{1AF5F636-C54A-4D14-9B9B-03897AE2C000}"/>
              </a:ext>
            </a:extLst>
          </p:cNvPr>
          <p:cNvSpPr>
            <a:spLocks noGrp="1"/>
          </p:cNvSpPr>
          <p:nvPr>
            <p:ph sz="quarter" idx="4"/>
          </p:nvPr>
        </p:nvSpPr>
        <p:spPr>
          <a:xfrm>
            <a:off x="4629150" y="2505075"/>
            <a:ext cx="3887391" cy="3684588"/>
          </a:xfrm>
        </p:spPr>
        <p:txBody>
          <a:bodyPr/>
          <a:lstStyle/>
          <a:p>
            <a:pPr lvl="0"/>
            <a:r>
              <a:rPr lang="en-US"/>
              <a:t>Click to edit Master text styles</a:t>
            </a:r>
          </a:p>
          <a:p>
            <a:pPr lvl="1"/>
            <a:r>
              <a:rPr lang="en-US"/>
              <a:t>Second level</a:t>
            </a:r>
          </a:p>
          <a:p>
            <a:pPr lvl="2"/>
            <a:r>
              <a:rPr lang="en-US"/>
              <a:t>Third level</a:t>
            </a:r>
          </a:p>
          <a:p>
            <a:pPr lvl="3"/>
            <a:r>
              <a:rPr lang="en-US"/>
              <a:t>Fourth level</a:t>
            </a:r>
          </a:p>
          <a:p>
            <a:pPr lvl="4"/>
            <a:r>
              <a:rPr lang="en-US"/>
              <a:t>Fifth level</a:t>
            </a:r>
          </a:p>
        </p:txBody>
      </p:sp>
      <p:sp>
        <p:nvSpPr>
          <p:cNvPr id="7" name="Date Placeholder 6">
            <a:extLst>
              <a:ext uri="{FF2B5EF4-FFF2-40B4-BE49-F238E27FC236}">
                <a16:creationId xmlns:a16="http://schemas.microsoft.com/office/drawing/2014/main" id="{D0B987F8-F4A7-4652-9DBF-5377C0E2DB7F}"/>
              </a:ext>
            </a:extLst>
          </p:cNvPr>
          <p:cNvSpPr>
            <a:spLocks noGrp="1"/>
          </p:cNvSpPr>
          <p:nvPr>
            <p:ph type="dt" sz="half" idx="10"/>
          </p:nvPr>
        </p:nvSpPr>
        <p:spPr/>
        <p:txBody>
          <a:bodyPr/>
          <a:lstStyle/>
          <a:p>
            <a:endParaRPr lang="en-US"/>
          </a:p>
        </p:txBody>
      </p:sp>
      <p:sp>
        <p:nvSpPr>
          <p:cNvPr id="8" name="Footer Placeholder 7">
            <a:extLst>
              <a:ext uri="{FF2B5EF4-FFF2-40B4-BE49-F238E27FC236}">
                <a16:creationId xmlns:a16="http://schemas.microsoft.com/office/drawing/2014/main" id="{1BD89D24-8D97-4827-A451-4B79A789AC27}"/>
              </a:ext>
            </a:extLst>
          </p:cNvPr>
          <p:cNvSpPr>
            <a:spLocks noGrp="1"/>
          </p:cNvSpPr>
          <p:nvPr>
            <p:ph type="ftr" sz="quarter" idx="11"/>
          </p:nvPr>
        </p:nvSpPr>
        <p:spPr/>
        <p:txBody>
          <a:bodyPr/>
          <a:lstStyle/>
          <a:p>
            <a:endParaRPr lang="en-US"/>
          </a:p>
        </p:txBody>
      </p:sp>
      <p:sp>
        <p:nvSpPr>
          <p:cNvPr id="9" name="Slide Number Placeholder 8">
            <a:extLst>
              <a:ext uri="{FF2B5EF4-FFF2-40B4-BE49-F238E27FC236}">
                <a16:creationId xmlns:a16="http://schemas.microsoft.com/office/drawing/2014/main" id="{2A890917-1CC6-4F1A-8E65-9E86A02DF9CA}"/>
              </a:ext>
            </a:extLst>
          </p:cNvPr>
          <p:cNvSpPr>
            <a:spLocks noGrp="1"/>
          </p:cNvSpPr>
          <p:nvPr>
            <p:ph type="sldNum" sz="quarter" idx="12"/>
          </p:nvPr>
        </p:nvSpPr>
        <p:spPr/>
        <p:txBody>
          <a:bodyPr/>
          <a:lstStyle/>
          <a:p>
            <a:fld id="{8BAFC8E3-4FC0-4047-B5D6-F758D3251C16}" type="slidenum">
              <a:rPr lang="en-US" smtClean="0"/>
              <a:pPr/>
              <a:t>‹#›</a:t>
            </a:fld>
            <a:endParaRPr lang="en-US"/>
          </a:p>
        </p:txBody>
      </p:sp>
    </p:spTree>
    <p:extLst>
      <p:ext uri="{BB962C8B-B14F-4D97-AF65-F5344CB8AC3E}">
        <p14:creationId xmlns:p14="http://schemas.microsoft.com/office/powerpoint/2010/main" val="1536517275"/>
      </p:ext>
    </p:extLst>
  </p:cSld>
  <p:clrMapOvr>
    <a:masterClrMapping/>
  </p:clrMapOvr>
</p:sldLayout>
</file>

<file path=ppt/slideLayouts/slideLayout6.xml><?xml version="1.0" encoding="utf-8"?>
<p:sldLayout xmlns:a="http://schemas.openxmlformats.org/drawingml/2006/main" xmlns:r="http://schemas.openxmlformats.org/officeDocument/2006/relationships" xmlns:p="http://schemas.openxmlformats.org/presentationml/2006/main" type="titleOnly" preserve="1">
  <p:cSld name="Title Only">
    <p:spTree>
      <p:nvGrpSpPr>
        <p:cNvPr id="1" name=""/>
        <p:cNvGrpSpPr/>
        <p:nvPr/>
      </p:nvGrpSpPr>
      <p:grpSpPr>
        <a:xfrm>
          <a:off x="0" y="0"/>
          <a:ext cx="0" cy="0"/>
          <a:chOff x="0" y="0"/>
          <a:chExt cx="0" cy="0"/>
        </a:xfrm>
      </p:grpSpPr>
      <p:sp>
        <p:nvSpPr>
          <p:cNvPr id="2" name="Title 1">
            <a:extLst>
              <a:ext uri="{FF2B5EF4-FFF2-40B4-BE49-F238E27FC236}">
                <a16:creationId xmlns:a16="http://schemas.microsoft.com/office/drawing/2014/main" id="{FB6D2A5A-5CF6-4552-9728-2F69BB44BFF8}"/>
              </a:ext>
            </a:extLst>
          </p:cNvPr>
          <p:cNvSpPr>
            <a:spLocks noGrp="1"/>
          </p:cNvSpPr>
          <p:nvPr>
            <p:ph type="title"/>
          </p:nvPr>
        </p:nvSpPr>
        <p:spPr/>
        <p:txBody>
          <a:bodyPr/>
          <a:lstStyle/>
          <a:p>
            <a:r>
              <a:rPr lang="en-US"/>
              <a:t>Click to edit Master title style</a:t>
            </a:r>
          </a:p>
        </p:txBody>
      </p:sp>
      <p:sp>
        <p:nvSpPr>
          <p:cNvPr id="3" name="Date Placeholder 2">
            <a:extLst>
              <a:ext uri="{FF2B5EF4-FFF2-40B4-BE49-F238E27FC236}">
                <a16:creationId xmlns:a16="http://schemas.microsoft.com/office/drawing/2014/main" id="{547E5080-7B35-4F59-8D72-77FB9223AD3A}"/>
              </a:ext>
            </a:extLst>
          </p:cNvPr>
          <p:cNvSpPr>
            <a:spLocks noGrp="1"/>
          </p:cNvSpPr>
          <p:nvPr>
            <p:ph type="dt" sz="half" idx="10"/>
          </p:nvPr>
        </p:nvSpPr>
        <p:spPr/>
        <p:txBody>
          <a:bodyPr/>
          <a:lstStyle/>
          <a:p>
            <a:endParaRPr lang="en-US"/>
          </a:p>
        </p:txBody>
      </p:sp>
      <p:sp>
        <p:nvSpPr>
          <p:cNvPr id="4" name="Footer Placeholder 3">
            <a:extLst>
              <a:ext uri="{FF2B5EF4-FFF2-40B4-BE49-F238E27FC236}">
                <a16:creationId xmlns:a16="http://schemas.microsoft.com/office/drawing/2014/main" id="{36E59D7F-A05D-45A8-9CCE-EED38BB9F3B7}"/>
              </a:ext>
            </a:extLst>
          </p:cNvPr>
          <p:cNvSpPr>
            <a:spLocks noGrp="1"/>
          </p:cNvSpPr>
          <p:nvPr>
            <p:ph type="ftr" sz="quarter" idx="11"/>
          </p:nvPr>
        </p:nvSpPr>
        <p:spPr/>
        <p:txBody>
          <a:bodyPr/>
          <a:lstStyle/>
          <a:p>
            <a:endParaRPr lang="en-US"/>
          </a:p>
        </p:txBody>
      </p:sp>
      <p:sp>
        <p:nvSpPr>
          <p:cNvPr id="5" name="Slide Number Placeholder 4">
            <a:extLst>
              <a:ext uri="{FF2B5EF4-FFF2-40B4-BE49-F238E27FC236}">
                <a16:creationId xmlns:a16="http://schemas.microsoft.com/office/drawing/2014/main" id="{665CD74A-A7B8-48C2-9FAE-99CC77BA32DE}"/>
              </a:ext>
            </a:extLst>
          </p:cNvPr>
          <p:cNvSpPr>
            <a:spLocks noGrp="1"/>
          </p:cNvSpPr>
          <p:nvPr>
            <p:ph type="sldNum" sz="quarter" idx="12"/>
          </p:nvPr>
        </p:nvSpPr>
        <p:spPr/>
        <p:txBody>
          <a:bodyPr/>
          <a:lstStyle/>
          <a:p>
            <a:fld id="{D1BC26D4-932C-478F-A230-EF4C62E6E876}" type="slidenum">
              <a:rPr lang="en-US" smtClean="0"/>
              <a:pPr/>
              <a:t>‹#›</a:t>
            </a:fld>
            <a:endParaRPr lang="en-US"/>
          </a:p>
        </p:txBody>
      </p:sp>
    </p:spTree>
    <p:extLst>
      <p:ext uri="{BB962C8B-B14F-4D97-AF65-F5344CB8AC3E}">
        <p14:creationId xmlns:p14="http://schemas.microsoft.com/office/powerpoint/2010/main" val="1783499365"/>
      </p:ext>
    </p:extLst>
  </p:cSld>
  <p:clrMapOvr>
    <a:masterClrMapping/>
  </p:clrMapOvr>
</p:sldLayout>
</file>

<file path=ppt/slideLayouts/slideLayout7.xml><?xml version="1.0" encoding="utf-8"?>
<p:sldLayout xmlns:a="http://schemas.openxmlformats.org/drawingml/2006/main" xmlns:r="http://schemas.openxmlformats.org/officeDocument/2006/relationships" xmlns:p="http://schemas.openxmlformats.org/presentationml/2006/main" type="blank" preserve="1">
  <p:cSld name="Blank">
    <p:spTree>
      <p:nvGrpSpPr>
        <p:cNvPr id="1" name=""/>
        <p:cNvGrpSpPr/>
        <p:nvPr/>
      </p:nvGrpSpPr>
      <p:grpSpPr>
        <a:xfrm>
          <a:off x="0" y="0"/>
          <a:ext cx="0" cy="0"/>
          <a:chOff x="0" y="0"/>
          <a:chExt cx="0" cy="0"/>
        </a:xfrm>
      </p:grpSpPr>
      <p:sp>
        <p:nvSpPr>
          <p:cNvPr id="2" name="Date Placeholder 1">
            <a:extLst>
              <a:ext uri="{FF2B5EF4-FFF2-40B4-BE49-F238E27FC236}">
                <a16:creationId xmlns:a16="http://schemas.microsoft.com/office/drawing/2014/main" id="{BC4A779C-789A-40D7-9C6E-04F53A20D176}"/>
              </a:ext>
            </a:extLst>
          </p:cNvPr>
          <p:cNvSpPr>
            <a:spLocks noGrp="1"/>
          </p:cNvSpPr>
          <p:nvPr>
            <p:ph type="dt" sz="half" idx="10"/>
          </p:nvPr>
        </p:nvSpPr>
        <p:spPr/>
        <p:txBody>
          <a:bodyPr/>
          <a:lstStyle/>
          <a:p>
            <a:endParaRPr lang="en-US"/>
          </a:p>
        </p:txBody>
      </p:sp>
      <p:sp>
        <p:nvSpPr>
          <p:cNvPr id="3" name="Footer Placeholder 2">
            <a:extLst>
              <a:ext uri="{FF2B5EF4-FFF2-40B4-BE49-F238E27FC236}">
                <a16:creationId xmlns:a16="http://schemas.microsoft.com/office/drawing/2014/main" id="{2ECABFA3-7645-4E79-A762-0A974AB01FE3}"/>
              </a:ext>
            </a:extLst>
          </p:cNvPr>
          <p:cNvSpPr>
            <a:spLocks noGrp="1"/>
          </p:cNvSpPr>
          <p:nvPr>
            <p:ph type="ftr" sz="quarter" idx="11"/>
          </p:nvPr>
        </p:nvSpPr>
        <p:spPr/>
        <p:txBody>
          <a:bodyPr/>
          <a:lstStyle/>
          <a:p>
            <a:endParaRPr lang="en-US"/>
          </a:p>
        </p:txBody>
      </p:sp>
      <p:sp>
        <p:nvSpPr>
          <p:cNvPr id="4" name="Slide Number Placeholder 3">
            <a:extLst>
              <a:ext uri="{FF2B5EF4-FFF2-40B4-BE49-F238E27FC236}">
                <a16:creationId xmlns:a16="http://schemas.microsoft.com/office/drawing/2014/main" id="{E2AC5495-F4BE-4BA1-8B08-50B7FFDCD6C9}"/>
              </a:ext>
            </a:extLst>
          </p:cNvPr>
          <p:cNvSpPr>
            <a:spLocks noGrp="1"/>
          </p:cNvSpPr>
          <p:nvPr>
            <p:ph type="sldNum" sz="quarter" idx="12"/>
          </p:nvPr>
        </p:nvSpPr>
        <p:spPr/>
        <p:txBody>
          <a:bodyPr/>
          <a:lstStyle/>
          <a:p>
            <a:fld id="{3C9A9634-C294-488D-8DB4-6764EAD2AD61}" type="slidenum">
              <a:rPr lang="en-US" smtClean="0"/>
              <a:pPr/>
              <a:t>‹#›</a:t>
            </a:fld>
            <a:endParaRPr lang="en-US"/>
          </a:p>
        </p:txBody>
      </p:sp>
    </p:spTree>
    <p:extLst>
      <p:ext uri="{BB962C8B-B14F-4D97-AF65-F5344CB8AC3E}">
        <p14:creationId xmlns:p14="http://schemas.microsoft.com/office/powerpoint/2010/main" val="3431238182"/>
      </p:ext>
    </p:extLst>
  </p:cSld>
  <p:clrMapOvr>
    <a:masterClrMapping/>
  </p:clrMapOvr>
</p:sldLayout>
</file>

<file path=ppt/slideLayouts/slideLayout8.xml><?xml version="1.0" encoding="utf-8"?>
<p:sldLayout xmlns:a="http://schemas.openxmlformats.org/drawingml/2006/main" xmlns:r="http://schemas.openxmlformats.org/officeDocument/2006/relationships" xmlns:p="http://schemas.openxmlformats.org/presentationml/2006/main" type="objTx" preserve="1">
  <p:cSld name="Content with Caption">
    <p:spTree>
      <p:nvGrpSpPr>
        <p:cNvPr id="1" name=""/>
        <p:cNvGrpSpPr/>
        <p:nvPr/>
      </p:nvGrpSpPr>
      <p:grpSpPr>
        <a:xfrm>
          <a:off x="0" y="0"/>
          <a:ext cx="0" cy="0"/>
          <a:chOff x="0" y="0"/>
          <a:chExt cx="0" cy="0"/>
        </a:xfrm>
      </p:grpSpPr>
      <p:sp>
        <p:nvSpPr>
          <p:cNvPr id="2" name="Title 1">
            <a:extLst>
              <a:ext uri="{FF2B5EF4-FFF2-40B4-BE49-F238E27FC236}">
                <a16:creationId xmlns:a16="http://schemas.microsoft.com/office/drawing/2014/main" id="{3740C06D-3B49-4775-9B2D-983727B9BB4E}"/>
              </a:ext>
            </a:extLst>
          </p:cNvPr>
          <p:cNvSpPr>
            <a:spLocks noGrp="1"/>
          </p:cNvSpPr>
          <p:nvPr>
            <p:ph type="title"/>
          </p:nvPr>
        </p:nvSpPr>
        <p:spPr>
          <a:xfrm>
            <a:off x="629841" y="457200"/>
            <a:ext cx="2949178" cy="1600200"/>
          </a:xfrm>
        </p:spPr>
        <p:txBody>
          <a:bodyPr anchor="b"/>
          <a:lstStyle>
            <a:lvl1pPr>
              <a:defRPr sz="2400"/>
            </a:lvl1pPr>
          </a:lstStyle>
          <a:p>
            <a:r>
              <a:rPr lang="en-US"/>
              <a:t>Click to edit Master title style</a:t>
            </a:r>
          </a:p>
        </p:txBody>
      </p:sp>
      <p:sp>
        <p:nvSpPr>
          <p:cNvPr id="3" name="Content Placeholder 2">
            <a:extLst>
              <a:ext uri="{FF2B5EF4-FFF2-40B4-BE49-F238E27FC236}">
                <a16:creationId xmlns:a16="http://schemas.microsoft.com/office/drawing/2014/main" id="{13275A4F-DB2B-438B-BA34-3A59E45B0440}"/>
              </a:ext>
            </a:extLst>
          </p:cNvPr>
          <p:cNvSpPr>
            <a:spLocks noGrp="1"/>
          </p:cNvSpPr>
          <p:nvPr>
            <p:ph idx="1"/>
          </p:nvPr>
        </p:nvSpPr>
        <p:spPr>
          <a:xfrm>
            <a:off x="3887391" y="987426"/>
            <a:ext cx="4629150" cy="4873625"/>
          </a:xfrm>
        </p:spPr>
        <p:txBody>
          <a:bodyPr/>
          <a:lstStyle>
            <a:lvl1pPr>
              <a:defRPr sz="2400"/>
            </a:lvl1pPr>
            <a:lvl2pPr>
              <a:defRPr sz="2100"/>
            </a:lvl2pPr>
            <a:lvl3pPr>
              <a:defRPr sz="1800"/>
            </a:lvl3pPr>
            <a:lvl4pPr>
              <a:defRPr sz="1500"/>
            </a:lvl4pPr>
            <a:lvl5pPr>
              <a:defRPr sz="1500"/>
            </a:lvl5pPr>
            <a:lvl6pPr>
              <a:defRPr sz="1500"/>
            </a:lvl6pPr>
            <a:lvl7pPr>
              <a:defRPr sz="1500"/>
            </a:lvl7pPr>
            <a:lvl8pPr>
              <a:defRPr sz="1500"/>
            </a:lvl8pPr>
            <a:lvl9pPr>
              <a:defRPr sz="1500"/>
            </a:lvl9pPr>
          </a:lstStyle>
          <a:p>
            <a:pPr lvl="0"/>
            <a:r>
              <a:rPr lang="en-US"/>
              <a:t>Click to edit Master text styles</a:t>
            </a:r>
          </a:p>
          <a:p>
            <a:pPr lvl="1"/>
            <a:r>
              <a:rPr lang="en-US"/>
              <a:t>Second level</a:t>
            </a:r>
          </a:p>
          <a:p>
            <a:pPr lvl="2"/>
            <a:r>
              <a:rPr lang="en-US"/>
              <a:t>Third level</a:t>
            </a:r>
          </a:p>
          <a:p>
            <a:pPr lvl="3"/>
            <a:r>
              <a:rPr lang="en-US"/>
              <a:t>Fourth level</a:t>
            </a:r>
          </a:p>
          <a:p>
            <a:pPr lvl="4"/>
            <a:r>
              <a:rPr lang="en-US"/>
              <a:t>Fifth level</a:t>
            </a:r>
          </a:p>
        </p:txBody>
      </p:sp>
      <p:sp>
        <p:nvSpPr>
          <p:cNvPr id="4" name="Text Placeholder 3">
            <a:extLst>
              <a:ext uri="{FF2B5EF4-FFF2-40B4-BE49-F238E27FC236}">
                <a16:creationId xmlns:a16="http://schemas.microsoft.com/office/drawing/2014/main" id="{EF8E09D1-9974-4F0A-A7A6-ED8931BDBFA2}"/>
              </a:ext>
            </a:extLst>
          </p:cNvPr>
          <p:cNvSpPr>
            <a:spLocks noGrp="1"/>
          </p:cNvSpPr>
          <p:nvPr>
            <p:ph type="body" sz="half" idx="2"/>
          </p:nvPr>
        </p:nvSpPr>
        <p:spPr>
          <a:xfrm>
            <a:off x="629841" y="2057400"/>
            <a:ext cx="2949178" cy="3811588"/>
          </a:xfrm>
        </p:spPr>
        <p:txBody>
          <a:bodyPr/>
          <a:lstStyle>
            <a:lvl1pPr marL="0" indent="0">
              <a:buNone/>
              <a:defRPr sz="1200"/>
            </a:lvl1pPr>
            <a:lvl2pPr marL="342900" indent="0">
              <a:buNone/>
              <a:defRPr sz="1050"/>
            </a:lvl2pPr>
            <a:lvl3pPr marL="685800" indent="0">
              <a:buNone/>
              <a:defRPr sz="900"/>
            </a:lvl3pPr>
            <a:lvl4pPr marL="1028700" indent="0">
              <a:buNone/>
              <a:defRPr sz="750"/>
            </a:lvl4pPr>
            <a:lvl5pPr marL="1371600" indent="0">
              <a:buNone/>
              <a:defRPr sz="750"/>
            </a:lvl5pPr>
            <a:lvl6pPr marL="1714500" indent="0">
              <a:buNone/>
              <a:defRPr sz="750"/>
            </a:lvl6pPr>
            <a:lvl7pPr marL="2057400" indent="0">
              <a:buNone/>
              <a:defRPr sz="750"/>
            </a:lvl7pPr>
            <a:lvl8pPr marL="2400300" indent="0">
              <a:buNone/>
              <a:defRPr sz="750"/>
            </a:lvl8pPr>
            <a:lvl9pPr marL="2743200" indent="0">
              <a:buNone/>
              <a:defRPr sz="750"/>
            </a:lvl9pPr>
          </a:lstStyle>
          <a:p>
            <a:pPr lvl="0"/>
            <a:r>
              <a:rPr lang="en-US"/>
              <a:t>Click to edit Master text styles</a:t>
            </a:r>
          </a:p>
        </p:txBody>
      </p:sp>
      <p:sp>
        <p:nvSpPr>
          <p:cNvPr id="5" name="Date Placeholder 4">
            <a:extLst>
              <a:ext uri="{FF2B5EF4-FFF2-40B4-BE49-F238E27FC236}">
                <a16:creationId xmlns:a16="http://schemas.microsoft.com/office/drawing/2014/main" id="{E8013D51-C3DF-4FCE-A48D-33128FEEBDA4}"/>
              </a:ext>
            </a:extLst>
          </p:cNvPr>
          <p:cNvSpPr>
            <a:spLocks noGrp="1"/>
          </p:cNvSpPr>
          <p:nvPr>
            <p:ph type="dt" sz="half" idx="10"/>
          </p:nvPr>
        </p:nvSpPr>
        <p:spPr/>
        <p:txBody>
          <a:bodyPr/>
          <a:lstStyle/>
          <a:p>
            <a:endParaRPr lang="en-US"/>
          </a:p>
        </p:txBody>
      </p:sp>
      <p:sp>
        <p:nvSpPr>
          <p:cNvPr id="6" name="Footer Placeholder 5">
            <a:extLst>
              <a:ext uri="{FF2B5EF4-FFF2-40B4-BE49-F238E27FC236}">
                <a16:creationId xmlns:a16="http://schemas.microsoft.com/office/drawing/2014/main" id="{0A7A1094-B5BA-4A8C-8B8C-D4B6D7E78A74}"/>
              </a:ext>
            </a:extLst>
          </p:cNvPr>
          <p:cNvSpPr>
            <a:spLocks noGrp="1"/>
          </p:cNvSpPr>
          <p:nvPr>
            <p:ph type="ftr" sz="quarter" idx="11"/>
          </p:nvPr>
        </p:nvSpPr>
        <p:spPr/>
        <p:txBody>
          <a:bodyPr/>
          <a:lstStyle/>
          <a:p>
            <a:endParaRPr lang="en-US"/>
          </a:p>
        </p:txBody>
      </p:sp>
      <p:sp>
        <p:nvSpPr>
          <p:cNvPr id="7" name="Slide Number Placeholder 6">
            <a:extLst>
              <a:ext uri="{FF2B5EF4-FFF2-40B4-BE49-F238E27FC236}">
                <a16:creationId xmlns:a16="http://schemas.microsoft.com/office/drawing/2014/main" id="{2C82D8C8-07F7-4780-86C6-F5EEB27B2868}"/>
              </a:ext>
            </a:extLst>
          </p:cNvPr>
          <p:cNvSpPr>
            <a:spLocks noGrp="1"/>
          </p:cNvSpPr>
          <p:nvPr>
            <p:ph type="sldNum" sz="quarter" idx="12"/>
          </p:nvPr>
        </p:nvSpPr>
        <p:spPr/>
        <p:txBody>
          <a:bodyPr/>
          <a:lstStyle/>
          <a:p>
            <a:fld id="{C06CCE15-091A-4D6A-B3E0-FCFCC42F8FBC}" type="slidenum">
              <a:rPr lang="en-US" smtClean="0"/>
              <a:pPr/>
              <a:t>‹#›</a:t>
            </a:fld>
            <a:endParaRPr lang="en-US"/>
          </a:p>
        </p:txBody>
      </p:sp>
    </p:spTree>
    <p:extLst>
      <p:ext uri="{BB962C8B-B14F-4D97-AF65-F5344CB8AC3E}">
        <p14:creationId xmlns:p14="http://schemas.microsoft.com/office/powerpoint/2010/main" val="288370937"/>
      </p:ext>
    </p:extLst>
  </p:cSld>
  <p:clrMapOvr>
    <a:masterClrMapping/>
  </p:clrMapOvr>
</p:sldLayout>
</file>

<file path=ppt/slideLayouts/slideLayout9.xml><?xml version="1.0" encoding="utf-8"?>
<p:sldLayout xmlns:a="http://schemas.openxmlformats.org/drawingml/2006/main" xmlns:r="http://schemas.openxmlformats.org/officeDocument/2006/relationships" xmlns:p="http://schemas.openxmlformats.org/presentationml/2006/main" type="picTx" preserve="1">
  <p:cSld name="Picture with Caption">
    <p:spTree>
      <p:nvGrpSpPr>
        <p:cNvPr id="1" name=""/>
        <p:cNvGrpSpPr/>
        <p:nvPr/>
      </p:nvGrpSpPr>
      <p:grpSpPr>
        <a:xfrm>
          <a:off x="0" y="0"/>
          <a:ext cx="0" cy="0"/>
          <a:chOff x="0" y="0"/>
          <a:chExt cx="0" cy="0"/>
        </a:xfrm>
      </p:grpSpPr>
      <p:sp>
        <p:nvSpPr>
          <p:cNvPr id="2" name="Title 1">
            <a:extLst>
              <a:ext uri="{FF2B5EF4-FFF2-40B4-BE49-F238E27FC236}">
                <a16:creationId xmlns:a16="http://schemas.microsoft.com/office/drawing/2014/main" id="{BA0C5ABA-EAB7-45A5-9D44-1B01325FEF89}"/>
              </a:ext>
            </a:extLst>
          </p:cNvPr>
          <p:cNvSpPr>
            <a:spLocks noGrp="1"/>
          </p:cNvSpPr>
          <p:nvPr>
            <p:ph type="title"/>
          </p:nvPr>
        </p:nvSpPr>
        <p:spPr>
          <a:xfrm>
            <a:off x="629841" y="457200"/>
            <a:ext cx="2949178" cy="1600200"/>
          </a:xfrm>
        </p:spPr>
        <p:txBody>
          <a:bodyPr anchor="b"/>
          <a:lstStyle>
            <a:lvl1pPr>
              <a:defRPr sz="2400"/>
            </a:lvl1pPr>
          </a:lstStyle>
          <a:p>
            <a:r>
              <a:rPr lang="en-US"/>
              <a:t>Click to edit Master title style</a:t>
            </a:r>
          </a:p>
        </p:txBody>
      </p:sp>
      <p:sp>
        <p:nvSpPr>
          <p:cNvPr id="3" name="Picture Placeholder 2">
            <a:extLst>
              <a:ext uri="{FF2B5EF4-FFF2-40B4-BE49-F238E27FC236}">
                <a16:creationId xmlns:a16="http://schemas.microsoft.com/office/drawing/2014/main" id="{2F2A535E-43B9-482B-B046-B415405C175F}"/>
              </a:ext>
            </a:extLst>
          </p:cNvPr>
          <p:cNvSpPr>
            <a:spLocks noGrp="1"/>
          </p:cNvSpPr>
          <p:nvPr>
            <p:ph type="pic" idx="1"/>
          </p:nvPr>
        </p:nvSpPr>
        <p:spPr>
          <a:xfrm>
            <a:off x="3887391" y="987426"/>
            <a:ext cx="4629150" cy="4873625"/>
          </a:xfrm>
        </p:spPr>
        <p:txBody>
          <a:bodyPr/>
          <a:lstStyle>
            <a:lvl1pPr marL="0" indent="0">
              <a:buNone/>
              <a:defRPr sz="2400"/>
            </a:lvl1pPr>
            <a:lvl2pPr marL="342900" indent="0">
              <a:buNone/>
              <a:defRPr sz="2100"/>
            </a:lvl2pPr>
            <a:lvl3pPr marL="685800" indent="0">
              <a:buNone/>
              <a:defRPr sz="1800"/>
            </a:lvl3pPr>
            <a:lvl4pPr marL="1028700" indent="0">
              <a:buNone/>
              <a:defRPr sz="1500"/>
            </a:lvl4pPr>
            <a:lvl5pPr marL="1371600" indent="0">
              <a:buNone/>
              <a:defRPr sz="1500"/>
            </a:lvl5pPr>
            <a:lvl6pPr marL="1714500" indent="0">
              <a:buNone/>
              <a:defRPr sz="1500"/>
            </a:lvl6pPr>
            <a:lvl7pPr marL="2057400" indent="0">
              <a:buNone/>
              <a:defRPr sz="1500"/>
            </a:lvl7pPr>
            <a:lvl8pPr marL="2400300" indent="0">
              <a:buNone/>
              <a:defRPr sz="1500"/>
            </a:lvl8pPr>
            <a:lvl9pPr marL="2743200" indent="0">
              <a:buNone/>
              <a:defRPr sz="1500"/>
            </a:lvl9pPr>
          </a:lstStyle>
          <a:p>
            <a:endParaRPr lang="en-US"/>
          </a:p>
        </p:txBody>
      </p:sp>
      <p:sp>
        <p:nvSpPr>
          <p:cNvPr id="4" name="Text Placeholder 3">
            <a:extLst>
              <a:ext uri="{FF2B5EF4-FFF2-40B4-BE49-F238E27FC236}">
                <a16:creationId xmlns:a16="http://schemas.microsoft.com/office/drawing/2014/main" id="{4D89DFC3-D3A9-4D32-8EB5-516EEF8B5EC7}"/>
              </a:ext>
            </a:extLst>
          </p:cNvPr>
          <p:cNvSpPr>
            <a:spLocks noGrp="1"/>
          </p:cNvSpPr>
          <p:nvPr>
            <p:ph type="body" sz="half" idx="2"/>
          </p:nvPr>
        </p:nvSpPr>
        <p:spPr>
          <a:xfrm>
            <a:off x="629841" y="2057400"/>
            <a:ext cx="2949178" cy="3811588"/>
          </a:xfrm>
        </p:spPr>
        <p:txBody>
          <a:bodyPr/>
          <a:lstStyle>
            <a:lvl1pPr marL="0" indent="0">
              <a:buNone/>
              <a:defRPr sz="1200"/>
            </a:lvl1pPr>
            <a:lvl2pPr marL="342900" indent="0">
              <a:buNone/>
              <a:defRPr sz="1050"/>
            </a:lvl2pPr>
            <a:lvl3pPr marL="685800" indent="0">
              <a:buNone/>
              <a:defRPr sz="900"/>
            </a:lvl3pPr>
            <a:lvl4pPr marL="1028700" indent="0">
              <a:buNone/>
              <a:defRPr sz="750"/>
            </a:lvl4pPr>
            <a:lvl5pPr marL="1371600" indent="0">
              <a:buNone/>
              <a:defRPr sz="750"/>
            </a:lvl5pPr>
            <a:lvl6pPr marL="1714500" indent="0">
              <a:buNone/>
              <a:defRPr sz="750"/>
            </a:lvl6pPr>
            <a:lvl7pPr marL="2057400" indent="0">
              <a:buNone/>
              <a:defRPr sz="750"/>
            </a:lvl7pPr>
            <a:lvl8pPr marL="2400300" indent="0">
              <a:buNone/>
              <a:defRPr sz="750"/>
            </a:lvl8pPr>
            <a:lvl9pPr marL="2743200" indent="0">
              <a:buNone/>
              <a:defRPr sz="750"/>
            </a:lvl9pPr>
          </a:lstStyle>
          <a:p>
            <a:pPr lvl="0"/>
            <a:r>
              <a:rPr lang="en-US"/>
              <a:t>Click to edit Master text styles</a:t>
            </a:r>
          </a:p>
        </p:txBody>
      </p:sp>
      <p:sp>
        <p:nvSpPr>
          <p:cNvPr id="5" name="Date Placeholder 4">
            <a:extLst>
              <a:ext uri="{FF2B5EF4-FFF2-40B4-BE49-F238E27FC236}">
                <a16:creationId xmlns:a16="http://schemas.microsoft.com/office/drawing/2014/main" id="{4540BD4E-A3E6-42B0-AC69-16FCE867A9D7}"/>
              </a:ext>
            </a:extLst>
          </p:cNvPr>
          <p:cNvSpPr>
            <a:spLocks noGrp="1"/>
          </p:cNvSpPr>
          <p:nvPr>
            <p:ph type="dt" sz="half" idx="10"/>
          </p:nvPr>
        </p:nvSpPr>
        <p:spPr/>
        <p:txBody>
          <a:bodyPr/>
          <a:lstStyle/>
          <a:p>
            <a:endParaRPr lang="en-US"/>
          </a:p>
        </p:txBody>
      </p:sp>
      <p:sp>
        <p:nvSpPr>
          <p:cNvPr id="6" name="Footer Placeholder 5">
            <a:extLst>
              <a:ext uri="{FF2B5EF4-FFF2-40B4-BE49-F238E27FC236}">
                <a16:creationId xmlns:a16="http://schemas.microsoft.com/office/drawing/2014/main" id="{1EC74BAB-AEE6-4C57-BD49-F5CF5D3D929C}"/>
              </a:ext>
            </a:extLst>
          </p:cNvPr>
          <p:cNvSpPr>
            <a:spLocks noGrp="1"/>
          </p:cNvSpPr>
          <p:nvPr>
            <p:ph type="ftr" sz="quarter" idx="11"/>
          </p:nvPr>
        </p:nvSpPr>
        <p:spPr/>
        <p:txBody>
          <a:bodyPr/>
          <a:lstStyle/>
          <a:p>
            <a:endParaRPr lang="en-US"/>
          </a:p>
        </p:txBody>
      </p:sp>
      <p:sp>
        <p:nvSpPr>
          <p:cNvPr id="7" name="Slide Number Placeholder 6">
            <a:extLst>
              <a:ext uri="{FF2B5EF4-FFF2-40B4-BE49-F238E27FC236}">
                <a16:creationId xmlns:a16="http://schemas.microsoft.com/office/drawing/2014/main" id="{41A2253A-2F02-4D8C-967B-8768BDCBDE82}"/>
              </a:ext>
            </a:extLst>
          </p:cNvPr>
          <p:cNvSpPr>
            <a:spLocks noGrp="1"/>
          </p:cNvSpPr>
          <p:nvPr>
            <p:ph type="sldNum" sz="quarter" idx="12"/>
          </p:nvPr>
        </p:nvSpPr>
        <p:spPr/>
        <p:txBody>
          <a:bodyPr/>
          <a:lstStyle/>
          <a:p>
            <a:fld id="{971354DA-5701-411B-AE15-165F911C3A8D}" type="slidenum">
              <a:rPr lang="en-US" smtClean="0"/>
              <a:pPr/>
              <a:t>‹#›</a:t>
            </a:fld>
            <a:endParaRPr lang="en-US"/>
          </a:p>
        </p:txBody>
      </p:sp>
    </p:spTree>
    <p:extLst>
      <p:ext uri="{BB962C8B-B14F-4D97-AF65-F5344CB8AC3E}">
        <p14:creationId xmlns:p14="http://schemas.microsoft.com/office/powerpoint/2010/main" val="2487726783"/>
      </p:ext>
    </p:extLst>
  </p:cSld>
  <p:clrMapOvr>
    <a:masterClrMapping/>
  </p:clrMapOvr>
</p:sldLayout>
</file>

<file path=ppt/slideLayouts/slideLayout10.xml><?xml version="1.0" encoding="utf-8"?>
<p:sldLayout xmlns:a="http://schemas.openxmlformats.org/drawingml/2006/main" xmlns:r="http://schemas.openxmlformats.org/officeDocument/2006/relationships" xmlns:p="http://schemas.openxmlformats.org/presentationml/2006/main" type="vertTx" preserve="1">
  <p:cSld name="Title and Vertical Text">
    <p:spTree>
      <p:nvGrpSpPr>
        <p:cNvPr id="1" name=""/>
        <p:cNvGrpSpPr/>
        <p:nvPr/>
      </p:nvGrpSpPr>
      <p:grpSpPr>
        <a:xfrm>
          <a:off x="0" y="0"/>
          <a:ext cx="0" cy="0"/>
          <a:chOff x="0" y="0"/>
          <a:chExt cx="0" cy="0"/>
        </a:xfrm>
      </p:grpSpPr>
      <p:sp>
        <p:nvSpPr>
          <p:cNvPr id="2" name="Title 1">
            <a:extLst>
              <a:ext uri="{FF2B5EF4-FFF2-40B4-BE49-F238E27FC236}">
                <a16:creationId xmlns:a16="http://schemas.microsoft.com/office/drawing/2014/main" id="{6B98989E-1478-44FB-93B8-872296121024}"/>
              </a:ext>
            </a:extLst>
          </p:cNvPr>
          <p:cNvSpPr>
            <a:spLocks noGrp="1"/>
          </p:cNvSpPr>
          <p:nvPr>
            <p:ph type="title"/>
          </p:nvPr>
        </p:nvSpPr>
        <p:spPr/>
        <p:txBody>
          <a:bodyPr/>
          <a:lstStyle/>
          <a:p>
            <a:r>
              <a:rPr lang="en-US"/>
              <a:t>Click to edit Master title style</a:t>
            </a:r>
          </a:p>
        </p:txBody>
      </p:sp>
      <p:sp>
        <p:nvSpPr>
          <p:cNvPr id="3" name="Vertical Text Placeholder 2">
            <a:extLst>
              <a:ext uri="{FF2B5EF4-FFF2-40B4-BE49-F238E27FC236}">
                <a16:creationId xmlns:a16="http://schemas.microsoft.com/office/drawing/2014/main" id="{91F93EC2-3C6A-459C-9B56-AD9D4B185592}"/>
              </a:ext>
            </a:extLst>
          </p:cNvPr>
          <p:cNvSpPr>
            <a:spLocks noGrp="1"/>
          </p:cNvSpPr>
          <p:nvPr>
            <p:ph type="body" orient="vert" idx="1"/>
          </p:nvPr>
        </p:nvSpPr>
        <p:spPr/>
        <p:txBody>
          <a:bodyPr vert="eaVert"/>
          <a:lstStyle/>
          <a:p>
            <a:pPr lvl="0"/>
            <a:r>
              <a:rPr lang="en-US"/>
              <a:t>Click to edit Master text styles</a:t>
            </a:r>
          </a:p>
          <a:p>
            <a:pPr lvl="1"/>
            <a:r>
              <a:rPr lang="en-US"/>
              <a:t>Second level</a:t>
            </a:r>
          </a:p>
          <a:p>
            <a:pPr lvl="2"/>
            <a:r>
              <a:rPr lang="en-US"/>
              <a:t>Third level</a:t>
            </a:r>
          </a:p>
          <a:p>
            <a:pPr lvl="3"/>
            <a:r>
              <a:rPr lang="en-US"/>
              <a:t>Fourth level</a:t>
            </a:r>
          </a:p>
          <a:p>
            <a:pPr lvl="4"/>
            <a:r>
              <a:rPr lang="en-US"/>
              <a:t>Fifth level</a:t>
            </a:r>
          </a:p>
        </p:txBody>
      </p:sp>
      <p:sp>
        <p:nvSpPr>
          <p:cNvPr id="4" name="Date Placeholder 3">
            <a:extLst>
              <a:ext uri="{FF2B5EF4-FFF2-40B4-BE49-F238E27FC236}">
                <a16:creationId xmlns:a16="http://schemas.microsoft.com/office/drawing/2014/main" id="{6120734D-B576-447A-B806-5422605941A0}"/>
              </a:ext>
            </a:extLst>
          </p:cNvPr>
          <p:cNvSpPr>
            <a:spLocks noGrp="1"/>
          </p:cNvSpPr>
          <p:nvPr>
            <p:ph type="dt" sz="half" idx="10"/>
          </p:nvPr>
        </p:nvSpPr>
        <p:spPr/>
        <p:txBody>
          <a:bodyPr/>
          <a:lstStyle/>
          <a:p>
            <a:endParaRPr lang="en-US"/>
          </a:p>
        </p:txBody>
      </p:sp>
      <p:sp>
        <p:nvSpPr>
          <p:cNvPr id="5" name="Footer Placeholder 4">
            <a:extLst>
              <a:ext uri="{FF2B5EF4-FFF2-40B4-BE49-F238E27FC236}">
                <a16:creationId xmlns:a16="http://schemas.microsoft.com/office/drawing/2014/main" id="{71F6FEF3-9BC7-4F0D-97DF-BB65C5C9FDBA}"/>
              </a:ext>
            </a:extLst>
          </p:cNvPr>
          <p:cNvSpPr>
            <a:spLocks noGrp="1"/>
          </p:cNvSpPr>
          <p:nvPr>
            <p:ph type="ftr" sz="quarter" idx="11"/>
          </p:nvPr>
        </p:nvSpPr>
        <p:spPr/>
        <p:txBody>
          <a:bodyPr/>
          <a:lstStyle/>
          <a:p>
            <a:endParaRPr lang="en-US"/>
          </a:p>
        </p:txBody>
      </p:sp>
      <p:sp>
        <p:nvSpPr>
          <p:cNvPr id="6" name="Slide Number Placeholder 5">
            <a:extLst>
              <a:ext uri="{FF2B5EF4-FFF2-40B4-BE49-F238E27FC236}">
                <a16:creationId xmlns:a16="http://schemas.microsoft.com/office/drawing/2014/main" id="{B8EEB31A-6B58-4628-8192-3AA7F82C6D96}"/>
              </a:ext>
            </a:extLst>
          </p:cNvPr>
          <p:cNvSpPr>
            <a:spLocks noGrp="1"/>
          </p:cNvSpPr>
          <p:nvPr>
            <p:ph type="sldNum" sz="quarter" idx="12"/>
          </p:nvPr>
        </p:nvSpPr>
        <p:spPr/>
        <p:txBody>
          <a:bodyPr/>
          <a:lstStyle/>
          <a:p>
            <a:fld id="{987ECFB2-8AE7-463F-BA78-3395A84F799B}" type="slidenum">
              <a:rPr lang="en-US" smtClean="0"/>
              <a:pPr/>
              <a:t>‹#›</a:t>
            </a:fld>
            <a:endParaRPr lang="en-US"/>
          </a:p>
        </p:txBody>
      </p:sp>
    </p:spTree>
    <p:extLst>
      <p:ext uri="{BB962C8B-B14F-4D97-AF65-F5344CB8AC3E}">
        <p14:creationId xmlns:p14="http://schemas.microsoft.com/office/powerpoint/2010/main" val="3389015190"/>
      </p:ext>
    </p:extLst>
  </p:cSld>
  <p:clrMapOvr>
    <a:masterClrMapping/>
  </p:clrMapOvr>
</p:sldLayout>
</file>

<file path=ppt/slideLayouts/slideLayout11.xml><?xml version="1.0" encoding="utf-8"?>
<p:sldLayout xmlns:a="http://schemas.openxmlformats.org/drawingml/2006/main" xmlns:r="http://schemas.openxmlformats.org/officeDocument/2006/relationships" xmlns:p="http://schemas.openxmlformats.org/presentationml/2006/main" type="vertTitleAndTx" preserve="1">
  <p:cSld name="Vertical Title and Text">
    <p:spTree>
      <p:nvGrpSpPr>
        <p:cNvPr id="1" name=""/>
        <p:cNvGrpSpPr/>
        <p:nvPr/>
      </p:nvGrpSpPr>
      <p:grpSpPr>
        <a:xfrm>
          <a:off x="0" y="0"/>
          <a:ext cx="0" cy="0"/>
          <a:chOff x="0" y="0"/>
          <a:chExt cx="0" cy="0"/>
        </a:xfrm>
      </p:grpSpPr>
      <p:sp>
        <p:nvSpPr>
          <p:cNvPr id="2" name="Vertical Title 1">
            <a:extLst>
              <a:ext uri="{FF2B5EF4-FFF2-40B4-BE49-F238E27FC236}">
                <a16:creationId xmlns:a16="http://schemas.microsoft.com/office/drawing/2014/main" id="{3576A904-CAA6-4024-9432-7FF71B2B0480}"/>
              </a:ext>
            </a:extLst>
          </p:cNvPr>
          <p:cNvSpPr>
            <a:spLocks noGrp="1"/>
          </p:cNvSpPr>
          <p:nvPr>
            <p:ph type="title" orient="vert"/>
          </p:nvPr>
        </p:nvSpPr>
        <p:spPr>
          <a:xfrm>
            <a:off x="6543675" y="365125"/>
            <a:ext cx="1971675" cy="5811838"/>
          </a:xfrm>
        </p:spPr>
        <p:txBody>
          <a:bodyPr vert="eaVert"/>
          <a:lstStyle/>
          <a:p>
            <a:r>
              <a:rPr lang="en-US"/>
              <a:t>Click to edit Master title style</a:t>
            </a:r>
          </a:p>
        </p:txBody>
      </p:sp>
      <p:sp>
        <p:nvSpPr>
          <p:cNvPr id="3" name="Vertical Text Placeholder 2">
            <a:extLst>
              <a:ext uri="{FF2B5EF4-FFF2-40B4-BE49-F238E27FC236}">
                <a16:creationId xmlns:a16="http://schemas.microsoft.com/office/drawing/2014/main" id="{1115A153-F4E8-445A-A98E-C463FC797913}"/>
              </a:ext>
            </a:extLst>
          </p:cNvPr>
          <p:cNvSpPr>
            <a:spLocks noGrp="1"/>
          </p:cNvSpPr>
          <p:nvPr>
            <p:ph type="body" orient="vert" idx="1"/>
          </p:nvPr>
        </p:nvSpPr>
        <p:spPr>
          <a:xfrm>
            <a:off x="628650" y="365125"/>
            <a:ext cx="5800725" cy="5811838"/>
          </a:xfrm>
        </p:spPr>
        <p:txBody>
          <a:bodyPr vert="eaVert"/>
          <a:lstStyle/>
          <a:p>
            <a:pPr lvl="0"/>
            <a:r>
              <a:rPr lang="en-US"/>
              <a:t>Click to edit Master text styles</a:t>
            </a:r>
          </a:p>
          <a:p>
            <a:pPr lvl="1"/>
            <a:r>
              <a:rPr lang="en-US"/>
              <a:t>Second level</a:t>
            </a:r>
          </a:p>
          <a:p>
            <a:pPr lvl="2"/>
            <a:r>
              <a:rPr lang="en-US"/>
              <a:t>Third level</a:t>
            </a:r>
          </a:p>
          <a:p>
            <a:pPr lvl="3"/>
            <a:r>
              <a:rPr lang="en-US"/>
              <a:t>Fourth level</a:t>
            </a:r>
          </a:p>
          <a:p>
            <a:pPr lvl="4"/>
            <a:r>
              <a:rPr lang="en-US"/>
              <a:t>Fifth level</a:t>
            </a:r>
          </a:p>
        </p:txBody>
      </p:sp>
      <p:sp>
        <p:nvSpPr>
          <p:cNvPr id="4" name="Date Placeholder 3">
            <a:extLst>
              <a:ext uri="{FF2B5EF4-FFF2-40B4-BE49-F238E27FC236}">
                <a16:creationId xmlns:a16="http://schemas.microsoft.com/office/drawing/2014/main" id="{6582D128-0E01-46E7-B772-14168573425B}"/>
              </a:ext>
            </a:extLst>
          </p:cNvPr>
          <p:cNvSpPr>
            <a:spLocks noGrp="1"/>
          </p:cNvSpPr>
          <p:nvPr>
            <p:ph type="dt" sz="half" idx="10"/>
          </p:nvPr>
        </p:nvSpPr>
        <p:spPr/>
        <p:txBody>
          <a:bodyPr/>
          <a:lstStyle/>
          <a:p>
            <a:endParaRPr lang="en-US"/>
          </a:p>
        </p:txBody>
      </p:sp>
      <p:sp>
        <p:nvSpPr>
          <p:cNvPr id="5" name="Footer Placeholder 4">
            <a:extLst>
              <a:ext uri="{FF2B5EF4-FFF2-40B4-BE49-F238E27FC236}">
                <a16:creationId xmlns:a16="http://schemas.microsoft.com/office/drawing/2014/main" id="{623434B1-B2B9-4E2C-B38B-98025FD6712E}"/>
              </a:ext>
            </a:extLst>
          </p:cNvPr>
          <p:cNvSpPr>
            <a:spLocks noGrp="1"/>
          </p:cNvSpPr>
          <p:nvPr>
            <p:ph type="ftr" sz="quarter" idx="11"/>
          </p:nvPr>
        </p:nvSpPr>
        <p:spPr/>
        <p:txBody>
          <a:bodyPr/>
          <a:lstStyle/>
          <a:p>
            <a:endParaRPr lang="en-US"/>
          </a:p>
        </p:txBody>
      </p:sp>
      <p:sp>
        <p:nvSpPr>
          <p:cNvPr id="6" name="Slide Number Placeholder 5">
            <a:extLst>
              <a:ext uri="{FF2B5EF4-FFF2-40B4-BE49-F238E27FC236}">
                <a16:creationId xmlns:a16="http://schemas.microsoft.com/office/drawing/2014/main" id="{33A5F098-3E69-4E73-8B10-70C721A5C91D}"/>
              </a:ext>
            </a:extLst>
          </p:cNvPr>
          <p:cNvSpPr>
            <a:spLocks noGrp="1"/>
          </p:cNvSpPr>
          <p:nvPr>
            <p:ph type="sldNum" sz="quarter" idx="12"/>
          </p:nvPr>
        </p:nvSpPr>
        <p:spPr/>
        <p:txBody>
          <a:bodyPr/>
          <a:lstStyle/>
          <a:p>
            <a:fld id="{A58AD993-E1A1-4830-9832-91AF7F474AEC}" type="slidenum">
              <a:rPr lang="en-US" smtClean="0"/>
              <a:pPr/>
              <a:t>‹#›</a:t>
            </a:fld>
            <a:endParaRPr lang="en-US"/>
          </a:p>
        </p:txBody>
      </p:sp>
    </p:spTree>
    <p:extLst>
      <p:ext uri="{BB962C8B-B14F-4D97-AF65-F5344CB8AC3E}">
        <p14:creationId xmlns:p14="http://schemas.microsoft.com/office/powerpoint/2010/main" val="1581470637"/>
      </p:ext>
    </p:extLst>
  </p:cSld>
  <p:clrMapOvr>
    <a:masterClrMapping/>
  </p:clrMapOvr>
</p:sldLayout>
</file>

<file path=ppt/slideMasters/_rels/slideMaster1.xml.rels><?xml version="1.0" encoding="UTF-8" standalone="yes"?>
<Relationships xmlns="http://schemas.openxmlformats.org/package/2006/relationships"><Relationship Id="rId8" Type="http://schemas.openxmlformats.org/officeDocument/2006/relationships/slideLayout" Target="../slideLayouts/slideLayout8.xml"/><Relationship Id="rId3" Type="http://schemas.openxmlformats.org/officeDocument/2006/relationships/slideLayout" Target="../slideLayouts/slideLayout3.xml"/><Relationship Id="rId7" Type="http://schemas.openxmlformats.org/officeDocument/2006/relationships/slideLayout" Target="../slideLayouts/slideLayout7.xml"/><Relationship Id="rId12" Type="http://schemas.openxmlformats.org/officeDocument/2006/relationships/theme" Target="../theme/theme1.xml"/><Relationship Id="rId2" Type="http://schemas.openxmlformats.org/officeDocument/2006/relationships/slideLayout" Target="../slideLayouts/slideLayout2.xml"/><Relationship Id="rId1" Type="http://schemas.openxmlformats.org/officeDocument/2006/relationships/slideLayout" Target="../slideLayouts/slideLayout1.xml"/><Relationship Id="rId6" Type="http://schemas.openxmlformats.org/officeDocument/2006/relationships/slideLayout" Target="../slideLayouts/slideLayout6.xml"/><Relationship Id="rId11" Type="http://schemas.openxmlformats.org/officeDocument/2006/relationships/slideLayout" Target="../slideLayouts/slideLayout11.xml"/><Relationship Id="rId5" Type="http://schemas.openxmlformats.org/officeDocument/2006/relationships/slideLayout" Target="../slideLayouts/slideLayout5.xml"/><Relationship Id="rId10" Type="http://schemas.openxmlformats.org/officeDocument/2006/relationships/slideLayout" Target="../slideLayouts/slideLayout10.xml"/><Relationship Id="rId4" Type="http://schemas.openxmlformats.org/officeDocument/2006/relationships/slideLayout" Target="../slideLayouts/slideLayout4.xml"/><Relationship Id="rId9" Type="http://schemas.openxmlformats.org/officeDocument/2006/relationships/slideLayout" Target="../slideLayouts/slideLayout9.xml"/></Relationships>
</file>

<file path=ppt/slideMasters/slideMaster1.xml><?xml version="1.0" encoding="utf-8"?>
<p:sldMaster xmlns:a="http://schemas.openxmlformats.org/drawingml/2006/main" xmlns:r="http://schemas.openxmlformats.org/officeDocument/2006/relationships" xmlns:p="http://schemas.openxmlformats.org/presentationml/2006/main">
  <p:cSld>
    <p:bg>
      <p:bgRef idx="1001">
        <a:schemeClr val="bg1"/>
      </p:bgRef>
    </p:bg>
    <p:spTree>
      <p:nvGrpSpPr>
        <p:cNvPr id="1" name=""/>
        <p:cNvGrpSpPr/>
        <p:nvPr/>
      </p:nvGrpSpPr>
      <p:grpSpPr>
        <a:xfrm>
          <a:off x="0" y="0"/>
          <a:ext cx="0" cy="0"/>
          <a:chOff x="0" y="0"/>
          <a:chExt cx="0" cy="0"/>
        </a:xfrm>
      </p:grpSpPr>
      <p:sp>
        <p:nvSpPr>
          <p:cNvPr id="2" name="Title Placeholder 1">
            <a:extLst>
              <a:ext uri="{FF2B5EF4-FFF2-40B4-BE49-F238E27FC236}">
                <a16:creationId xmlns:a16="http://schemas.microsoft.com/office/drawing/2014/main" id="{0F0655B7-F306-4791-AAFB-5CCF488C4D0D}"/>
              </a:ext>
            </a:extLst>
          </p:cNvPr>
          <p:cNvSpPr>
            <a:spLocks noGrp="1"/>
          </p:cNvSpPr>
          <p:nvPr>
            <p:ph type="title"/>
          </p:nvPr>
        </p:nvSpPr>
        <p:spPr>
          <a:xfrm>
            <a:off x="628650" y="365126"/>
            <a:ext cx="7886700" cy="1325563"/>
          </a:xfrm>
          <a:prstGeom prst="rect">
            <a:avLst/>
          </a:prstGeom>
        </p:spPr>
        <p:txBody>
          <a:bodyPr vert="horz" lIns="91440" tIns="45720" rIns="91440" bIns="45720" rtlCol="0" anchor="ctr">
            <a:normAutofit/>
          </a:bodyPr>
          <a:lstStyle/>
          <a:p>
            <a:r>
              <a:rPr lang="en-US"/>
              <a:t>Click to edit Master title style</a:t>
            </a:r>
          </a:p>
        </p:txBody>
      </p:sp>
      <p:sp>
        <p:nvSpPr>
          <p:cNvPr id="3" name="Text Placeholder 2">
            <a:extLst>
              <a:ext uri="{FF2B5EF4-FFF2-40B4-BE49-F238E27FC236}">
                <a16:creationId xmlns:a16="http://schemas.microsoft.com/office/drawing/2014/main" id="{CA8D7771-A291-483A-A91F-AB68629161B2}"/>
              </a:ext>
            </a:extLst>
          </p:cNvPr>
          <p:cNvSpPr>
            <a:spLocks noGrp="1"/>
          </p:cNvSpPr>
          <p:nvPr>
            <p:ph type="body" idx="1"/>
          </p:nvPr>
        </p:nvSpPr>
        <p:spPr>
          <a:xfrm>
            <a:off x="628650" y="1825625"/>
            <a:ext cx="7886700" cy="4351338"/>
          </a:xfrm>
          <a:prstGeom prst="rect">
            <a:avLst/>
          </a:prstGeom>
        </p:spPr>
        <p:txBody>
          <a:bodyPr vert="horz" lIns="91440" tIns="45720" rIns="91440" bIns="45720" rtlCol="0">
            <a:normAutofit/>
          </a:bodyPr>
          <a:lstStyle/>
          <a:p>
            <a:pPr lvl="0"/>
            <a:r>
              <a:rPr lang="en-US"/>
              <a:t>Click to edit Master text styles</a:t>
            </a:r>
          </a:p>
          <a:p>
            <a:pPr lvl="1"/>
            <a:r>
              <a:rPr lang="en-US"/>
              <a:t>Second level</a:t>
            </a:r>
          </a:p>
          <a:p>
            <a:pPr lvl="2"/>
            <a:r>
              <a:rPr lang="en-US"/>
              <a:t>Third level</a:t>
            </a:r>
          </a:p>
          <a:p>
            <a:pPr lvl="3"/>
            <a:r>
              <a:rPr lang="en-US"/>
              <a:t>Fourth level</a:t>
            </a:r>
          </a:p>
          <a:p>
            <a:pPr lvl="4"/>
            <a:r>
              <a:rPr lang="en-US"/>
              <a:t>Fifth level</a:t>
            </a:r>
          </a:p>
        </p:txBody>
      </p:sp>
      <p:sp>
        <p:nvSpPr>
          <p:cNvPr id="4" name="Date Placeholder 3">
            <a:extLst>
              <a:ext uri="{FF2B5EF4-FFF2-40B4-BE49-F238E27FC236}">
                <a16:creationId xmlns:a16="http://schemas.microsoft.com/office/drawing/2014/main" id="{5424F619-EF5F-4455-BCAA-CCA1F8371C19}"/>
              </a:ext>
            </a:extLst>
          </p:cNvPr>
          <p:cNvSpPr>
            <a:spLocks noGrp="1"/>
          </p:cNvSpPr>
          <p:nvPr>
            <p:ph type="dt" sz="half" idx="2"/>
          </p:nvPr>
        </p:nvSpPr>
        <p:spPr>
          <a:xfrm>
            <a:off x="628650" y="6356351"/>
            <a:ext cx="2057400" cy="365125"/>
          </a:xfrm>
          <a:prstGeom prst="rect">
            <a:avLst/>
          </a:prstGeom>
        </p:spPr>
        <p:txBody>
          <a:bodyPr vert="horz" lIns="91440" tIns="45720" rIns="91440" bIns="45720" rtlCol="0" anchor="ctr"/>
          <a:lstStyle>
            <a:lvl1pPr algn="l">
              <a:defRPr sz="900">
                <a:solidFill>
                  <a:schemeClr val="tx1">
                    <a:tint val="75000"/>
                  </a:schemeClr>
                </a:solidFill>
              </a:defRPr>
            </a:lvl1pPr>
          </a:lstStyle>
          <a:p>
            <a:endParaRPr lang="en-US"/>
          </a:p>
        </p:txBody>
      </p:sp>
      <p:sp>
        <p:nvSpPr>
          <p:cNvPr id="5" name="Footer Placeholder 4">
            <a:extLst>
              <a:ext uri="{FF2B5EF4-FFF2-40B4-BE49-F238E27FC236}">
                <a16:creationId xmlns:a16="http://schemas.microsoft.com/office/drawing/2014/main" id="{9D13D9D6-6950-408D-8D0C-D79DFC9865CC}"/>
              </a:ext>
            </a:extLst>
          </p:cNvPr>
          <p:cNvSpPr>
            <a:spLocks noGrp="1"/>
          </p:cNvSpPr>
          <p:nvPr>
            <p:ph type="ftr" sz="quarter" idx="3"/>
          </p:nvPr>
        </p:nvSpPr>
        <p:spPr>
          <a:xfrm>
            <a:off x="3028950" y="6356351"/>
            <a:ext cx="3086100" cy="365125"/>
          </a:xfrm>
          <a:prstGeom prst="rect">
            <a:avLst/>
          </a:prstGeom>
        </p:spPr>
        <p:txBody>
          <a:bodyPr vert="horz" lIns="91440" tIns="45720" rIns="91440" bIns="45720" rtlCol="0" anchor="ctr"/>
          <a:lstStyle>
            <a:lvl1pPr algn="ctr">
              <a:defRPr sz="900">
                <a:solidFill>
                  <a:schemeClr val="tx1">
                    <a:tint val="75000"/>
                  </a:schemeClr>
                </a:solidFill>
              </a:defRPr>
            </a:lvl1pPr>
          </a:lstStyle>
          <a:p>
            <a:endParaRPr lang="en-US"/>
          </a:p>
        </p:txBody>
      </p:sp>
      <p:sp>
        <p:nvSpPr>
          <p:cNvPr id="6" name="Slide Number Placeholder 5">
            <a:extLst>
              <a:ext uri="{FF2B5EF4-FFF2-40B4-BE49-F238E27FC236}">
                <a16:creationId xmlns:a16="http://schemas.microsoft.com/office/drawing/2014/main" id="{34C95CF8-529D-47EB-9FAB-0B53D91213F1}"/>
              </a:ext>
            </a:extLst>
          </p:cNvPr>
          <p:cNvSpPr>
            <a:spLocks noGrp="1"/>
          </p:cNvSpPr>
          <p:nvPr>
            <p:ph type="sldNum" sz="quarter" idx="4"/>
          </p:nvPr>
        </p:nvSpPr>
        <p:spPr>
          <a:xfrm>
            <a:off x="6457950" y="6356351"/>
            <a:ext cx="2057400" cy="365125"/>
          </a:xfrm>
          <a:prstGeom prst="rect">
            <a:avLst/>
          </a:prstGeom>
        </p:spPr>
        <p:txBody>
          <a:bodyPr vert="horz" lIns="91440" tIns="45720" rIns="91440" bIns="45720" rtlCol="0" anchor="ctr"/>
          <a:lstStyle>
            <a:lvl1pPr algn="r">
              <a:defRPr sz="900">
                <a:solidFill>
                  <a:schemeClr val="tx1">
                    <a:tint val="75000"/>
                  </a:schemeClr>
                </a:solidFill>
              </a:defRPr>
            </a:lvl1pPr>
          </a:lstStyle>
          <a:p>
            <a:fld id="{D5899897-58A2-4F66-9561-F3C357736593}" type="slidenum">
              <a:rPr lang="en-US" smtClean="0"/>
              <a:pPr/>
              <a:t>‹#›</a:t>
            </a:fld>
            <a:endParaRPr lang="en-US"/>
          </a:p>
        </p:txBody>
      </p:sp>
    </p:spTree>
    <p:extLst>
      <p:ext uri="{BB962C8B-B14F-4D97-AF65-F5344CB8AC3E}">
        <p14:creationId xmlns:p14="http://schemas.microsoft.com/office/powerpoint/2010/main" val="4198278236"/>
      </p:ext>
    </p:extLst>
  </p:cSld>
  <p:clrMap bg1="lt1" tx1="dk1" bg2="lt2" tx2="dk2" accent1="accent1" accent2="accent2" accent3="accent3" accent4="accent4" accent5="accent5" accent6="accent6" hlink="hlink" folHlink="folHlink"/>
  <p:sldLayoutIdLst>
    <p:sldLayoutId id="2147483673" r:id="rId1"/>
    <p:sldLayoutId id="2147483674" r:id="rId2"/>
    <p:sldLayoutId id="2147483675" r:id="rId3"/>
    <p:sldLayoutId id="2147483676" r:id="rId4"/>
    <p:sldLayoutId id="2147483677" r:id="rId5"/>
    <p:sldLayoutId id="2147483678" r:id="rId6"/>
    <p:sldLayoutId id="2147483679" r:id="rId7"/>
    <p:sldLayoutId id="2147483680" r:id="rId8"/>
    <p:sldLayoutId id="2147483681" r:id="rId9"/>
    <p:sldLayoutId id="2147483682" r:id="rId10"/>
    <p:sldLayoutId id="2147483683" r:id="rId11"/>
  </p:sldLayoutIdLst>
  <p:txStyles>
    <p:titleStyle>
      <a:lvl1pPr algn="l" defTabSz="685800" rtl="0" eaLnBrk="1" latinLnBrk="0" hangingPunct="1">
        <a:lnSpc>
          <a:spcPct val="90000"/>
        </a:lnSpc>
        <a:spcBef>
          <a:spcPct val="0"/>
        </a:spcBef>
        <a:buNone/>
        <a:defRPr sz="3300" kern="1200">
          <a:solidFill>
            <a:schemeClr val="tx1"/>
          </a:solidFill>
          <a:latin typeface="+mj-lt"/>
          <a:ea typeface="+mj-ea"/>
          <a:cs typeface="+mj-cs"/>
        </a:defRPr>
      </a:lvl1pPr>
    </p:titleStyle>
    <p:bodyStyle>
      <a:lvl1pPr marL="171450" indent="-171450" algn="l" defTabSz="685800" rtl="0" eaLnBrk="1" latinLnBrk="0" hangingPunct="1">
        <a:lnSpc>
          <a:spcPct val="90000"/>
        </a:lnSpc>
        <a:spcBef>
          <a:spcPts val="750"/>
        </a:spcBef>
        <a:buFont typeface="Arial" panose="020B0604020202020204" pitchFamily="34" charset="0"/>
        <a:buChar char="•"/>
        <a:defRPr sz="2100" kern="1200">
          <a:solidFill>
            <a:schemeClr val="tx1"/>
          </a:solidFill>
          <a:latin typeface="+mn-lt"/>
          <a:ea typeface="+mn-ea"/>
          <a:cs typeface="+mn-cs"/>
        </a:defRPr>
      </a:lvl1pPr>
      <a:lvl2pPr marL="514350" indent="-171450" algn="l" defTabSz="685800" rtl="0" eaLnBrk="1" latinLnBrk="0" hangingPunct="1">
        <a:lnSpc>
          <a:spcPct val="90000"/>
        </a:lnSpc>
        <a:spcBef>
          <a:spcPts val="375"/>
        </a:spcBef>
        <a:buFont typeface="Arial" panose="020B0604020202020204" pitchFamily="34" charset="0"/>
        <a:buChar char="•"/>
        <a:defRPr sz="1800" kern="1200">
          <a:solidFill>
            <a:schemeClr val="tx1"/>
          </a:solidFill>
          <a:latin typeface="+mn-lt"/>
          <a:ea typeface="+mn-ea"/>
          <a:cs typeface="+mn-cs"/>
        </a:defRPr>
      </a:lvl2pPr>
      <a:lvl3pPr marL="857250" indent="-171450" algn="l" defTabSz="685800" rtl="0" eaLnBrk="1" latinLnBrk="0" hangingPunct="1">
        <a:lnSpc>
          <a:spcPct val="90000"/>
        </a:lnSpc>
        <a:spcBef>
          <a:spcPts val="375"/>
        </a:spcBef>
        <a:buFont typeface="Arial" panose="020B0604020202020204" pitchFamily="34" charset="0"/>
        <a:buChar char="•"/>
        <a:defRPr sz="1500" kern="1200">
          <a:solidFill>
            <a:schemeClr val="tx1"/>
          </a:solidFill>
          <a:latin typeface="+mn-lt"/>
          <a:ea typeface="+mn-ea"/>
          <a:cs typeface="+mn-cs"/>
        </a:defRPr>
      </a:lvl3pPr>
      <a:lvl4pPr marL="1200150" indent="-171450" algn="l" defTabSz="685800" rtl="0" eaLnBrk="1" latinLnBrk="0" hangingPunct="1">
        <a:lnSpc>
          <a:spcPct val="90000"/>
        </a:lnSpc>
        <a:spcBef>
          <a:spcPts val="375"/>
        </a:spcBef>
        <a:buFont typeface="Arial" panose="020B0604020202020204" pitchFamily="34" charset="0"/>
        <a:buChar char="•"/>
        <a:defRPr sz="1350" kern="1200">
          <a:solidFill>
            <a:schemeClr val="tx1"/>
          </a:solidFill>
          <a:latin typeface="+mn-lt"/>
          <a:ea typeface="+mn-ea"/>
          <a:cs typeface="+mn-cs"/>
        </a:defRPr>
      </a:lvl4pPr>
      <a:lvl5pPr marL="1543050" indent="-171450" algn="l" defTabSz="685800" rtl="0" eaLnBrk="1" latinLnBrk="0" hangingPunct="1">
        <a:lnSpc>
          <a:spcPct val="90000"/>
        </a:lnSpc>
        <a:spcBef>
          <a:spcPts val="375"/>
        </a:spcBef>
        <a:buFont typeface="Arial" panose="020B0604020202020204" pitchFamily="34" charset="0"/>
        <a:buChar char="•"/>
        <a:defRPr sz="1350" kern="1200">
          <a:solidFill>
            <a:schemeClr val="tx1"/>
          </a:solidFill>
          <a:latin typeface="+mn-lt"/>
          <a:ea typeface="+mn-ea"/>
          <a:cs typeface="+mn-cs"/>
        </a:defRPr>
      </a:lvl5pPr>
      <a:lvl6pPr marL="1885950" indent="-171450" algn="l" defTabSz="685800" rtl="0" eaLnBrk="1" latinLnBrk="0" hangingPunct="1">
        <a:lnSpc>
          <a:spcPct val="90000"/>
        </a:lnSpc>
        <a:spcBef>
          <a:spcPts val="375"/>
        </a:spcBef>
        <a:buFont typeface="Arial" panose="020B0604020202020204" pitchFamily="34" charset="0"/>
        <a:buChar char="•"/>
        <a:defRPr sz="1350" kern="1200">
          <a:solidFill>
            <a:schemeClr val="tx1"/>
          </a:solidFill>
          <a:latin typeface="+mn-lt"/>
          <a:ea typeface="+mn-ea"/>
          <a:cs typeface="+mn-cs"/>
        </a:defRPr>
      </a:lvl6pPr>
      <a:lvl7pPr marL="2228850" indent="-171450" algn="l" defTabSz="685800" rtl="0" eaLnBrk="1" latinLnBrk="0" hangingPunct="1">
        <a:lnSpc>
          <a:spcPct val="90000"/>
        </a:lnSpc>
        <a:spcBef>
          <a:spcPts val="375"/>
        </a:spcBef>
        <a:buFont typeface="Arial" panose="020B0604020202020204" pitchFamily="34" charset="0"/>
        <a:buChar char="•"/>
        <a:defRPr sz="1350" kern="1200">
          <a:solidFill>
            <a:schemeClr val="tx1"/>
          </a:solidFill>
          <a:latin typeface="+mn-lt"/>
          <a:ea typeface="+mn-ea"/>
          <a:cs typeface="+mn-cs"/>
        </a:defRPr>
      </a:lvl7pPr>
      <a:lvl8pPr marL="2571750" indent="-171450" algn="l" defTabSz="685800" rtl="0" eaLnBrk="1" latinLnBrk="0" hangingPunct="1">
        <a:lnSpc>
          <a:spcPct val="90000"/>
        </a:lnSpc>
        <a:spcBef>
          <a:spcPts val="375"/>
        </a:spcBef>
        <a:buFont typeface="Arial" panose="020B0604020202020204" pitchFamily="34" charset="0"/>
        <a:buChar char="•"/>
        <a:defRPr sz="1350" kern="1200">
          <a:solidFill>
            <a:schemeClr val="tx1"/>
          </a:solidFill>
          <a:latin typeface="+mn-lt"/>
          <a:ea typeface="+mn-ea"/>
          <a:cs typeface="+mn-cs"/>
        </a:defRPr>
      </a:lvl8pPr>
      <a:lvl9pPr marL="2914650" indent="-171450" algn="l" defTabSz="685800" rtl="0" eaLnBrk="1" latinLnBrk="0" hangingPunct="1">
        <a:lnSpc>
          <a:spcPct val="90000"/>
        </a:lnSpc>
        <a:spcBef>
          <a:spcPts val="375"/>
        </a:spcBef>
        <a:buFont typeface="Arial" panose="020B0604020202020204" pitchFamily="34" charset="0"/>
        <a:buChar char="•"/>
        <a:defRPr sz="1350" kern="1200">
          <a:solidFill>
            <a:schemeClr val="tx1"/>
          </a:solidFill>
          <a:latin typeface="+mn-lt"/>
          <a:ea typeface="+mn-ea"/>
          <a:cs typeface="+mn-cs"/>
        </a:defRPr>
      </a:lvl9pPr>
    </p:bodyStyle>
    <p:otherStyle>
      <a:defPPr>
        <a:defRPr lang="en-US"/>
      </a:defPPr>
      <a:lvl1pPr marL="0" algn="l" defTabSz="685800" rtl="0" eaLnBrk="1" latinLnBrk="0" hangingPunct="1">
        <a:defRPr sz="1350" kern="1200">
          <a:solidFill>
            <a:schemeClr val="tx1"/>
          </a:solidFill>
          <a:latin typeface="+mn-lt"/>
          <a:ea typeface="+mn-ea"/>
          <a:cs typeface="+mn-cs"/>
        </a:defRPr>
      </a:lvl1pPr>
      <a:lvl2pPr marL="342900" algn="l" defTabSz="685800" rtl="0" eaLnBrk="1" latinLnBrk="0" hangingPunct="1">
        <a:defRPr sz="1350" kern="1200">
          <a:solidFill>
            <a:schemeClr val="tx1"/>
          </a:solidFill>
          <a:latin typeface="+mn-lt"/>
          <a:ea typeface="+mn-ea"/>
          <a:cs typeface="+mn-cs"/>
        </a:defRPr>
      </a:lvl2pPr>
      <a:lvl3pPr marL="685800" algn="l" defTabSz="685800" rtl="0" eaLnBrk="1" latinLnBrk="0" hangingPunct="1">
        <a:defRPr sz="1350" kern="1200">
          <a:solidFill>
            <a:schemeClr val="tx1"/>
          </a:solidFill>
          <a:latin typeface="+mn-lt"/>
          <a:ea typeface="+mn-ea"/>
          <a:cs typeface="+mn-cs"/>
        </a:defRPr>
      </a:lvl3pPr>
      <a:lvl4pPr marL="1028700" algn="l" defTabSz="685800" rtl="0" eaLnBrk="1" latinLnBrk="0" hangingPunct="1">
        <a:defRPr sz="1350" kern="1200">
          <a:solidFill>
            <a:schemeClr val="tx1"/>
          </a:solidFill>
          <a:latin typeface="+mn-lt"/>
          <a:ea typeface="+mn-ea"/>
          <a:cs typeface="+mn-cs"/>
        </a:defRPr>
      </a:lvl4pPr>
      <a:lvl5pPr marL="1371600" algn="l" defTabSz="685800" rtl="0" eaLnBrk="1" latinLnBrk="0" hangingPunct="1">
        <a:defRPr sz="1350" kern="1200">
          <a:solidFill>
            <a:schemeClr val="tx1"/>
          </a:solidFill>
          <a:latin typeface="+mn-lt"/>
          <a:ea typeface="+mn-ea"/>
          <a:cs typeface="+mn-cs"/>
        </a:defRPr>
      </a:lvl5pPr>
      <a:lvl6pPr marL="1714500" algn="l" defTabSz="685800" rtl="0" eaLnBrk="1" latinLnBrk="0" hangingPunct="1">
        <a:defRPr sz="1350" kern="1200">
          <a:solidFill>
            <a:schemeClr val="tx1"/>
          </a:solidFill>
          <a:latin typeface="+mn-lt"/>
          <a:ea typeface="+mn-ea"/>
          <a:cs typeface="+mn-cs"/>
        </a:defRPr>
      </a:lvl6pPr>
      <a:lvl7pPr marL="2057400" algn="l" defTabSz="685800" rtl="0" eaLnBrk="1" latinLnBrk="0" hangingPunct="1">
        <a:defRPr sz="1350" kern="1200">
          <a:solidFill>
            <a:schemeClr val="tx1"/>
          </a:solidFill>
          <a:latin typeface="+mn-lt"/>
          <a:ea typeface="+mn-ea"/>
          <a:cs typeface="+mn-cs"/>
        </a:defRPr>
      </a:lvl7pPr>
      <a:lvl8pPr marL="2400300" algn="l" defTabSz="685800" rtl="0" eaLnBrk="1" latinLnBrk="0" hangingPunct="1">
        <a:defRPr sz="1350" kern="1200">
          <a:solidFill>
            <a:schemeClr val="tx1"/>
          </a:solidFill>
          <a:latin typeface="+mn-lt"/>
          <a:ea typeface="+mn-ea"/>
          <a:cs typeface="+mn-cs"/>
        </a:defRPr>
      </a:lvl8pPr>
      <a:lvl9pPr marL="2743200" algn="l" defTabSz="685800" rtl="0" eaLnBrk="1" latinLnBrk="0" hangingPunct="1">
        <a:defRPr sz="1350" kern="1200">
          <a:solidFill>
            <a:schemeClr val="tx1"/>
          </a:solidFill>
          <a:latin typeface="+mn-lt"/>
          <a:ea typeface="+mn-ea"/>
          <a:cs typeface="+mn-cs"/>
        </a:defRPr>
      </a:lvl9pPr>
    </p:otherStyle>
  </p:txStyles>
</p:sldMaster>
</file>

<file path=ppt/slides/_rels/slide1.xml.rels><?xml version="1.0" encoding="UTF-8" standalone="yes"?>
<Relationships xmlns="http://schemas.openxmlformats.org/package/2006/relationships"><Relationship Id="rId3" Type="http://schemas.microsoft.com/office/2007/relationships/hdphoto" Target="../media/hdphoto1.wdp"/><Relationship Id="rId2" Type="http://schemas.openxmlformats.org/officeDocument/2006/relationships/image" Target="../media/image1.png"/><Relationship Id="rId1" Type="http://schemas.openxmlformats.org/officeDocument/2006/relationships/slideLayout" Target="../slideLayouts/slideLayout1.xml"/><Relationship Id="rId6" Type="http://schemas.openxmlformats.org/officeDocument/2006/relationships/image" Target="../media/image3.png"/><Relationship Id="rId5" Type="http://schemas.openxmlformats.org/officeDocument/2006/relationships/hyperlink" Target="http://creativecommons.org/licenses/by-sa/4.0/" TargetMode="External"/><Relationship Id="rId4" Type="http://schemas.openxmlformats.org/officeDocument/2006/relationships/image" Target="../media/image2.png"/></Relationships>
</file>

<file path=ppt/slides/_rels/slide2.xml.rels><?xml version="1.0" encoding="UTF-8" standalone="yes"?>
<Relationships xmlns="http://schemas.openxmlformats.org/package/2006/relationships"><Relationship Id="rId3" Type="http://schemas.openxmlformats.org/officeDocument/2006/relationships/image" Target="../media/image4.png"/><Relationship Id="rId2" Type="http://schemas.openxmlformats.org/officeDocument/2006/relationships/notesSlide" Target="../notesSlides/notesSlide1.xml"/><Relationship Id="rId1" Type="http://schemas.openxmlformats.org/officeDocument/2006/relationships/slideLayout" Target="../slideLayouts/slideLayout2.xml"/></Relationships>
</file>

<file path=ppt/slides/_rels/slide3.xml.rels><?xml version="1.0" encoding="UTF-8" standalone="yes"?>
<Relationships xmlns="http://schemas.openxmlformats.org/package/2006/relationships"><Relationship Id="rId3" Type="http://schemas.openxmlformats.org/officeDocument/2006/relationships/diagramLayout" Target="../diagrams/layout1.xml"/><Relationship Id="rId2" Type="http://schemas.openxmlformats.org/officeDocument/2006/relationships/diagramData" Target="../diagrams/data1.xml"/><Relationship Id="rId1" Type="http://schemas.openxmlformats.org/officeDocument/2006/relationships/slideLayout" Target="../slideLayouts/slideLayout2.xml"/><Relationship Id="rId6" Type="http://schemas.microsoft.com/office/2007/relationships/diagramDrawing" Target="../diagrams/drawing1.xml"/><Relationship Id="rId5" Type="http://schemas.openxmlformats.org/officeDocument/2006/relationships/diagramColors" Target="../diagrams/colors1.xml"/><Relationship Id="rId4" Type="http://schemas.openxmlformats.org/officeDocument/2006/relationships/diagramQuickStyle" Target="../diagrams/quickStyle1.xml"/></Relationships>
</file>

<file path=ppt/slides/_rels/slide4.xml.rels><?xml version="1.0" encoding="UTF-8" standalone="yes"?>
<Relationships xmlns="http://schemas.openxmlformats.org/package/2006/relationships"><Relationship Id="rId3" Type="http://schemas.microsoft.com/office/2007/relationships/hdphoto" Target="../media/hdphoto1.wdp"/><Relationship Id="rId2" Type="http://schemas.openxmlformats.org/officeDocument/2006/relationships/image" Target="../media/image5.png"/><Relationship Id="rId1" Type="http://schemas.openxmlformats.org/officeDocument/2006/relationships/slideLayout" Target="../slideLayouts/slideLayout3.xml"/></Relationships>
</file>

<file path=ppt/slides/_rels/slide5.xml.rels><?xml version="1.0" encoding="UTF-8" standalone="yes"?>
<Relationships xmlns="http://schemas.openxmlformats.org/package/2006/relationships"><Relationship Id="rId3" Type="http://schemas.openxmlformats.org/officeDocument/2006/relationships/diagramData" Target="../diagrams/data2.xml"/><Relationship Id="rId7" Type="http://schemas.microsoft.com/office/2007/relationships/diagramDrawing" Target="../diagrams/drawing2.xml"/><Relationship Id="rId2" Type="http://schemas.openxmlformats.org/officeDocument/2006/relationships/notesSlide" Target="../notesSlides/notesSlide2.xml"/><Relationship Id="rId1" Type="http://schemas.openxmlformats.org/officeDocument/2006/relationships/slideLayout" Target="../slideLayouts/slideLayout2.xml"/><Relationship Id="rId6" Type="http://schemas.openxmlformats.org/officeDocument/2006/relationships/diagramColors" Target="../diagrams/colors2.xml"/><Relationship Id="rId5" Type="http://schemas.openxmlformats.org/officeDocument/2006/relationships/diagramQuickStyle" Target="../diagrams/quickStyle2.xml"/><Relationship Id="rId4" Type="http://schemas.openxmlformats.org/officeDocument/2006/relationships/diagramLayout" Target="../diagrams/layout2.xml"/></Relationships>
</file>

<file path=ppt/slides/_rels/slide6.xml.rels><?xml version="1.0" encoding="UTF-8" standalone="yes"?>
<Relationships xmlns="http://schemas.openxmlformats.org/package/2006/relationships"><Relationship Id="rId2" Type="http://schemas.openxmlformats.org/officeDocument/2006/relationships/notesSlide" Target="../notesSlides/notesSlide3.xml"/><Relationship Id="rId1" Type="http://schemas.openxmlformats.org/officeDocument/2006/relationships/slideLayout" Target="../slideLayouts/slideLayout2.xml"/></Relationships>
</file>

<file path=ppt/slides/_rels/slide7.xml.rels><?xml version="1.0" encoding="UTF-8" standalone="yes"?>
<Relationships xmlns="http://schemas.openxmlformats.org/package/2006/relationships"><Relationship Id="rId3" Type="http://schemas.openxmlformats.org/officeDocument/2006/relationships/image" Target="../media/image14.png"/><Relationship Id="rId2" Type="http://schemas.openxmlformats.org/officeDocument/2006/relationships/notesSlide" Target="../notesSlides/notesSlide4.xml"/><Relationship Id="rId1" Type="http://schemas.openxmlformats.org/officeDocument/2006/relationships/slideLayout" Target="../slideLayouts/slideLayout2.xml"/></Relationships>
</file>

<file path=ppt/slides/_rels/slide8.xml.rels><?xml version="1.0" encoding="UTF-8" standalone="yes"?>
<Relationships xmlns="http://schemas.openxmlformats.org/package/2006/relationships"><Relationship Id="rId8" Type="http://schemas.openxmlformats.org/officeDocument/2006/relationships/image" Target="../media/image20.png"/><Relationship Id="rId3" Type="http://schemas.openxmlformats.org/officeDocument/2006/relationships/image" Target="../media/image15.png"/><Relationship Id="rId7" Type="http://schemas.openxmlformats.org/officeDocument/2006/relationships/image" Target="../media/image19.png"/><Relationship Id="rId2" Type="http://schemas.openxmlformats.org/officeDocument/2006/relationships/notesSlide" Target="../notesSlides/notesSlide5.xml"/><Relationship Id="rId1" Type="http://schemas.openxmlformats.org/officeDocument/2006/relationships/slideLayout" Target="../slideLayouts/slideLayout2.xml"/><Relationship Id="rId6" Type="http://schemas.openxmlformats.org/officeDocument/2006/relationships/image" Target="../media/image18.png"/><Relationship Id="rId5" Type="http://schemas.openxmlformats.org/officeDocument/2006/relationships/image" Target="../media/image17.png"/><Relationship Id="rId4" Type="http://schemas.openxmlformats.org/officeDocument/2006/relationships/image" Target="../media/image16.png"/></Relationships>
</file>

<file path=ppt/slides/_rels/slide9.xml.rels><?xml version="1.0" encoding="UTF-8" standalone="yes"?>
<Relationships xmlns="http://schemas.openxmlformats.org/package/2006/relationships"><Relationship Id="rId3" Type="http://schemas.openxmlformats.org/officeDocument/2006/relationships/image" Target="../media/image22.png"/><Relationship Id="rId2" Type="http://schemas.openxmlformats.org/officeDocument/2006/relationships/image" Target="../media/image21.png"/><Relationship Id="rId1" Type="http://schemas.openxmlformats.org/officeDocument/2006/relationships/slideLayout" Target="../slideLayouts/slideLayout2.xml"/><Relationship Id="rId4" Type="http://schemas.openxmlformats.org/officeDocument/2006/relationships/image" Target="../media/image23.png"/></Relationships>
</file>

<file path=ppt/slides/_rels/slide10.xml.rels><?xml version="1.0" encoding="UTF-8" standalone="yes"?>
<Relationships xmlns="http://schemas.openxmlformats.org/package/2006/relationships"><Relationship Id="rId3" Type="http://schemas.openxmlformats.org/officeDocument/2006/relationships/image" Target="../media/image30.png"/><Relationship Id="rId2" Type="http://schemas.openxmlformats.org/officeDocument/2006/relationships/notesSlide" Target="../notesSlides/notesSlide6.xml"/><Relationship Id="rId1" Type="http://schemas.openxmlformats.org/officeDocument/2006/relationships/slideLayout" Target="../slideLayouts/slideLayout2.xml"/><Relationship Id="rId4" Type="http://schemas.openxmlformats.org/officeDocument/2006/relationships/image" Target="../media/image21.png"/></Relationships>
</file>

<file path=ppt/slides/_rels/slide11.xml.rels><?xml version="1.0" encoding="UTF-8" standalone="yes"?>
<Relationships xmlns="http://schemas.openxmlformats.org/package/2006/relationships"><Relationship Id="rId3" Type="http://schemas.openxmlformats.org/officeDocument/2006/relationships/image" Target="../media/image21.png"/><Relationship Id="rId2" Type="http://schemas.openxmlformats.org/officeDocument/2006/relationships/notesSlide" Target="../notesSlides/notesSlide7.xml"/><Relationship Id="rId1" Type="http://schemas.openxmlformats.org/officeDocument/2006/relationships/slideLayout" Target="../slideLayouts/slideLayout2.xml"/><Relationship Id="rId4" Type="http://schemas.openxmlformats.org/officeDocument/2006/relationships/image" Target="../media/image32.png"/></Relationships>
</file>

<file path=ppt/slides/_rels/slide12.xml.rels><?xml version="1.0" encoding="UTF-8" standalone="yes"?>
<Relationships xmlns="http://schemas.openxmlformats.org/package/2006/relationships"><Relationship Id="rId3" Type="http://schemas.openxmlformats.org/officeDocument/2006/relationships/image" Target="../media/image22.png"/><Relationship Id="rId2" Type="http://schemas.openxmlformats.org/officeDocument/2006/relationships/notesSlide" Target="../notesSlides/notesSlide8.xml"/><Relationship Id="rId1" Type="http://schemas.openxmlformats.org/officeDocument/2006/relationships/slideLayout" Target="../slideLayouts/slideLayout4.xml"/><Relationship Id="rId4" Type="http://schemas.openxmlformats.org/officeDocument/2006/relationships/image" Target="../media/image23.png"/></Relationships>
</file>

<file path=ppt/slides/_rels/slide13.xml.rels><?xml version="1.0" encoding="UTF-8" standalone="yes"?>
<Relationships xmlns="http://schemas.openxmlformats.org/package/2006/relationships"><Relationship Id="rId2" Type="http://schemas.openxmlformats.org/officeDocument/2006/relationships/notesSlide" Target="../notesSlides/notesSlide9.xml"/><Relationship Id="rId1" Type="http://schemas.openxmlformats.org/officeDocument/2006/relationships/slideLayout" Target="../slideLayouts/slideLayout2.xml"/></Relationships>
</file>

<file path=ppt/slides/_rels/slide14.xml.rels><?xml version="1.0" encoding="UTF-8" standalone="yes"?>
<Relationships xmlns="http://schemas.openxmlformats.org/package/2006/relationships"><Relationship Id="rId3" Type="http://schemas.openxmlformats.org/officeDocument/2006/relationships/image" Target="../media/image24.png"/><Relationship Id="rId2" Type="http://schemas.openxmlformats.org/officeDocument/2006/relationships/notesSlide" Target="../notesSlides/notesSlide10.xml"/><Relationship Id="rId1" Type="http://schemas.openxmlformats.org/officeDocument/2006/relationships/slideLayout" Target="../slideLayouts/slideLayout2.xml"/></Relationships>
</file>

<file path=ppt/slides/_rels/slide15.xml.rels><?xml version="1.0" encoding="UTF-8" standalone="yes"?>
<Relationships xmlns="http://schemas.openxmlformats.org/package/2006/relationships"><Relationship Id="rId8" Type="http://schemas.openxmlformats.org/officeDocument/2006/relationships/image" Target="../media/image27.png"/><Relationship Id="rId3" Type="http://schemas.openxmlformats.org/officeDocument/2006/relationships/image" Target="../media/image25.png"/><Relationship Id="rId7" Type="http://schemas.openxmlformats.org/officeDocument/2006/relationships/image" Target="../media/image26.png"/><Relationship Id="rId2" Type="http://schemas.openxmlformats.org/officeDocument/2006/relationships/notesSlide" Target="../notesSlides/notesSlide11.xml"/><Relationship Id="rId1" Type="http://schemas.openxmlformats.org/officeDocument/2006/relationships/slideLayout" Target="../slideLayouts/slideLayout2.xml"/><Relationship Id="rId6" Type="http://schemas.openxmlformats.org/officeDocument/2006/relationships/image" Target="../media/image250.png"/><Relationship Id="rId5" Type="http://schemas.openxmlformats.org/officeDocument/2006/relationships/image" Target="../media/image240.png"/><Relationship Id="rId4" Type="http://schemas.openxmlformats.org/officeDocument/2006/relationships/image" Target="../media/image230.png"/></Relationships>
</file>

<file path=ppt/slides/_rels/slide16.xml.rels><?xml version="1.0" encoding="UTF-8" standalone="yes"?>
<Relationships xmlns="http://schemas.openxmlformats.org/package/2006/relationships"><Relationship Id="rId3" Type="http://schemas.openxmlformats.org/officeDocument/2006/relationships/image" Target="../media/image28.png"/><Relationship Id="rId2" Type="http://schemas.openxmlformats.org/officeDocument/2006/relationships/notesSlide" Target="../notesSlides/notesSlide12.xml"/><Relationship Id="rId1" Type="http://schemas.openxmlformats.org/officeDocument/2006/relationships/slideLayout" Target="../slideLayouts/slideLayout2.xml"/></Relationships>
</file>

<file path=ppt/slides/_rels/slide17.xml.rels><?xml version="1.0" encoding="UTF-8" standalone="yes"?>
<Relationships xmlns="http://schemas.openxmlformats.org/package/2006/relationships"><Relationship Id="rId3" Type="http://schemas.openxmlformats.org/officeDocument/2006/relationships/image" Target="../media/image29.png"/><Relationship Id="rId2" Type="http://schemas.openxmlformats.org/officeDocument/2006/relationships/notesSlide" Target="../notesSlides/notesSlide13.xml"/><Relationship Id="rId1" Type="http://schemas.openxmlformats.org/officeDocument/2006/relationships/slideLayout" Target="../slideLayouts/slideLayout2.xml"/><Relationship Id="rId5" Type="http://schemas.openxmlformats.org/officeDocument/2006/relationships/image" Target="../media/image31.png"/><Relationship Id="rId4" Type="http://schemas.openxmlformats.org/officeDocument/2006/relationships/image" Target="../media/image28.png"/></Relationships>
</file>

<file path=ppt/slides/_rels/slide18.xml.rels><?xml version="1.0" encoding="UTF-8" standalone="yes"?>
<Relationships xmlns="http://schemas.openxmlformats.org/package/2006/relationships"><Relationship Id="rId3" Type="http://schemas.openxmlformats.org/officeDocument/2006/relationships/image" Target="../media/image33.png"/><Relationship Id="rId2" Type="http://schemas.openxmlformats.org/officeDocument/2006/relationships/notesSlide" Target="../notesSlides/notesSlide14.xml"/><Relationship Id="rId1" Type="http://schemas.openxmlformats.org/officeDocument/2006/relationships/slideLayout" Target="../slideLayouts/slideLayout2.xml"/><Relationship Id="rId4" Type="http://schemas.openxmlformats.org/officeDocument/2006/relationships/image" Target="../media/image28.png"/></Relationships>
</file>

<file path=ppt/slides/_rels/slide19.xml.rels><?xml version="1.0" encoding="UTF-8" standalone="yes"?>
<Relationships xmlns="http://schemas.openxmlformats.org/package/2006/relationships"><Relationship Id="rId3" Type="http://schemas.microsoft.com/office/2007/relationships/hdphoto" Target="../media/hdphoto1.wdp"/><Relationship Id="rId2" Type="http://schemas.openxmlformats.org/officeDocument/2006/relationships/image" Target="../media/image5.png"/><Relationship Id="rId1" Type="http://schemas.openxmlformats.org/officeDocument/2006/relationships/slideLayout" Target="../slideLayouts/slideLayout3.xml"/></Relationships>
</file>

<file path=ppt/slides/_rels/slide20.xml.rels><?xml version="1.0" encoding="UTF-8" standalone="yes"?>
<Relationships xmlns="http://schemas.openxmlformats.org/package/2006/relationships"><Relationship Id="rId3" Type="http://schemas.openxmlformats.org/officeDocument/2006/relationships/image" Target="../media/image34.png"/><Relationship Id="rId2" Type="http://schemas.openxmlformats.org/officeDocument/2006/relationships/notesSlide" Target="../notesSlides/notesSlide15.xml"/><Relationship Id="rId1" Type="http://schemas.openxmlformats.org/officeDocument/2006/relationships/slideLayout" Target="../slideLayouts/slideLayout2.xml"/></Relationships>
</file>

<file path=ppt/slides/_rels/slide21.xml.rels><?xml version="1.0" encoding="UTF-8" standalone="yes"?>
<Relationships xmlns="http://schemas.openxmlformats.org/package/2006/relationships"><Relationship Id="rId3" Type="http://schemas.openxmlformats.org/officeDocument/2006/relationships/image" Target="../media/image35.png"/><Relationship Id="rId2" Type="http://schemas.openxmlformats.org/officeDocument/2006/relationships/notesSlide" Target="../notesSlides/notesSlide16.xml"/><Relationship Id="rId1" Type="http://schemas.openxmlformats.org/officeDocument/2006/relationships/slideLayout" Target="../slideLayouts/slideLayout2.xml"/><Relationship Id="rId4" Type="http://schemas.openxmlformats.org/officeDocument/2006/relationships/image" Target="../media/image36.png"/></Relationships>
</file>

<file path=ppt/slides/_rels/slide22.xml.rels><?xml version="1.0" encoding="UTF-8" standalone="yes"?>
<Relationships xmlns="http://schemas.openxmlformats.org/package/2006/relationships"><Relationship Id="rId3" Type="http://schemas.openxmlformats.org/officeDocument/2006/relationships/image" Target="../media/image37.png"/><Relationship Id="rId2" Type="http://schemas.openxmlformats.org/officeDocument/2006/relationships/notesSlide" Target="../notesSlides/notesSlide17.xml"/><Relationship Id="rId1" Type="http://schemas.openxmlformats.org/officeDocument/2006/relationships/slideLayout" Target="../slideLayouts/slideLayout2.xml"/></Relationships>
</file>

<file path=ppt/slides/_rels/slide23.xml.rels><?xml version="1.0" encoding="UTF-8" standalone="yes"?>
<Relationships xmlns="http://schemas.openxmlformats.org/package/2006/relationships"><Relationship Id="rId3" Type="http://schemas.openxmlformats.org/officeDocument/2006/relationships/image" Target="../media/image28.png"/><Relationship Id="rId2" Type="http://schemas.openxmlformats.org/officeDocument/2006/relationships/notesSlide" Target="../notesSlides/notesSlide18.xml"/><Relationship Id="rId1" Type="http://schemas.openxmlformats.org/officeDocument/2006/relationships/slideLayout" Target="../slideLayouts/slideLayout2.xml"/><Relationship Id="rId4" Type="http://schemas.openxmlformats.org/officeDocument/2006/relationships/image" Target="../media/image300.png"/></Relationships>
</file>

<file path=ppt/slides/_rels/slide24.xml.rels><?xml version="1.0" encoding="UTF-8" standalone="yes"?>
<Relationships xmlns="http://schemas.openxmlformats.org/package/2006/relationships"><Relationship Id="rId3" Type="http://schemas.microsoft.com/office/2007/relationships/hdphoto" Target="../media/hdphoto1.wdp"/><Relationship Id="rId2" Type="http://schemas.openxmlformats.org/officeDocument/2006/relationships/image" Target="../media/image5.png"/><Relationship Id="rId1" Type="http://schemas.openxmlformats.org/officeDocument/2006/relationships/slideLayout" Target="../slideLayouts/slideLayout3.xml"/></Relationships>
</file>

<file path=ppt/slides/_rels/slide25.xml.rels><?xml version="1.0" encoding="UTF-8" standalone="yes"?>
<Relationships xmlns="http://schemas.openxmlformats.org/package/2006/relationships"><Relationship Id="rId3" Type="http://schemas.openxmlformats.org/officeDocument/2006/relationships/image" Target="../media/image38.png"/><Relationship Id="rId2" Type="http://schemas.openxmlformats.org/officeDocument/2006/relationships/notesSlide" Target="../notesSlides/notesSlide19.xml"/><Relationship Id="rId1" Type="http://schemas.openxmlformats.org/officeDocument/2006/relationships/slideLayout" Target="../slideLayouts/slideLayout2.xml"/></Relationships>
</file>

<file path=ppt/slides/_rels/slide26.xml.rels><?xml version="1.0" encoding="UTF-8" standalone="yes"?>
<Relationships xmlns="http://schemas.openxmlformats.org/package/2006/relationships"><Relationship Id="rId3" Type="http://schemas.openxmlformats.org/officeDocument/2006/relationships/image" Target="../media/image41.png"/><Relationship Id="rId2" Type="http://schemas.openxmlformats.org/officeDocument/2006/relationships/notesSlide" Target="../notesSlides/notesSlide20.xml"/><Relationship Id="rId1" Type="http://schemas.openxmlformats.org/officeDocument/2006/relationships/slideLayout" Target="../slideLayouts/slideLayout2.xml"/><Relationship Id="rId4" Type="http://schemas.openxmlformats.org/officeDocument/2006/relationships/image" Target="../media/image28.png"/></Relationships>
</file>

<file path=ppt/slides/_rels/slide27.xml.rels><?xml version="1.0" encoding="UTF-8" standalone="yes"?>
<Relationships xmlns="http://schemas.openxmlformats.org/package/2006/relationships"><Relationship Id="rId8" Type="http://schemas.openxmlformats.org/officeDocument/2006/relationships/image" Target="../media/image360.png"/><Relationship Id="rId3" Type="http://schemas.openxmlformats.org/officeDocument/2006/relationships/image" Target="../media/image28.png"/><Relationship Id="rId7" Type="http://schemas.openxmlformats.org/officeDocument/2006/relationships/image" Target="../media/image350.png"/><Relationship Id="rId2" Type="http://schemas.openxmlformats.org/officeDocument/2006/relationships/notesSlide" Target="../notesSlides/notesSlide21.xml"/><Relationship Id="rId1" Type="http://schemas.openxmlformats.org/officeDocument/2006/relationships/slideLayout" Target="../slideLayouts/slideLayout2.xml"/><Relationship Id="rId5" Type="http://schemas.openxmlformats.org/officeDocument/2006/relationships/image" Target="../media/image39.png"/><Relationship Id="rId4" Type="http://schemas.openxmlformats.org/officeDocument/2006/relationships/image" Target="../media/image42.png"/></Relationships>
</file>

<file path=ppt/slides/_rels/slide28.xml.rels><?xml version="1.0" encoding="UTF-8" standalone="yes"?>
<Relationships xmlns="http://schemas.openxmlformats.org/package/2006/relationships"><Relationship Id="rId3" Type="http://schemas.openxmlformats.org/officeDocument/2006/relationships/image" Target="../media/image40.png"/><Relationship Id="rId2" Type="http://schemas.openxmlformats.org/officeDocument/2006/relationships/notesSlide" Target="../notesSlides/notesSlide22.xml"/><Relationship Id="rId1" Type="http://schemas.openxmlformats.org/officeDocument/2006/relationships/slideLayout" Target="../slideLayouts/slideLayout2.xml"/><Relationship Id="rId4" Type="http://schemas.openxmlformats.org/officeDocument/2006/relationships/image" Target="../media/image310.png"/></Relationships>
</file>

<file path=ppt/slides/_rels/slide29.xml.rels><?xml version="1.0" encoding="UTF-8" standalone="yes"?>
<Relationships xmlns="http://schemas.openxmlformats.org/package/2006/relationships"><Relationship Id="rId3" Type="http://schemas.microsoft.com/office/2007/relationships/hdphoto" Target="../media/hdphoto1.wdp"/><Relationship Id="rId2" Type="http://schemas.openxmlformats.org/officeDocument/2006/relationships/image" Target="../media/image43.png"/><Relationship Id="rId1" Type="http://schemas.openxmlformats.org/officeDocument/2006/relationships/slideLayout" Target="../slideLayouts/slideLayout3.xml"/></Relationships>
</file>

<file path=ppt/slides/_rels/slide30.xml.rels><?xml version="1.0" encoding="UTF-8" standalone="yes"?>
<Relationships xmlns="http://schemas.openxmlformats.org/package/2006/relationships"><Relationship Id="rId3" Type="http://schemas.openxmlformats.org/officeDocument/2006/relationships/diagramData" Target="../diagrams/data3.xml"/><Relationship Id="rId7" Type="http://schemas.microsoft.com/office/2007/relationships/diagramDrawing" Target="../diagrams/drawing3.xml"/><Relationship Id="rId2" Type="http://schemas.openxmlformats.org/officeDocument/2006/relationships/notesSlide" Target="../notesSlides/notesSlide23.xml"/><Relationship Id="rId1" Type="http://schemas.openxmlformats.org/officeDocument/2006/relationships/slideLayout" Target="../slideLayouts/slideLayout2.xml"/><Relationship Id="rId6" Type="http://schemas.openxmlformats.org/officeDocument/2006/relationships/diagramColors" Target="../diagrams/colors3.xml"/><Relationship Id="rId5" Type="http://schemas.openxmlformats.org/officeDocument/2006/relationships/diagramQuickStyle" Target="../diagrams/quickStyle3.xml"/><Relationship Id="rId4" Type="http://schemas.openxmlformats.org/officeDocument/2006/relationships/diagramLayout" Target="../diagrams/layout3.xml"/></Relationships>
</file>

<file path=ppt/slides/_rels/slide31.xml.rels><?xml version="1.0" encoding="UTF-8" standalone="yes"?>
<Relationships xmlns="http://schemas.openxmlformats.org/package/2006/relationships"><Relationship Id="rId3" Type="http://schemas.openxmlformats.org/officeDocument/2006/relationships/image" Target="../media/image51.png"/><Relationship Id="rId2" Type="http://schemas.openxmlformats.org/officeDocument/2006/relationships/image" Target="../media/image50.png"/><Relationship Id="rId1" Type="http://schemas.openxmlformats.org/officeDocument/2006/relationships/slideLayout" Target="../slideLayouts/slideLayout2.xml"/></Relationships>
</file>

<file path=ppt/slides/_rels/slide32.xml.rels><?xml version="1.0" encoding="UTF-8" standalone="yes"?>
<Relationships xmlns="http://schemas.openxmlformats.org/package/2006/relationships"><Relationship Id="rId3" Type="http://schemas.openxmlformats.org/officeDocument/2006/relationships/image" Target="../media/image52.png"/><Relationship Id="rId2" Type="http://schemas.openxmlformats.org/officeDocument/2006/relationships/notesSlide" Target="../notesSlides/notesSlide24.xml"/><Relationship Id="rId1" Type="http://schemas.openxmlformats.org/officeDocument/2006/relationships/slideLayout" Target="../slideLayouts/slideLayout2.xml"/></Relationships>
</file>

<file path=ppt/slides/_rels/slide33.xml.rels><?xml version="1.0" encoding="UTF-8" standalone="yes"?>
<Relationships xmlns="http://schemas.openxmlformats.org/package/2006/relationships"><Relationship Id="rId3" Type="http://schemas.openxmlformats.org/officeDocument/2006/relationships/image" Target="../media/image53.png"/><Relationship Id="rId2" Type="http://schemas.openxmlformats.org/officeDocument/2006/relationships/notesSlide" Target="../notesSlides/notesSlide25.xml"/><Relationship Id="rId1" Type="http://schemas.openxmlformats.org/officeDocument/2006/relationships/slideLayout" Target="../slideLayouts/slideLayout6.xml"/></Relationships>
</file>

<file path=ppt/slides/_rels/slide34.xml.rels><?xml version="1.0" encoding="UTF-8" standalone="yes"?>
<Relationships xmlns="http://schemas.openxmlformats.org/package/2006/relationships"><Relationship Id="rId3" Type="http://schemas.openxmlformats.org/officeDocument/2006/relationships/image" Target="../media/image54.png"/><Relationship Id="rId2" Type="http://schemas.openxmlformats.org/officeDocument/2006/relationships/notesSlide" Target="../notesSlides/notesSlide26.xml"/><Relationship Id="rId1" Type="http://schemas.openxmlformats.org/officeDocument/2006/relationships/slideLayout" Target="../slideLayouts/slideLayout2.xml"/></Relationships>
</file>

<file path=ppt/slides/_rels/slide35.xml.rels><?xml version="1.0" encoding="UTF-8" standalone="yes"?>
<Relationships xmlns="http://schemas.openxmlformats.org/package/2006/relationships"><Relationship Id="rId3" Type="http://schemas.openxmlformats.org/officeDocument/2006/relationships/image" Target="../media/image55.png"/><Relationship Id="rId2" Type="http://schemas.openxmlformats.org/officeDocument/2006/relationships/notesSlide" Target="../notesSlides/notesSlide27.xml"/><Relationship Id="rId1" Type="http://schemas.openxmlformats.org/officeDocument/2006/relationships/slideLayout" Target="../slideLayouts/slideLayout2.xml"/></Relationships>
</file>

<file path=ppt/slides/_rels/slide36.xml.rels><?xml version="1.0" encoding="UTF-8" standalone="yes"?>
<Relationships xmlns="http://schemas.openxmlformats.org/package/2006/relationships"><Relationship Id="rId3" Type="http://schemas.openxmlformats.org/officeDocument/2006/relationships/image" Target="../media/image56.png"/><Relationship Id="rId2" Type="http://schemas.openxmlformats.org/officeDocument/2006/relationships/notesSlide" Target="../notesSlides/notesSlide28.xml"/><Relationship Id="rId1" Type="http://schemas.openxmlformats.org/officeDocument/2006/relationships/slideLayout" Target="../slideLayouts/slideLayout2.xml"/></Relationships>
</file>

<file path=ppt/slides/_rels/slide37.xml.rels><?xml version="1.0" encoding="UTF-8" standalone="yes"?>
<Relationships xmlns="http://schemas.openxmlformats.org/package/2006/relationships"><Relationship Id="rId3" Type="http://schemas.openxmlformats.org/officeDocument/2006/relationships/image" Target="../media/image57.png"/><Relationship Id="rId2" Type="http://schemas.openxmlformats.org/officeDocument/2006/relationships/notesSlide" Target="../notesSlides/notesSlide29.xml"/><Relationship Id="rId1" Type="http://schemas.openxmlformats.org/officeDocument/2006/relationships/slideLayout" Target="../slideLayouts/slideLayout2.xml"/></Relationships>
</file>

<file path=ppt/slides/_rels/slide38.xml.rels><?xml version="1.0" encoding="UTF-8" standalone="yes"?>
<Relationships xmlns="http://schemas.openxmlformats.org/package/2006/relationships"><Relationship Id="rId3" Type="http://schemas.openxmlformats.org/officeDocument/2006/relationships/image" Target="../media/image58.png"/><Relationship Id="rId2" Type="http://schemas.openxmlformats.org/officeDocument/2006/relationships/notesSlide" Target="../notesSlides/notesSlide30.xml"/><Relationship Id="rId1" Type="http://schemas.openxmlformats.org/officeDocument/2006/relationships/slideLayout" Target="../slideLayouts/slideLayout2.xml"/></Relationships>
</file>

<file path=ppt/slides/_rels/slide39.xml.rels><?xml version="1.0" encoding="UTF-8" standalone="yes"?>
<Relationships xmlns="http://schemas.openxmlformats.org/package/2006/relationships"><Relationship Id="rId3" Type="http://schemas.openxmlformats.org/officeDocument/2006/relationships/image" Target="../media/image59.png"/><Relationship Id="rId2" Type="http://schemas.openxmlformats.org/officeDocument/2006/relationships/notesSlide" Target="../notesSlides/notesSlide31.xml"/><Relationship Id="rId1" Type="http://schemas.openxmlformats.org/officeDocument/2006/relationships/slideLayout" Target="../slideLayouts/slideLayout2.xml"/></Relationships>
</file>

<file path=ppt/slides/_rels/slide40.xml.rels><?xml version="1.0" encoding="UTF-8" standalone="yes"?>
<Relationships xmlns="http://schemas.openxmlformats.org/package/2006/relationships"><Relationship Id="rId2" Type="http://schemas.openxmlformats.org/officeDocument/2006/relationships/image" Target="../media/image60.png"/><Relationship Id="rId1" Type="http://schemas.openxmlformats.org/officeDocument/2006/relationships/slideLayout" Target="../slideLayouts/slideLayout2.xml"/></Relationships>
</file>

<file path=ppt/slides/_rels/slide41.xml.rels><?xml version="1.0" encoding="UTF-8" standalone="yes"?>
<Relationships xmlns="http://schemas.openxmlformats.org/package/2006/relationships"><Relationship Id="rId3" Type="http://schemas.openxmlformats.org/officeDocument/2006/relationships/image" Target="../media/image61.png"/><Relationship Id="rId2" Type="http://schemas.openxmlformats.org/officeDocument/2006/relationships/notesSlide" Target="../notesSlides/notesSlide32.xml"/><Relationship Id="rId1" Type="http://schemas.openxmlformats.org/officeDocument/2006/relationships/slideLayout" Target="../slideLayouts/slideLayout2.xml"/><Relationship Id="rId4" Type="http://schemas.openxmlformats.org/officeDocument/2006/relationships/image" Target="../media/image51.png"/></Relationships>
</file>

<file path=ppt/slides/_rels/slide42.xml.rels><?xml version="1.0" encoding="UTF-8" standalone="yes"?>
<Relationships xmlns="http://schemas.openxmlformats.org/package/2006/relationships"><Relationship Id="rId3" Type="http://schemas.microsoft.com/office/2007/relationships/hdphoto" Target="../media/hdphoto1.wdp"/><Relationship Id="rId2" Type="http://schemas.openxmlformats.org/officeDocument/2006/relationships/image" Target="../media/image43.png"/><Relationship Id="rId1" Type="http://schemas.openxmlformats.org/officeDocument/2006/relationships/slideLayout" Target="../slideLayouts/slideLayout3.xml"/></Relationships>
</file>

<file path=ppt/slides/_rels/slide43.xml.rels><?xml version="1.0" encoding="UTF-8" standalone="yes"?>
<Relationships xmlns="http://schemas.openxmlformats.org/package/2006/relationships"><Relationship Id="rId1" Type="http://schemas.openxmlformats.org/officeDocument/2006/relationships/slideLayout" Target="../slideLayouts/slideLayout2.xml"/></Relationships>
</file>

<file path=ppt/slides/_rels/slide44.xml.rels><?xml version="1.0" encoding="UTF-8" standalone="yes"?>
<Relationships xmlns="http://schemas.openxmlformats.org/package/2006/relationships"><Relationship Id="rId3" Type="http://schemas.openxmlformats.org/officeDocument/2006/relationships/image" Target="../media/image63.png"/><Relationship Id="rId2" Type="http://schemas.openxmlformats.org/officeDocument/2006/relationships/image" Target="../media/image62.png"/><Relationship Id="rId1" Type="http://schemas.openxmlformats.org/officeDocument/2006/relationships/slideLayout" Target="../slideLayouts/slideLayout2.xml"/></Relationships>
</file>

<file path=ppt/slides/_rels/slide45.xml.rels><?xml version="1.0" encoding="UTF-8" standalone="yes"?>
<Relationships xmlns="http://schemas.openxmlformats.org/package/2006/relationships"><Relationship Id="rId3" Type="http://schemas.openxmlformats.org/officeDocument/2006/relationships/image" Target="../media/image51.png"/><Relationship Id="rId2" Type="http://schemas.openxmlformats.org/officeDocument/2006/relationships/image" Target="../media/image64.png"/><Relationship Id="rId1" Type="http://schemas.openxmlformats.org/officeDocument/2006/relationships/slideLayout" Target="../slideLayouts/slideLayout2.xml"/><Relationship Id="rId4" Type="http://schemas.openxmlformats.org/officeDocument/2006/relationships/image" Target="../media/image65.png"/></Relationships>
</file>

<file path=ppt/slides/_rels/slide46.xml.rels><?xml version="1.0" encoding="UTF-8" standalone="yes"?>
<Relationships xmlns="http://schemas.openxmlformats.org/package/2006/relationships"><Relationship Id="rId2" Type="http://schemas.openxmlformats.org/officeDocument/2006/relationships/image" Target="../media/image66.jpeg"/><Relationship Id="rId1" Type="http://schemas.openxmlformats.org/officeDocument/2006/relationships/slideLayout" Target="../slideLayouts/slideLayout2.xml"/></Relationships>
</file>

<file path=ppt/slides/slide1.xml><?xml version="1.0" encoding="utf-8"?>
<p:sld xmlns:a="http://schemas.openxmlformats.org/drawingml/2006/main" xmlns:r="http://schemas.openxmlformats.org/officeDocument/2006/relationships" xmlns:p="http://schemas.openxmlformats.org/presentationml/2006/main">
  <p:cSld>
    <p:bg>
      <p:bgPr>
        <a:solidFill>
          <a:schemeClr val="bg1"/>
        </a:solidFill>
        <a:effectLst/>
      </p:bgPr>
    </p:bg>
    <p:spTree>
      <p:nvGrpSpPr>
        <p:cNvPr id="1" name=""/>
        <p:cNvGrpSpPr/>
        <p:nvPr/>
      </p:nvGrpSpPr>
      <p:grpSpPr>
        <a:xfrm>
          <a:off x="0" y="0"/>
          <a:ext cx="0" cy="0"/>
          <a:chOff x="0" y="0"/>
          <a:chExt cx="0" cy="0"/>
        </a:xfrm>
      </p:grpSpPr>
      <p:sp useBgFill="1">
        <p:nvSpPr>
          <p:cNvPr id="71" name="Rectangle 70">
            <a:extLst>
              <a:ext uri="{FF2B5EF4-FFF2-40B4-BE49-F238E27FC236}">
                <a16:creationId xmlns:a16="http://schemas.microsoft.com/office/drawing/2014/main" id="{0671A8AE-40A1-4631-A6B8-581AFF065482}"/>
              </a:ext>
              <a:ext uri="{C183D7F6-B498-43B3-948B-1728B52AA6E4}">
                <adec:decorative xmlns:adec="http://schemas.microsoft.com/office/drawing/2017/decorative" val="1"/>
              </a:ext>
            </a:extLst>
          </p:cNvPr>
          <p:cNvSpPr>
            <a:spLocks noGrp="1" noRot="1" noChangeAspect="1" noMove="1" noResize="1" noEditPoints="1" noAdjustHandles="1" noChangeArrowheads="1" noChangeShapeType="1" noTextEdit="1"/>
          </p:cNvSpPr>
          <p:nvPr>
            <p:extLst>
              <p:ext uri="{386F3935-93C4-4BCD-93E2-E3B085C9AB24}">
                <p16:designElem xmlns:p16="http://schemas.microsoft.com/office/powerpoint/2015/main" val="1"/>
              </p:ext>
            </p:extLst>
          </p:nvPr>
        </p:nvSpPr>
        <p:spPr>
          <a:xfrm>
            <a:off x="0" y="0"/>
            <a:ext cx="9144000" cy="6858000"/>
          </a:xfrm>
          <a:prstGeom prst="rect">
            <a:avLst/>
          </a:prstGeom>
          <a:ln>
            <a:noFill/>
          </a:ln>
        </p:spPr>
        <p:style>
          <a:lnRef idx="2">
            <a:schemeClr val="accent1">
              <a:shade val="50000"/>
            </a:schemeClr>
          </a:lnRef>
          <a:fillRef idx="1">
            <a:schemeClr val="accent1"/>
          </a:fillRef>
          <a:effectRef idx="0">
            <a:schemeClr val="accent1"/>
          </a:effectRef>
          <a:fontRef idx="minor">
            <a:schemeClr val="lt1"/>
          </a:fontRef>
        </p:style>
        <p:txBody>
          <a:bodyPr rtlCol="0" anchor="ctr"/>
          <a:lstStyle/>
          <a:p>
            <a:pPr algn="ctr"/>
            <a:endParaRPr lang="en-US"/>
          </a:p>
        </p:txBody>
      </p:sp>
      <p:pic>
        <p:nvPicPr>
          <p:cNvPr id="100354" name="Picture 2" descr="Image for post">
            <a:extLst>
              <a:ext uri="{FF2B5EF4-FFF2-40B4-BE49-F238E27FC236}">
                <a16:creationId xmlns:a16="http://schemas.microsoft.com/office/drawing/2014/main" id="{F9544095-63FC-4977-87C8-5362889640F0}"/>
              </a:ext>
            </a:extLst>
          </p:cNvPr>
          <p:cNvPicPr>
            <a:picLocks noChangeAspect="1" noChangeArrowheads="1"/>
          </p:cNvPicPr>
          <p:nvPr/>
        </p:nvPicPr>
        <p:blipFill rotWithShape="1">
          <a:blip r:embed="rId2">
            <a:extLst>
              <a:ext uri="{BEBA8EAE-BF5A-486C-A8C5-ECC9F3942E4B}">
                <a14:imgProps xmlns:a14="http://schemas.microsoft.com/office/drawing/2010/main">
                  <a14:imgLayer r:embed="rId3">
                    <a14:imgEffect>
                      <a14:artisticTexturizer/>
                    </a14:imgEffect>
                  </a14:imgLayer>
                </a14:imgProps>
              </a:ext>
              <a:ext uri="{28A0092B-C50C-407E-A947-70E740481C1C}">
                <a14:useLocalDpi xmlns:a14="http://schemas.microsoft.com/office/drawing/2010/main" val="0"/>
              </a:ext>
            </a:extLst>
          </a:blip>
          <a:srcRect l="4788" t="9091" r="37469" b="-2"/>
          <a:stretch/>
        </p:blipFill>
        <p:spPr bwMode="auto">
          <a:xfrm>
            <a:off x="2642616" y="10"/>
            <a:ext cx="6501384" cy="6857990"/>
          </a:xfrm>
          <a:prstGeom prst="rect">
            <a:avLst/>
          </a:prstGeom>
          <a:noFill/>
          <a:extLst>
            <a:ext uri="{909E8E84-426E-40DD-AFC4-6F175D3DCCD1}">
              <a14:hiddenFill xmlns:a14="http://schemas.microsoft.com/office/drawing/2010/main">
                <a:solidFill>
                  <a:srgbClr val="FFFFFF"/>
                </a:solidFill>
              </a14:hiddenFill>
            </a:ext>
          </a:extLst>
        </p:spPr>
      </p:pic>
      <p:sp>
        <p:nvSpPr>
          <p:cNvPr id="73" name="Rectangle 72">
            <a:extLst>
              <a:ext uri="{FF2B5EF4-FFF2-40B4-BE49-F238E27FC236}">
                <a16:creationId xmlns:a16="http://schemas.microsoft.com/office/drawing/2014/main" id="{AB58EF07-17C2-48CF-ABB0-EEF1F17CB8F0}"/>
              </a:ext>
              <a:ext uri="{C183D7F6-B498-43B3-948B-1728B52AA6E4}">
                <adec:decorative xmlns:adec="http://schemas.microsoft.com/office/drawing/2017/decorative" val="1"/>
              </a:ext>
            </a:extLst>
          </p:cNvPr>
          <p:cNvSpPr>
            <a:spLocks noGrp="1" noRot="1" noChangeAspect="1" noMove="1" noResize="1" noEditPoints="1" noAdjustHandles="1" noChangeArrowheads="1" noChangeShapeType="1" noTextEdit="1"/>
          </p:cNvSpPr>
          <p:nvPr>
            <p:extLst>
              <p:ext uri="{386F3935-93C4-4BCD-93E2-E3B085C9AB24}">
                <p16:designElem xmlns:p16="http://schemas.microsoft.com/office/powerpoint/2015/main" val="1"/>
              </p:ext>
            </p:extLst>
          </p:nvPr>
        </p:nvSpPr>
        <p:spPr>
          <a:xfrm>
            <a:off x="2" y="0"/>
            <a:ext cx="7004404" cy="6858000"/>
          </a:xfrm>
          <a:prstGeom prst="rect">
            <a:avLst/>
          </a:prstGeom>
          <a:gradFill>
            <a:gsLst>
              <a:gs pos="58000">
                <a:schemeClr val="bg1"/>
              </a:gs>
              <a:gs pos="33000">
                <a:schemeClr val="bg1">
                  <a:alpha val="64000"/>
                </a:schemeClr>
              </a:gs>
              <a:gs pos="0">
                <a:schemeClr val="bg1">
                  <a:alpha val="0"/>
                </a:schemeClr>
              </a:gs>
              <a:gs pos="100000">
                <a:schemeClr val="bg1"/>
              </a:gs>
            </a:gsLst>
            <a:lin ang="10800000" scaled="0"/>
          </a:gradFill>
          <a:ln>
            <a:noFill/>
          </a:ln>
        </p:spPr>
        <p:style>
          <a:lnRef idx="2">
            <a:schemeClr val="accent1">
              <a:shade val="50000"/>
            </a:schemeClr>
          </a:lnRef>
          <a:fillRef idx="1">
            <a:schemeClr val="accent1"/>
          </a:fillRef>
          <a:effectRef idx="0">
            <a:schemeClr val="accent1"/>
          </a:effectRef>
          <a:fontRef idx="minor">
            <a:schemeClr val="lt1"/>
          </a:fontRef>
        </p:style>
        <p:txBody>
          <a:bodyPr rtlCol="0" anchor="ctr"/>
          <a:lstStyle/>
          <a:p>
            <a:pPr algn="ctr"/>
            <a:endParaRPr lang="en-US" dirty="0"/>
          </a:p>
        </p:txBody>
      </p:sp>
      <p:sp>
        <p:nvSpPr>
          <p:cNvPr id="4" name="Title 3">
            <a:extLst>
              <a:ext uri="{FF2B5EF4-FFF2-40B4-BE49-F238E27FC236}">
                <a16:creationId xmlns:a16="http://schemas.microsoft.com/office/drawing/2014/main" id="{3A491BE8-DB8F-4D10-BCCC-2EAB23682B78}"/>
              </a:ext>
            </a:extLst>
          </p:cNvPr>
          <p:cNvSpPr>
            <a:spLocks noGrp="1"/>
          </p:cNvSpPr>
          <p:nvPr>
            <p:ph type="ctrTitle"/>
          </p:nvPr>
        </p:nvSpPr>
        <p:spPr>
          <a:xfrm>
            <a:off x="304800" y="1066800"/>
            <a:ext cx="2689515" cy="3204134"/>
          </a:xfrm>
        </p:spPr>
        <p:txBody>
          <a:bodyPr anchor="b">
            <a:normAutofit/>
          </a:bodyPr>
          <a:lstStyle/>
          <a:p>
            <a:pPr algn="l"/>
            <a:r>
              <a:rPr lang="en-US" sz="2400" b="1" dirty="0">
                <a:effectLst>
                  <a:outerShdw blurRad="38100" dist="38100" dir="2700000" algn="tl">
                    <a:srgbClr val="000000">
                      <a:alpha val="43137"/>
                    </a:srgbClr>
                  </a:outerShdw>
                </a:effectLst>
              </a:rPr>
              <a:t>CS 5/7320 </a:t>
            </a:r>
            <a:br>
              <a:rPr lang="en-US" sz="2400" b="1" dirty="0">
                <a:effectLst>
                  <a:outerShdw blurRad="38100" dist="38100" dir="2700000" algn="tl">
                    <a:srgbClr val="000000">
                      <a:alpha val="43137"/>
                    </a:srgbClr>
                  </a:outerShdw>
                </a:effectLst>
              </a:rPr>
            </a:br>
            <a:r>
              <a:rPr lang="en-US" sz="2400" b="1" dirty="0">
                <a:effectLst>
                  <a:outerShdw blurRad="38100" dist="38100" dir="2700000" algn="tl">
                    <a:srgbClr val="000000">
                      <a:alpha val="43137"/>
                    </a:srgbClr>
                  </a:outerShdw>
                </a:effectLst>
              </a:rPr>
              <a:t>Artificial Intelligence </a:t>
            </a:r>
            <a:br>
              <a:rPr lang="en-US" sz="2400" b="1" dirty="0">
                <a:effectLst>
                  <a:outerShdw blurRad="38100" dist="38100" dir="2700000" algn="tl">
                    <a:srgbClr val="000000">
                      <a:alpha val="43137"/>
                    </a:srgbClr>
                  </a:outerShdw>
                </a:effectLst>
              </a:rPr>
            </a:br>
            <a:br>
              <a:rPr lang="en-US" sz="2400" b="1" dirty="0">
                <a:effectLst>
                  <a:outerShdw blurRad="38100" dist="38100" dir="2700000" algn="tl">
                    <a:srgbClr val="000000">
                      <a:alpha val="43137"/>
                    </a:srgbClr>
                  </a:outerShdw>
                </a:effectLst>
              </a:rPr>
            </a:br>
            <a:br>
              <a:rPr lang="en-US" sz="2400" b="1" dirty="0">
                <a:effectLst>
                  <a:outerShdw blurRad="38100" dist="38100" dir="2700000" algn="tl">
                    <a:srgbClr val="000000">
                      <a:alpha val="43137"/>
                    </a:srgbClr>
                  </a:outerShdw>
                </a:effectLst>
              </a:rPr>
            </a:br>
            <a:r>
              <a:rPr lang="en-US" sz="2400" b="1" dirty="0">
                <a:effectLst>
                  <a:outerShdw blurRad="38100" dist="38100" dir="2700000" algn="tl">
                    <a:srgbClr val="000000">
                      <a:alpha val="43137"/>
                    </a:srgbClr>
                  </a:outerShdw>
                </a:effectLst>
              </a:rPr>
              <a:t>Probabilistic Reasoning:</a:t>
            </a:r>
            <a:br>
              <a:rPr lang="en-US" sz="2400" b="1" dirty="0">
                <a:effectLst>
                  <a:outerShdw blurRad="38100" dist="38100" dir="2700000" algn="tl">
                    <a:srgbClr val="000000">
                      <a:alpha val="43137"/>
                    </a:srgbClr>
                  </a:outerShdw>
                </a:effectLst>
              </a:rPr>
            </a:br>
            <a:r>
              <a:rPr lang="en-US" sz="2000" b="1" dirty="0">
                <a:effectLst>
                  <a:outerShdw blurRad="38100" dist="38100" dir="2700000" algn="tl">
                    <a:srgbClr val="000000">
                      <a:alpha val="43137"/>
                    </a:srgbClr>
                  </a:outerShdw>
                </a:effectLst>
              </a:rPr>
              <a:t>Bayesian Networks</a:t>
            </a:r>
            <a:br>
              <a:rPr lang="en-US" sz="2400" b="1" dirty="0">
                <a:effectLst>
                  <a:outerShdw blurRad="38100" dist="38100" dir="2700000" algn="tl">
                    <a:srgbClr val="000000">
                      <a:alpha val="43137"/>
                    </a:srgbClr>
                  </a:outerShdw>
                </a:effectLst>
              </a:rPr>
            </a:br>
            <a:br>
              <a:rPr lang="en-US" sz="2400" b="1" dirty="0">
                <a:effectLst>
                  <a:outerShdw blurRad="38100" dist="38100" dir="2700000" algn="tl">
                    <a:srgbClr val="000000">
                      <a:alpha val="43137"/>
                    </a:srgbClr>
                  </a:outerShdw>
                </a:effectLst>
              </a:rPr>
            </a:br>
            <a:r>
              <a:rPr lang="en-US" sz="2000" dirty="0">
                <a:effectLst>
                  <a:outerShdw blurRad="38100" dist="38100" dir="2700000" algn="tl">
                    <a:srgbClr val="000000">
                      <a:alpha val="43137"/>
                    </a:srgbClr>
                  </a:outerShdw>
                </a:effectLst>
              </a:rPr>
              <a:t>AIMA Chapter 13</a:t>
            </a:r>
            <a:endParaRPr lang="en-US" sz="2400" dirty="0">
              <a:effectLst>
                <a:outerShdw blurRad="38100" dist="38100" dir="2700000" algn="tl">
                  <a:srgbClr val="000000">
                    <a:alpha val="43137"/>
                  </a:srgbClr>
                </a:outerShdw>
              </a:effectLst>
            </a:endParaRPr>
          </a:p>
        </p:txBody>
      </p:sp>
      <p:sp>
        <p:nvSpPr>
          <p:cNvPr id="5" name="Subtitle 4">
            <a:extLst>
              <a:ext uri="{FF2B5EF4-FFF2-40B4-BE49-F238E27FC236}">
                <a16:creationId xmlns:a16="http://schemas.microsoft.com/office/drawing/2014/main" id="{A4900AEE-2C3D-40EA-9248-E0DA5CD8C730}"/>
              </a:ext>
            </a:extLst>
          </p:cNvPr>
          <p:cNvSpPr>
            <a:spLocks noGrp="1"/>
          </p:cNvSpPr>
          <p:nvPr>
            <p:ph type="subTitle" idx="1"/>
          </p:nvPr>
        </p:nvSpPr>
        <p:spPr>
          <a:xfrm>
            <a:off x="304800" y="4817359"/>
            <a:ext cx="3017519" cy="1208141"/>
          </a:xfrm>
        </p:spPr>
        <p:txBody>
          <a:bodyPr>
            <a:normAutofit/>
          </a:bodyPr>
          <a:lstStyle/>
          <a:p>
            <a:pPr algn="l"/>
            <a:r>
              <a:rPr lang="en-US" sz="1400" dirty="0"/>
              <a:t>Slides by Michael Hahsler </a:t>
            </a:r>
            <a:br>
              <a:rPr lang="en-US" sz="1400" dirty="0"/>
            </a:br>
            <a:r>
              <a:rPr lang="en-US" sz="1400" dirty="0"/>
              <a:t>based on slides by Svetlana </a:t>
            </a:r>
            <a:r>
              <a:rPr lang="en-US" sz="1400" dirty="0" err="1"/>
              <a:t>Lazepnik</a:t>
            </a:r>
            <a:br>
              <a:rPr lang="en-US" sz="1400" dirty="0"/>
            </a:br>
            <a:r>
              <a:rPr lang="en-US" sz="1400" dirty="0"/>
              <a:t>with figures from the AIMA textbook</a:t>
            </a:r>
          </a:p>
        </p:txBody>
      </p:sp>
      <p:sp>
        <p:nvSpPr>
          <p:cNvPr id="75" name="Rectangle 74">
            <a:extLst>
              <a:ext uri="{FF2B5EF4-FFF2-40B4-BE49-F238E27FC236}">
                <a16:creationId xmlns:a16="http://schemas.microsoft.com/office/drawing/2014/main" id="{AF2F604E-43BE-4DC3-B983-E071523364F8}"/>
              </a:ext>
              <a:ext uri="{C183D7F6-B498-43B3-948B-1728B52AA6E4}">
                <adec:decorative xmlns:adec="http://schemas.microsoft.com/office/drawing/2017/decorative" val="1"/>
              </a:ext>
            </a:extLst>
          </p:cNvPr>
          <p:cNvSpPr>
            <a:spLocks noGrp="1" noRot="1" noChangeAspect="1" noMove="1" noResize="1" noEditPoints="1" noAdjustHandles="1" noChangeArrowheads="1" noChangeShapeType="1" noTextEdit="1"/>
          </p:cNvSpPr>
          <p:nvPr>
            <p:extLst>
              <p:ext uri="{386F3935-93C4-4BCD-93E2-E3B085C9AB24}">
                <p16:designElem xmlns:p16="http://schemas.microsoft.com/office/powerpoint/2015/main" val="1"/>
              </p:ext>
            </p:extLst>
          </p:nvPr>
        </p:nvSpPr>
        <p:spPr>
          <a:xfrm rot="5400000">
            <a:off x="551653" y="434802"/>
            <a:ext cx="146304" cy="528066"/>
          </a:xfrm>
          <a:prstGeom prst="rect">
            <a:avLst/>
          </a:prstGeom>
          <a:solidFill>
            <a:schemeClr val="accent2"/>
          </a:solidFill>
          <a:ln>
            <a:noFill/>
          </a:ln>
        </p:spPr>
        <p:style>
          <a:lnRef idx="2">
            <a:schemeClr val="accent1">
              <a:shade val="50000"/>
            </a:schemeClr>
          </a:lnRef>
          <a:fillRef idx="1">
            <a:schemeClr val="accent1"/>
          </a:fillRef>
          <a:effectRef idx="0">
            <a:schemeClr val="accent1"/>
          </a:effectRef>
          <a:fontRef idx="minor">
            <a:schemeClr val="lt1"/>
          </a:fontRef>
        </p:style>
        <p:txBody>
          <a:bodyPr rtlCol="0" anchor="ctr"/>
          <a:lstStyle/>
          <a:p>
            <a:pPr algn="ctr"/>
            <a:endParaRPr lang="en-US">
              <a:solidFill>
                <a:prstClr val="white"/>
              </a:solidFill>
              <a:latin typeface="Calibri" panose="020F0502020204030204"/>
            </a:endParaRPr>
          </a:p>
        </p:txBody>
      </p:sp>
      <p:sp>
        <p:nvSpPr>
          <p:cNvPr id="77" name="Rectangle 76">
            <a:extLst>
              <a:ext uri="{FF2B5EF4-FFF2-40B4-BE49-F238E27FC236}">
                <a16:creationId xmlns:a16="http://schemas.microsoft.com/office/drawing/2014/main" id="{08C9B587-E65E-4B52-B37C-ABEBB6E87928}"/>
              </a:ext>
              <a:ext uri="{C183D7F6-B498-43B3-948B-1728B52AA6E4}">
                <adec:decorative xmlns:adec="http://schemas.microsoft.com/office/drawing/2017/decorative" val="1"/>
              </a:ext>
            </a:extLst>
          </p:cNvPr>
          <p:cNvSpPr>
            <a:spLocks noGrp="1" noRot="1" noChangeAspect="1" noMove="1" noResize="1" noEditPoints="1" noAdjustHandles="1" noChangeArrowheads="1" noChangeShapeType="1" noTextEdit="1"/>
          </p:cNvSpPr>
          <p:nvPr>
            <p:extLst>
              <p:ext uri="{386F3935-93C4-4BCD-93E2-E3B085C9AB24}">
                <p16:designElem xmlns:p16="http://schemas.microsoft.com/office/powerpoint/2015/main" val="1"/>
              </p:ext>
            </p:extLst>
          </p:nvPr>
        </p:nvSpPr>
        <p:spPr>
          <a:xfrm>
            <a:off x="360771" y="4546920"/>
            <a:ext cx="2983230" cy="18288"/>
          </a:xfrm>
          <a:prstGeom prst="rect">
            <a:avLst/>
          </a:prstGeom>
          <a:solidFill>
            <a:schemeClr val="tx1"/>
          </a:solidFill>
          <a:ln w="3175">
            <a:noFill/>
          </a:ln>
          <a:effectLst/>
        </p:spPr>
        <p:style>
          <a:lnRef idx="2">
            <a:schemeClr val="accent1">
              <a:shade val="50000"/>
            </a:schemeClr>
          </a:lnRef>
          <a:fillRef idx="1">
            <a:schemeClr val="accent1"/>
          </a:fillRef>
          <a:effectRef idx="0">
            <a:schemeClr val="accent1"/>
          </a:effectRef>
          <a:fontRef idx="minor">
            <a:schemeClr val="lt1"/>
          </a:fontRef>
        </p:style>
        <p:txBody>
          <a:bodyPr rtlCol="0" anchor="ctr"/>
          <a:lstStyle/>
          <a:p>
            <a:pPr marL="0" marR="0" lvl="0" indent="0" algn="ctr" defTabSz="914400" rtl="0" eaLnBrk="1" fontAlgn="auto" latinLnBrk="0" hangingPunct="1">
              <a:lnSpc>
                <a:spcPct val="100000"/>
              </a:lnSpc>
              <a:spcBef>
                <a:spcPts val="0"/>
              </a:spcBef>
              <a:spcAft>
                <a:spcPts val="0"/>
              </a:spcAft>
              <a:buClrTx/>
              <a:buSzTx/>
              <a:buFontTx/>
              <a:buNone/>
              <a:tabLst/>
              <a:defRPr/>
            </a:pPr>
            <a:endParaRPr kumimoji="0" lang="en-US" sz="1800" b="0" i="0" u="none" strike="noStrike" kern="1200" cap="none" spc="0" normalizeH="0" baseline="0" noProof="0">
              <a:ln>
                <a:noFill/>
              </a:ln>
              <a:solidFill>
                <a:prstClr val="white"/>
              </a:solidFill>
              <a:effectLst/>
              <a:uLnTx/>
              <a:uFillTx/>
              <a:latin typeface="Calibri" panose="020F0502020204030204"/>
              <a:ea typeface="+mn-ea"/>
              <a:cs typeface="+mn-cs"/>
            </a:endParaRPr>
          </a:p>
        </p:txBody>
      </p:sp>
      <p:grpSp>
        <p:nvGrpSpPr>
          <p:cNvPr id="2" name="Group 1">
            <a:extLst>
              <a:ext uri="{FF2B5EF4-FFF2-40B4-BE49-F238E27FC236}">
                <a16:creationId xmlns:a16="http://schemas.microsoft.com/office/drawing/2014/main" id="{4C960775-322E-B1C5-35F2-BE4302613437}"/>
              </a:ext>
              <a:ext uri="{C183D7F6-B498-43B3-948B-1728B52AA6E4}">
                <adec:decorative xmlns:adec="http://schemas.microsoft.com/office/drawing/2017/decorative" val="1"/>
              </a:ext>
            </a:extLst>
          </p:cNvPr>
          <p:cNvGrpSpPr/>
          <p:nvPr/>
        </p:nvGrpSpPr>
        <p:grpSpPr>
          <a:xfrm>
            <a:off x="7664885" y="5243763"/>
            <a:ext cx="1209652" cy="1440289"/>
            <a:chOff x="7162800" y="4191000"/>
            <a:chExt cx="1676400" cy="1981200"/>
          </a:xfrm>
        </p:grpSpPr>
        <p:sp>
          <p:nvSpPr>
            <p:cNvPr id="3" name="Rectangle 2">
              <a:extLst>
                <a:ext uri="{FF2B5EF4-FFF2-40B4-BE49-F238E27FC236}">
                  <a16:creationId xmlns:a16="http://schemas.microsoft.com/office/drawing/2014/main" id="{B658DF24-1B8F-236D-4337-CE4FD2D6855B}"/>
                </a:ext>
              </a:extLst>
            </p:cNvPr>
            <p:cNvSpPr/>
            <p:nvPr/>
          </p:nvSpPr>
          <p:spPr>
            <a:xfrm>
              <a:off x="7162800" y="4191000"/>
              <a:ext cx="1676400" cy="1981200"/>
            </a:xfrm>
            <a:prstGeom prst="rect">
              <a:avLst/>
            </a:prstGeom>
            <a:ln/>
          </p:spPr>
          <p:style>
            <a:lnRef idx="2">
              <a:schemeClr val="dk1"/>
            </a:lnRef>
            <a:fillRef idx="1">
              <a:schemeClr val="lt1"/>
            </a:fillRef>
            <a:effectRef idx="0">
              <a:schemeClr val="dk1"/>
            </a:effectRef>
            <a:fontRef idx="minor">
              <a:schemeClr val="dk1"/>
            </a:fontRef>
          </p:style>
          <p:txBody>
            <a:bodyPr rtlCol="0" anchor="ctr"/>
            <a:lstStyle/>
            <a:p>
              <a:pPr algn="ctr"/>
              <a:endParaRPr lang="en-US"/>
            </a:p>
          </p:txBody>
        </p:sp>
        <p:pic>
          <p:nvPicPr>
            <p:cNvPr id="6" name="Picture 5" descr="A qr code with black dots&#10;&#10;Description automatically generated">
              <a:extLst>
                <a:ext uri="{FF2B5EF4-FFF2-40B4-BE49-F238E27FC236}">
                  <a16:creationId xmlns:a16="http://schemas.microsoft.com/office/drawing/2014/main" id="{E84CD5F9-7D45-0889-8318-ABE979896C01}"/>
                </a:ext>
              </a:extLst>
            </p:cNvPr>
            <p:cNvPicPr>
              <a:picLocks noChangeAspect="1"/>
            </p:cNvPicPr>
            <p:nvPr/>
          </p:nvPicPr>
          <p:blipFill>
            <a:blip r:embed="rId4">
              <a:extLst>
                <a:ext uri="{28A0092B-C50C-407E-A947-70E740481C1C}">
                  <a14:useLocalDpi xmlns:a14="http://schemas.microsoft.com/office/drawing/2010/main" val="0"/>
                </a:ext>
              </a:extLst>
            </a:blip>
            <a:stretch>
              <a:fillRect/>
            </a:stretch>
          </p:blipFill>
          <p:spPr>
            <a:xfrm>
              <a:off x="7184682" y="4213372"/>
              <a:ext cx="1632631" cy="1632630"/>
            </a:xfrm>
            <a:prstGeom prst="rect">
              <a:avLst/>
            </a:prstGeom>
          </p:spPr>
        </p:pic>
        <p:sp>
          <p:nvSpPr>
            <p:cNvPr id="7" name="Rectangle 6">
              <a:extLst>
                <a:ext uri="{FF2B5EF4-FFF2-40B4-BE49-F238E27FC236}">
                  <a16:creationId xmlns:a16="http://schemas.microsoft.com/office/drawing/2014/main" id="{4405FCE1-498C-AD98-B141-42B4C52DAE96}"/>
                </a:ext>
              </a:extLst>
            </p:cNvPr>
            <p:cNvSpPr/>
            <p:nvPr/>
          </p:nvSpPr>
          <p:spPr>
            <a:xfrm>
              <a:off x="7162800" y="5812970"/>
              <a:ext cx="1664628" cy="359230"/>
            </a:xfrm>
            <a:prstGeom prst="rect">
              <a:avLst/>
            </a:prstGeom>
          </p:spPr>
          <p:style>
            <a:lnRef idx="2">
              <a:schemeClr val="dk1">
                <a:shade val="15000"/>
              </a:schemeClr>
            </a:lnRef>
            <a:fillRef idx="1">
              <a:schemeClr val="dk1"/>
            </a:fillRef>
            <a:effectRef idx="0">
              <a:schemeClr val="dk1"/>
            </a:effectRef>
            <a:fontRef idx="minor">
              <a:schemeClr val="lt1"/>
            </a:fontRef>
          </p:style>
          <p:txBody>
            <a:bodyPr rtlCol="0" anchor="ctr"/>
            <a:lstStyle/>
            <a:p>
              <a:pPr algn="ctr"/>
              <a:r>
                <a:rPr lang="en-US" sz="1200" dirty="0"/>
                <a:t>Online Material</a:t>
              </a:r>
            </a:p>
          </p:txBody>
        </p:sp>
      </p:grpSp>
      <p:grpSp>
        <p:nvGrpSpPr>
          <p:cNvPr id="9" name="Group 8">
            <a:extLst>
              <a:ext uri="{FF2B5EF4-FFF2-40B4-BE49-F238E27FC236}">
                <a16:creationId xmlns:a16="http://schemas.microsoft.com/office/drawing/2014/main" id="{D9EEF24E-9828-5E81-3760-DC74E5F3C199}"/>
              </a:ext>
            </a:extLst>
          </p:cNvPr>
          <p:cNvGrpSpPr/>
          <p:nvPr/>
        </p:nvGrpSpPr>
        <p:grpSpPr>
          <a:xfrm>
            <a:off x="324195" y="5935948"/>
            <a:ext cx="3017521" cy="757438"/>
            <a:chOff x="324195" y="5935948"/>
            <a:chExt cx="3017521" cy="757438"/>
          </a:xfrm>
        </p:grpSpPr>
        <p:sp>
          <p:nvSpPr>
            <p:cNvPr id="11" name="TextBox 10">
              <a:extLst>
                <a:ext uri="{FF2B5EF4-FFF2-40B4-BE49-F238E27FC236}">
                  <a16:creationId xmlns:a16="http://schemas.microsoft.com/office/drawing/2014/main" id="{65B5547D-E073-93F7-BB05-CC9CF861D4A8}"/>
                </a:ext>
              </a:extLst>
            </p:cNvPr>
            <p:cNvSpPr txBox="1"/>
            <p:nvPr/>
          </p:nvSpPr>
          <p:spPr>
            <a:xfrm>
              <a:off x="324195" y="6293276"/>
              <a:ext cx="3017521" cy="400110"/>
            </a:xfrm>
            <a:prstGeom prst="rect">
              <a:avLst/>
            </a:prstGeom>
            <a:noFill/>
          </p:spPr>
          <p:txBody>
            <a:bodyPr wrap="square">
              <a:spAutoFit/>
            </a:bodyPr>
            <a:lstStyle/>
            <a:p>
              <a:r>
                <a:rPr lang="en-US" sz="1000" b="0" i="0" dirty="0">
                  <a:solidFill>
                    <a:schemeClr val="tx1">
                      <a:lumMod val="50000"/>
                    </a:schemeClr>
                  </a:solidFill>
                  <a:effectLst/>
                </a:rPr>
                <a:t>This work is licensed under a </a:t>
              </a:r>
              <a:r>
                <a:rPr lang="en-US" sz="1000" b="0" i="0" strike="noStrike" dirty="0">
                  <a:solidFill>
                    <a:schemeClr val="tx1">
                      <a:lumMod val="50000"/>
                    </a:schemeClr>
                  </a:solidFill>
                  <a:effectLst/>
                  <a:hlinkClick r:id="rId5">
                    <a:extLst>
                      <a:ext uri="{A12FA001-AC4F-418D-AE19-62706E023703}">
                        <ahyp:hlinkClr xmlns:ahyp="http://schemas.microsoft.com/office/drawing/2018/hyperlinkcolor" val="tx"/>
                      </a:ext>
                    </a:extLst>
                  </a:hlinkClick>
                </a:rPr>
                <a:t>Creative Commons Attribution-</a:t>
              </a:r>
              <a:r>
                <a:rPr lang="en-US" sz="1000" b="0" i="0" strike="noStrike" dirty="0" err="1">
                  <a:solidFill>
                    <a:schemeClr val="tx1">
                      <a:lumMod val="50000"/>
                    </a:schemeClr>
                  </a:solidFill>
                  <a:effectLst/>
                  <a:hlinkClick r:id="rId5">
                    <a:extLst>
                      <a:ext uri="{A12FA001-AC4F-418D-AE19-62706E023703}">
                        <ahyp:hlinkClr xmlns:ahyp="http://schemas.microsoft.com/office/drawing/2018/hyperlinkcolor" val="tx"/>
                      </a:ext>
                    </a:extLst>
                  </a:hlinkClick>
                </a:rPr>
                <a:t>ShareAlike</a:t>
              </a:r>
              <a:r>
                <a:rPr lang="en-US" sz="1000" b="0" i="0" strike="noStrike" dirty="0">
                  <a:solidFill>
                    <a:schemeClr val="tx1">
                      <a:lumMod val="50000"/>
                    </a:schemeClr>
                  </a:solidFill>
                  <a:effectLst/>
                  <a:hlinkClick r:id="rId5">
                    <a:extLst>
                      <a:ext uri="{A12FA001-AC4F-418D-AE19-62706E023703}">
                        <ahyp:hlinkClr xmlns:ahyp="http://schemas.microsoft.com/office/drawing/2018/hyperlinkcolor" val="tx"/>
                      </a:ext>
                    </a:extLst>
                  </a:hlinkClick>
                </a:rPr>
                <a:t> 4.0 International License</a:t>
              </a:r>
              <a:r>
                <a:rPr lang="en-US" sz="1000" b="0" i="0" dirty="0">
                  <a:solidFill>
                    <a:schemeClr val="tx1">
                      <a:lumMod val="50000"/>
                    </a:schemeClr>
                  </a:solidFill>
                  <a:effectLst/>
                </a:rPr>
                <a:t>.</a:t>
              </a:r>
              <a:endParaRPr lang="en-US" sz="1000" dirty="0">
                <a:solidFill>
                  <a:schemeClr val="tx1">
                    <a:lumMod val="50000"/>
                  </a:schemeClr>
                </a:solidFill>
              </a:endParaRPr>
            </a:p>
          </p:txBody>
        </p:sp>
        <p:pic>
          <p:nvPicPr>
            <p:cNvPr id="1026" name="Picture 2">
              <a:extLst>
                <a:ext uri="{FF2B5EF4-FFF2-40B4-BE49-F238E27FC236}">
                  <a16:creationId xmlns:a16="http://schemas.microsoft.com/office/drawing/2014/main" id="{8BA7D81B-634E-6EF7-8A4A-B6806F063995}"/>
                </a:ext>
              </a:extLst>
            </p:cNvPr>
            <p:cNvPicPr>
              <a:picLocks noChangeAspect="1" noChangeArrowheads="1"/>
            </p:cNvPicPr>
            <p:nvPr/>
          </p:nvPicPr>
          <p:blipFill>
            <a:blip r:embed="rId6" cstate="print">
              <a:extLst>
                <a:ext uri="{28A0092B-C50C-407E-A947-70E740481C1C}">
                  <a14:useLocalDpi xmlns:a14="http://schemas.microsoft.com/office/drawing/2010/main" val="0"/>
                </a:ext>
              </a:extLst>
            </a:blip>
            <a:srcRect/>
            <a:stretch>
              <a:fillRect/>
            </a:stretch>
          </p:blipFill>
          <p:spPr bwMode="auto">
            <a:xfrm>
              <a:off x="424076" y="5935948"/>
              <a:ext cx="894434" cy="312941"/>
            </a:xfrm>
            <a:prstGeom prst="rect">
              <a:avLst/>
            </a:prstGeom>
            <a:noFill/>
            <a:extLst>
              <a:ext uri="{909E8E84-426E-40DD-AFC4-6F175D3DCCD1}">
                <a14:hiddenFill xmlns:a14="http://schemas.microsoft.com/office/drawing/2010/main">
                  <a:solidFill>
                    <a:srgbClr val="FFFFFF"/>
                  </a:solidFill>
                </a14:hiddenFill>
              </a:ext>
            </a:extLst>
          </p:spPr>
        </p:pic>
      </p:grpSp>
    </p:spTree>
    <p:extLst>
      <p:ext uri="{BB962C8B-B14F-4D97-AF65-F5344CB8AC3E}">
        <p14:creationId xmlns:p14="http://schemas.microsoft.com/office/powerpoint/2010/main" val="3921184690"/>
      </p:ext>
    </p:extLst>
  </p:cSld>
  <p:clrMapOvr>
    <a:overrideClrMapping bg1="dk1" tx1="lt1" bg2="dk2" tx2="lt2" accent1="accent1" accent2="accent2" accent3="accent3" accent4="accent4" accent5="accent5" accent6="accent6" hlink="hlink" folHlink="folHlink"/>
  </p:clrMapOvr>
</p:sld>
</file>

<file path=ppt/slides/slide2.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17409" name="Title 1"/>
          <p:cNvSpPr>
            <a:spLocks noGrp="1"/>
          </p:cNvSpPr>
          <p:nvPr>
            <p:ph type="title"/>
          </p:nvPr>
        </p:nvSpPr>
        <p:spPr/>
        <p:txBody>
          <a:bodyPr/>
          <a:lstStyle/>
          <a:p>
            <a:r>
              <a:rPr lang="en-US" dirty="0">
                <a:ea typeface="ＭＳ Ｐゴシック" pitchFamily="34" charset="-128"/>
              </a:rPr>
              <a:t>Probability Theory Recap</a:t>
            </a:r>
          </a:p>
        </p:txBody>
      </p:sp>
      <mc:AlternateContent xmlns:mc="http://schemas.openxmlformats.org/markup-compatibility/2006" xmlns:a14="http://schemas.microsoft.com/office/drawing/2010/main">
        <mc:Choice Requires="a14">
          <p:sp>
            <p:nvSpPr>
              <p:cNvPr id="30722" name="Content Placeholder 2"/>
              <p:cNvSpPr>
                <a:spLocks noGrp="1"/>
              </p:cNvSpPr>
              <p:nvPr>
                <p:ph idx="1"/>
              </p:nvPr>
            </p:nvSpPr>
            <p:spPr>
              <a:xfrm>
                <a:off x="628650" y="1447800"/>
                <a:ext cx="7886700" cy="4800600"/>
              </a:xfrm>
            </p:spPr>
            <p:style>
              <a:lnRef idx="2">
                <a:schemeClr val="accent2"/>
              </a:lnRef>
              <a:fillRef idx="1">
                <a:schemeClr val="lt1"/>
              </a:fillRef>
              <a:effectRef idx="0">
                <a:schemeClr val="accent2"/>
              </a:effectRef>
              <a:fontRef idx="minor">
                <a:schemeClr val="dk1"/>
              </a:fontRef>
            </p:style>
            <p:txBody>
              <a:bodyPr>
                <a:noAutofit/>
              </a:bodyPr>
              <a:lstStyle/>
              <a:p>
                <a:pPr>
                  <a:buFont typeface="Wingdings" charset="0"/>
                  <a:buChar char="§"/>
                  <a:defRPr/>
                </a:pPr>
                <a:r>
                  <a:rPr lang="en-US" sz="1800" dirty="0"/>
                  <a:t>Notation</a:t>
                </a:r>
                <a:r>
                  <a:rPr lang="en-US" sz="1800" b="0" dirty="0"/>
                  <a:t>: 	</a:t>
                </a:r>
                <a:r>
                  <a:rPr lang="en-US" sz="1800" dirty="0"/>
                  <a:t>Prob. of an event </a:t>
                </a:r>
                <a14:m>
                  <m:oMath xmlns:m="http://schemas.openxmlformats.org/officeDocument/2006/math">
                    <m:r>
                      <a:rPr lang="en-US" sz="1800" b="0" i="1" smtClean="0">
                        <a:latin typeface="Cambria Math" panose="02040503050406030204" pitchFamily="18" charset="0"/>
                      </a:rPr>
                      <m:t>𝑃</m:t>
                    </m:r>
                    <m:d>
                      <m:dPr>
                        <m:ctrlPr>
                          <a:rPr lang="en-US" sz="1800" b="0" i="1" smtClean="0">
                            <a:latin typeface="Cambria Math" panose="02040503050406030204" pitchFamily="18" charset="0"/>
                          </a:rPr>
                        </m:ctrlPr>
                      </m:dPr>
                      <m:e>
                        <m:r>
                          <a:rPr lang="en-US" sz="1800" b="0" i="1" smtClean="0">
                            <a:latin typeface="Cambria Math" panose="02040503050406030204" pitchFamily="18" charset="0"/>
                          </a:rPr>
                          <m:t>𝑋</m:t>
                        </m:r>
                        <m:r>
                          <a:rPr lang="en-US" sz="1800" b="0" i="1" smtClean="0">
                            <a:latin typeface="Cambria Math" panose="02040503050406030204" pitchFamily="18" charset="0"/>
                          </a:rPr>
                          <m:t>=</m:t>
                        </m:r>
                        <m:r>
                          <a:rPr lang="en-US" sz="1800" b="0" i="1" smtClean="0">
                            <a:latin typeface="Cambria Math" panose="02040503050406030204" pitchFamily="18" charset="0"/>
                          </a:rPr>
                          <m:t>𝑥</m:t>
                        </m:r>
                      </m:e>
                    </m:d>
                    <m:r>
                      <a:rPr lang="en-US" sz="1800" b="0" i="1" smtClean="0">
                        <a:latin typeface="Cambria Math" panose="02040503050406030204" pitchFamily="18" charset="0"/>
                      </a:rPr>
                      <m:t>=</m:t>
                    </m:r>
                    <m:sSub>
                      <m:sSubPr>
                        <m:ctrlPr>
                          <a:rPr lang="en-US" sz="1800" b="0" i="1" smtClean="0">
                            <a:latin typeface="Cambria Math" panose="02040503050406030204" pitchFamily="18" charset="0"/>
                          </a:rPr>
                        </m:ctrlPr>
                      </m:sSubPr>
                      <m:e>
                        <m:r>
                          <a:rPr lang="en-US" sz="1800" b="0" i="1" smtClean="0">
                            <a:latin typeface="Cambria Math" panose="02040503050406030204" pitchFamily="18" charset="0"/>
                          </a:rPr>
                          <m:t>𝑃</m:t>
                        </m:r>
                      </m:e>
                      <m:sub>
                        <m:r>
                          <a:rPr lang="en-US" sz="1800" b="0" i="1" smtClean="0">
                            <a:latin typeface="Cambria Math" panose="02040503050406030204" pitchFamily="18" charset="0"/>
                          </a:rPr>
                          <m:t>𝑋</m:t>
                        </m:r>
                      </m:sub>
                    </m:sSub>
                    <m:r>
                      <a:rPr lang="en-US" sz="1800" b="0" i="1" smtClean="0">
                        <a:latin typeface="Cambria Math" panose="02040503050406030204" pitchFamily="18" charset="0"/>
                      </a:rPr>
                      <m:t>(</m:t>
                    </m:r>
                    <m:r>
                      <a:rPr lang="en-US" sz="1800" b="0" i="1" smtClean="0">
                        <a:latin typeface="Cambria Math" panose="02040503050406030204" pitchFamily="18" charset="0"/>
                      </a:rPr>
                      <m:t>𝑥</m:t>
                    </m:r>
                    <m:r>
                      <a:rPr lang="en-US" sz="1800" b="0" i="1" smtClean="0">
                        <a:latin typeface="Cambria Math" panose="02040503050406030204" pitchFamily="18" charset="0"/>
                      </a:rPr>
                      <m:t>)= </m:t>
                    </m:r>
                    <m:r>
                      <a:rPr lang="en-US" sz="1800" b="0" i="1" smtClean="0">
                        <a:latin typeface="Cambria Math" panose="02040503050406030204" pitchFamily="18" charset="0"/>
                      </a:rPr>
                      <m:t>𝑃</m:t>
                    </m:r>
                    <m:r>
                      <a:rPr lang="en-US" sz="1800" b="0" i="1" smtClean="0">
                        <a:latin typeface="Cambria Math" panose="02040503050406030204" pitchFamily="18" charset="0"/>
                      </a:rPr>
                      <m:t>(</m:t>
                    </m:r>
                    <m:r>
                      <a:rPr lang="en-US" sz="1800" b="0" i="1" smtClean="0">
                        <a:latin typeface="Cambria Math" panose="02040503050406030204" pitchFamily="18" charset="0"/>
                      </a:rPr>
                      <m:t>𝑥</m:t>
                    </m:r>
                    <m:r>
                      <a:rPr lang="en-US" sz="1800" b="0" i="1" smtClean="0">
                        <a:latin typeface="Cambria Math" panose="02040503050406030204" pitchFamily="18" charset="0"/>
                      </a:rPr>
                      <m:t>)</m:t>
                    </m:r>
                  </m:oMath>
                </a14:m>
                <a:br>
                  <a:rPr lang="en-US" sz="1800" dirty="0"/>
                </a:br>
                <a:r>
                  <a:rPr lang="en-US" sz="1800" dirty="0"/>
                  <a:t>                  	Prob. distribution </a:t>
                </a:r>
                <a14:m>
                  <m:oMath xmlns:m="http://schemas.openxmlformats.org/officeDocument/2006/math">
                    <m:r>
                      <a:rPr lang="en-US" sz="1800" b="1" i="1" smtClean="0">
                        <a:latin typeface="Cambria Math" panose="02040503050406030204" pitchFamily="18" charset="0"/>
                      </a:rPr>
                      <m:t>𝑷</m:t>
                    </m:r>
                    <m:d>
                      <m:dPr>
                        <m:ctrlPr>
                          <a:rPr lang="en-US" sz="1800" b="0" i="1" smtClean="0">
                            <a:latin typeface="Cambria Math" panose="02040503050406030204" pitchFamily="18" charset="0"/>
                          </a:rPr>
                        </m:ctrlPr>
                      </m:dPr>
                      <m:e>
                        <m:r>
                          <a:rPr lang="en-US" sz="1800" b="0" i="1" smtClean="0">
                            <a:latin typeface="Cambria Math" panose="02040503050406030204" pitchFamily="18" charset="0"/>
                          </a:rPr>
                          <m:t>𝑋</m:t>
                        </m:r>
                      </m:e>
                    </m:d>
                    <m:r>
                      <a:rPr lang="en-US" sz="1800" b="0" i="0" smtClean="0">
                        <a:latin typeface="Cambria Math" panose="02040503050406030204" pitchFamily="18" charset="0"/>
                      </a:rPr>
                      <m:t>=</m:t>
                    </m:r>
                    <m:d>
                      <m:dPr>
                        <m:begChr m:val="⟨"/>
                        <m:endChr m:val="⟩"/>
                        <m:ctrlPr>
                          <a:rPr lang="en-US" sz="1800" b="0" i="1" smtClean="0">
                            <a:latin typeface="Cambria Math" panose="02040503050406030204" pitchFamily="18" charset="0"/>
                          </a:rPr>
                        </m:ctrlPr>
                      </m:dPr>
                      <m:e>
                        <m:r>
                          <a:rPr lang="en-US" sz="1800" b="0" i="1" smtClean="0">
                            <a:latin typeface="Cambria Math" panose="02040503050406030204" pitchFamily="18" charset="0"/>
                          </a:rPr>
                          <m:t>𝑃</m:t>
                        </m:r>
                        <m:d>
                          <m:dPr>
                            <m:ctrlPr>
                              <a:rPr lang="en-US" sz="1800" b="0" i="1" smtClean="0">
                                <a:latin typeface="Cambria Math" panose="02040503050406030204" pitchFamily="18" charset="0"/>
                              </a:rPr>
                            </m:ctrlPr>
                          </m:dPr>
                          <m:e>
                            <m:r>
                              <a:rPr lang="en-US" sz="1800" b="0" i="1" smtClean="0">
                                <a:latin typeface="Cambria Math" panose="02040503050406030204" pitchFamily="18" charset="0"/>
                              </a:rPr>
                              <m:t>𝑋</m:t>
                            </m:r>
                            <m:r>
                              <a:rPr lang="en-US" sz="1800" b="0" i="1" smtClean="0">
                                <a:latin typeface="Cambria Math" panose="02040503050406030204" pitchFamily="18" charset="0"/>
                              </a:rPr>
                              <m:t>=</m:t>
                            </m:r>
                            <m:sSub>
                              <m:sSubPr>
                                <m:ctrlPr>
                                  <a:rPr lang="en-US" sz="1800" b="0" i="1" smtClean="0">
                                    <a:latin typeface="Cambria Math" panose="02040503050406030204" pitchFamily="18" charset="0"/>
                                  </a:rPr>
                                </m:ctrlPr>
                              </m:sSubPr>
                              <m:e>
                                <m:r>
                                  <a:rPr lang="en-US" sz="1800" b="0" i="1" smtClean="0">
                                    <a:latin typeface="Cambria Math" panose="02040503050406030204" pitchFamily="18" charset="0"/>
                                  </a:rPr>
                                  <m:t>𝑥</m:t>
                                </m:r>
                              </m:e>
                              <m:sub>
                                <m:r>
                                  <a:rPr lang="en-US" sz="1800" b="0" i="1" smtClean="0">
                                    <a:latin typeface="Cambria Math" panose="02040503050406030204" pitchFamily="18" charset="0"/>
                                  </a:rPr>
                                  <m:t>1</m:t>
                                </m:r>
                              </m:sub>
                            </m:sSub>
                          </m:e>
                        </m:d>
                        <m:r>
                          <a:rPr lang="en-US" sz="1800" b="0" i="1" smtClean="0">
                            <a:latin typeface="Cambria Math" panose="02040503050406030204" pitchFamily="18" charset="0"/>
                          </a:rPr>
                          <m:t>, </m:t>
                        </m:r>
                        <m:r>
                          <a:rPr lang="en-US" sz="1800" b="0" i="1" smtClean="0">
                            <a:latin typeface="Cambria Math" panose="02040503050406030204" pitchFamily="18" charset="0"/>
                          </a:rPr>
                          <m:t>𝑃</m:t>
                        </m:r>
                        <m:d>
                          <m:dPr>
                            <m:ctrlPr>
                              <a:rPr lang="en-US" sz="1800" b="0" i="1" smtClean="0">
                                <a:latin typeface="Cambria Math" panose="02040503050406030204" pitchFamily="18" charset="0"/>
                              </a:rPr>
                            </m:ctrlPr>
                          </m:dPr>
                          <m:e>
                            <m:r>
                              <a:rPr lang="en-US" sz="1800" b="0" i="1" smtClean="0">
                                <a:latin typeface="Cambria Math" panose="02040503050406030204" pitchFamily="18" charset="0"/>
                              </a:rPr>
                              <m:t>𝑋</m:t>
                            </m:r>
                            <m:r>
                              <a:rPr lang="en-US" sz="1800" b="0" i="1" smtClean="0">
                                <a:latin typeface="Cambria Math" panose="02040503050406030204" pitchFamily="18" charset="0"/>
                              </a:rPr>
                              <m:t>=</m:t>
                            </m:r>
                            <m:sSub>
                              <m:sSubPr>
                                <m:ctrlPr>
                                  <a:rPr lang="en-US" sz="1800" b="0" i="1" smtClean="0">
                                    <a:latin typeface="Cambria Math" panose="02040503050406030204" pitchFamily="18" charset="0"/>
                                  </a:rPr>
                                </m:ctrlPr>
                              </m:sSubPr>
                              <m:e>
                                <m:r>
                                  <a:rPr lang="en-US" sz="1800" b="0" i="1" smtClean="0">
                                    <a:latin typeface="Cambria Math" panose="02040503050406030204" pitchFamily="18" charset="0"/>
                                  </a:rPr>
                                  <m:t>𝑥</m:t>
                                </m:r>
                              </m:e>
                              <m:sub>
                                <m:r>
                                  <a:rPr lang="en-US" sz="1800" b="0" i="1" smtClean="0">
                                    <a:latin typeface="Cambria Math" panose="02040503050406030204" pitchFamily="18" charset="0"/>
                                  </a:rPr>
                                  <m:t>2</m:t>
                                </m:r>
                              </m:sub>
                            </m:sSub>
                          </m:e>
                        </m:d>
                        <m:r>
                          <a:rPr lang="en-US" sz="1800" b="0" i="1" smtClean="0">
                            <a:latin typeface="Cambria Math" panose="02040503050406030204" pitchFamily="18" charset="0"/>
                          </a:rPr>
                          <m:t>, …, </m:t>
                        </m:r>
                        <m:r>
                          <a:rPr lang="en-US" sz="1800" b="0" i="1" smtClean="0">
                            <a:latin typeface="Cambria Math" panose="02040503050406030204" pitchFamily="18" charset="0"/>
                          </a:rPr>
                          <m:t>𝑃</m:t>
                        </m:r>
                        <m:d>
                          <m:dPr>
                            <m:ctrlPr>
                              <a:rPr lang="en-US" sz="1800" b="0" i="1" smtClean="0">
                                <a:latin typeface="Cambria Math" panose="02040503050406030204" pitchFamily="18" charset="0"/>
                              </a:rPr>
                            </m:ctrlPr>
                          </m:dPr>
                          <m:e>
                            <m:r>
                              <a:rPr lang="en-US" sz="1800" b="0" i="1" smtClean="0">
                                <a:latin typeface="Cambria Math" panose="02040503050406030204" pitchFamily="18" charset="0"/>
                              </a:rPr>
                              <m:t>𝑋</m:t>
                            </m:r>
                            <m:r>
                              <a:rPr lang="en-US" sz="1800" b="0" i="1" smtClean="0">
                                <a:latin typeface="Cambria Math" panose="02040503050406030204" pitchFamily="18" charset="0"/>
                              </a:rPr>
                              <m:t>=</m:t>
                            </m:r>
                            <m:sSub>
                              <m:sSubPr>
                                <m:ctrlPr>
                                  <a:rPr lang="en-US" sz="1800" b="0" i="1" smtClean="0">
                                    <a:latin typeface="Cambria Math" panose="02040503050406030204" pitchFamily="18" charset="0"/>
                                  </a:rPr>
                                </m:ctrlPr>
                              </m:sSubPr>
                              <m:e>
                                <m:r>
                                  <a:rPr lang="en-US" sz="1800" b="0" i="1" smtClean="0">
                                    <a:latin typeface="Cambria Math" panose="02040503050406030204" pitchFamily="18" charset="0"/>
                                  </a:rPr>
                                  <m:t>𝑥</m:t>
                                </m:r>
                              </m:e>
                              <m:sub>
                                <m:r>
                                  <a:rPr lang="en-US" sz="1800" b="0" i="1" smtClean="0">
                                    <a:latin typeface="Cambria Math" panose="02040503050406030204" pitchFamily="18" charset="0"/>
                                  </a:rPr>
                                  <m:t>𝑛</m:t>
                                </m:r>
                              </m:sub>
                            </m:sSub>
                          </m:e>
                        </m:d>
                      </m:e>
                    </m:d>
                  </m:oMath>
                </a14:m>
                <a:endParaRPr lang="en-US" sz="1800" dirty="0"/>
              </a:p>
              <a:p>
                <a:pPr>
                  <a:buFont typeface="Wingdings" charset="0"/>
                  <a:buChar char="§"/>
                  <a:defRPr/>
                </a:pPr>
                <a:endParaRPr lang="en-US" sz="1800" dirty="0"/>
              </a:p>
              <a:p>
                <a:pPr>
                  <a:buFont typeface="Wingdings" charset="0"/>
                  <a:buChar char="§"/>
                  <a:defRPr/>
                </a:pPr>
                <a:r>
                  <a:rPr lang="en-US" sz="1800" dirty="0"/>
                  <a:t>Product rule		 </a:t>
                </a:r>
                <a14:m>
                  <m:oMath xmlns:m="http://schemas.openxmlformats.org/officeDocument/2006/math">
                    <m:r>
                      <a:rPr lang="en-US" sz="1800" b="0" i="1" smtClean="0">
                        <a:latin typeface="Cambria Math" panose="02040503050406030204" pitchFamily="18" charset="0"/>
                      </a:rPr>
                      <m:t>𝑃</m:t>
                    </m:r>
                    <m:d>
                      <m:dPr>
                        <m:ctrlPr>
                          <a:rPr lang="en-US" sz="1800" b="0" i="1" smtClean="0">
                            <a:latin typeface="Cambria Math" panose="02040503050406030204" pitchFamily="18" charset="0"/>
                          </a:rPr>
                        </m:ctrlPr>
                      </m:dPr>
                      <m:e>
                        <m:r>
                          <a:rPr lang="en-US" sz="1800" b="0" i="1" smtClean="0">
                            <a:latin typeface="Cambria Math" panose="02040503050406030204" pitchFamily="18" charset="0"/>
                          </a:rPr>
                          <m:t>𝑥</m:t>
                        </m:r>
                        <m:r>
                          <a:rPr lang="en-US" sz="1800" b="0" i="1" smtClean="0">
                            <a:latin typeface="Cambria Math" panose="02040503050406030204" pitchFamily="18" charset="0"/>
                          </a:rPr>
                          <m:t>,</m:t>
                        </m:r>
                        <m:r>
                          <a:rPr lang="en-US" sz="1800" b="0" i="1" smtClean="0">
                            <a:latin typeface="Cambria Math" panose="02040503050406030204" pitchFamily="18" charset="0"/>
                          </a:rPr>
                          <m:t>𝑦</m:t>
                        </m:r>
                      </m:e>
                    </m:d>
                    <m:r>
                      <a:rPr lang="en-US" sz="1800" b="0" i="1" smtClean="0">
                        <a:latin typeface="Cambria Math" panose="02040503050406030204" pitchFamily="18" charset="0"/>
                      </a:rPr>
                      <m:t>=</m:t>
                    </m:r>
                    <m:r>
                      <a:rPr lang="en-US" sz="1800" b="0" i="1" smtClean="0">
                        <a:latin typeface="Cambria Math" panose="02040503050406030204" pitchFamily="18" charset="0"/>
                      </a:rPr>
                      <m:t>𝑃</m:t>
                    </m:r>
                    <m:d>
                      <m:dPr>
                        <m:ctrlPr>
                          <a:rPr lang="en-US" sz="1800" b="0" i="1" smtClean="0">
                            <a:latin typeface="Cambria Math" panose="02040503050406030204" pitchFamily="18" charset="0"/>
                          </a:rPr>
                        </m:ctrlPr>
                      </m:dPr>
                      <m:e>
                        <m:r>
                          <a:rPr lang="en-US" sz="1800" b="0" i="1" smtClean="0">
                            <a:latin typeface="Cambria Math" panose="02040503050406030204" pitchFamily="18" charset="0"/>
                          </a:rPr>
                          <m:t>𝑥</m:t>
                        </m:r>
                      </m:e>
                      <m:e>
                        <m:r>
                          <a:rPr lang="en-US" sz="1800" b="0" i="1" smtClean="0">
                            <a:latin typeface="Cambria Math" panose="02040503050406030204" pitchFamily="18" charset="0"/>
                          </a:rPr>
                          <m:t>𝑦</m:t>
                        </m:r>
                      </m:e>
                    </m:d>
                    <m:r>
                      <a:rPr lang="en-US" sz="1800" b="0" i="1" smtClean="0">
                        <a:latin typeface="Cambria Math" panose="02040503050406030204" pitchFamily="18" charset="0"/>
                      </a:rPr>
                      <m:t>𝑃</m:t>
                    </m:r>
                    <m:r>
                      <a:rPr lang="en-US" sz="1800" b="0" i="1" smtClean="0">
                        <a:latin typeface="Cambria Math" panose="02040503050406030204" pitchFamily="18" charset="0"/>
                      </a:rPr>
                      <m:t>(</m:t>
                    </m:r>
                    <m:r>
                      <a:rPr lang="en-US" sz="1800" b="0" i="1" smtClean="0">
                        <a:latin typeface="Cambria Math" panose="02040503050406030204" pitchFamily="18" charset="0"/>
                      </a:rPr>
                      <m:t>𝑦</m:t>
                    </m:r>
                    <m:r>
                      <a:rPr lang="en-US" sz="1800" b="0" i="1" smtClean="0">
                        <a:latin typeface="Cambria Math" panose="02040503050406030204" pitchFamily="18" charset="0"/>
                      </a:rPr>
                      <m:t>)</m:t>
                    </m:r>
                  </m:oMath>
                </a14:m>
                <a:endParaRPr lang="en-US" sz="1800" dirty="0"/>
              </a:p>
              <a:p>
                <a:pPr>
                  <a:buFont typeface="Wingdings" charset="0"/>
                  <a:buChar char="§"/>
                  <a:defRPr/>
                </a:pPr>
                <a:r>
                  <a:rPr lang="en-US" sz="1800" dirty="0"/>
                  <a:t>Chain rule		</a:t>
                </a:r>
                <a:r>
                  <a:rPr lang="en-US" sz="1800" b="1" dirty="0"/>
                  <a:t> </a:t>
                </a:r>
                <a14:m>
                  <m:oMath xmlns:m="http://schemas.openxmlformats.org/officeDocument/2006/math">
                    <m:r>
                      <a:rPr lang="en-US" sz="1800" b="1" i="1" smtClean="0">
                        <a:latin typeface="Cambria Math" panose="02040503050406030204" pitchFamily="18" charset="0"/>
                      </a:rPr>
                      <m:t>𝑷</m:t>
                    </m:r>
                    <m:d>
                      <m:dPr>
                        <m:ctrlPr>
                          <a:rPr lang="en-US" sz="1800" b="0" i="1" smtClean="0">
                            <a:latin typeface="Cambria Math" panose="02040503050406030204" pitchFamily="18" charset="0"/>
                          </a:rPr>
                        </m:ctrlPr>
                      </m:dPr>
                      <m:e>
                        <m:sSub>
                          <m:sSubPr>
                            <m:ctrlPr>
                              <a:rPr lang="en-US" sz="1800" b="0" i="1" smtClean="0">
                                <a:latin typeface="Cambria Math" panose="02040503050406030204" pitchFamily="18" charset="0"/>
                              </a:rPr>
                            </m:ctrlPr>
                          </m:sSubPr>
                          <m:e>
                            <m:r>
                              <m:rPr>
                                <m:sty m:val="p"/>
                              </m:rPr>
                              <a:rPr lang="en-US" sz="1800" b="0" i="0" smtClean="0">
                                <a:latin typeface="Cambria Math" panose="02040503050406030204" pitchFamily="18" charset="0"/>
                              </a:rPr>
                              <m:t>X</m:t>
                            </m:r>
                          </m:e>
                          <m:sub>
                            <m:r>
                              <a:rPr lang="en-US" sz="1800" b="0" i="0" smtClean="0">
                                <a:latin typeface="Cambria Math" panose="02040503050406030204" pitchFamily="18" charset="0"/>
                              </a:rPr>
                              <m:t>1</m:t>
                            </m:r>
                          </m:sub>
                        </m:sSub>
                        <m:r>
                          <a:rPr lang="en-US" sz="1800" b="0" i="0" smtClean="0">
                            <a:latin typeface="Cambria Math" panose="02040503050406030204" pitchFamily="18" charset="0"/>
                          </a:rPr>
                          <m:t>,</m:t>
                        </m:r>
                        <m:sSub>
                          <m:sSubPr>
                            <m:ctrlPr>
                              <a:rPr lang="en-US" sz="1800" b="0" i="1" smtClean="0">
                                <a:latin typeface="Cambria Math" panose="02040503050406030204" pitchFamily="18" charset="0"/>
                              </a:rPr>
                            </m:ctrlPr>
                          </m:sSubPr>
                          <m:e>
                            <m:r>
                              <m:rPr>
                                <m:sty m:val="p"/>
                              </m:rPr>
                              <a:rPr lang="en-US" sz="1800" b="0" i="0" smtClean="0">
                                <a:latin typeface="Cambria Math" panose="02040503050406030204" pitchFamily="18" charset="0"/>
                              </a:rPr>
                              <m:t>X</m:t>
                            </m:r>
                          </m:e>
                          <m:sub>
                            <m:r>
                              <a:rPr lang="en-US" sz="1800" b="0" i="0" smtClean="0">
                                <a:latin typeface="Cambria Math" panose="02040503050406030204" pitchFamily="18" charset="0"/>
                              </a:rPr>
                              <m:t>2</m:t>
                            </m:r>
                          </m:sub>
                        </m:sSub>
                        <m:r>
                          <a:rPr lang="en-US" sz="1800" b="0" i="0" smtClean="0">
                            <a:latin typeface="Cambria Math" panose="02040503050406030204" pitchFamily="18" charset="0"/>
                          </a:rPr>
                          <m:t>,…,</m:t>
                        </m:r>
                        <m:sSub>
                          <m:sSubPr>
                            <m:ctrlPr>
                              <a:rPr lang="en-US" sz="1800" b="0" i="1" smtClean="0">
                                <a:latin typeface="Cambria Math" panose="02040503050406030204" pitchFamily="18" charset="0"/>
                              </a:rPr>
                            </m:ctrlPr>
                          </m:sSubPr>
                          <m:e>
                            <m:r>
                              <m:rPr>
                                <m:sty m:val="p"/>
                              </m:rPr>
                              <a:rPr lang="en-US" sz="1800" b="0" i="0" smtClean="0">
                                <a:latin typeface="Cambria Math" panose="02040503050406030204" pitchFamily="18" charset="0"/>
                              </a:rPr>
                              <m:t>X</m:t>
                            </m:r>
                          </m:e>
                          <m:sub>
                            <m:r>
                              <m:rPr>
                                <m:sty m:val="p"/>
                              </m:rPr>
                              <a:rPr lang="en-US" sz="1800" b="0" i="0" smtClean="0">
                                <a:latin typeface="Cambria Math" panose="02040503050406030204" pitchFamily="18" charset="0"/>
                              </a:rPr>
                              <m:t>n</m:t>
                            </m:r>
                          </m:sub>
                        </m:sSub>
                      </m:e>
                    </m:d>
                    <m:r>
                      <a:rPr lang="en-US" sz="1800" b="0" i="0" smtClean="0">
                        <a:latin typeface="Cambria Math" panose="02040503050406030204" pitchFamily="18" charset="0"/>
                      </a:rPr>
                      <m:t>=</m:t>
                    </m:r>
                    <m:r>
                      <a:rPr lang="en-US" sz="1800" b="1" i="0" smtClean="0">
                        <a:latin typeface="Cambria Math" panose="02040503050406030204" pitchFamily="18" charset="0"/>
                      </a:rPr>
                      <m:t>𝐏</m:t>
                    </m:r>
                    <m:d>
                      <m:dPr>
                        <m:ctrlPr>
                          <a:rPr lang="en-US" sz="1800" b="0" i="1" smtClean="0">
                            <a:latin typeface="Cambria Math" panose="02040503050406030204" pitchFamily="18" charset="0"/>
                          </a:rPr>
                        </m:ctrlPr>
                      </m:dPr>
                      <m:e>
                        <m:sSub>
                          <m:sSubPr>
                            <m:ctrlPr>
                              <a:rPr lang="en-US" sz="1800" b="0" i="1" smtClean="0">
                                <a:latin typeface="Cambria Math" panose="02040503050406030204" pitchFamily="18" charset="0"/>
                              </a:rPr>
                            </m:ctrlPr>
                          </m:sSubPr>
                          <m:e>
                            <m:r>
                              <m:rPr>
                                <m:sty m:val="p"/>
                              </m:rPr>
                              <a:rPr lang="en-US" sz="1800" b="0" i="0" smtClean="0">
                                <a:latin typeface="Cambria Math" panose="02040503050406030204" pitchFamily="18" charset="0"/>
                              </a:rPr>
                              <m:t>X</m:t>
                            </m:r>
                          </m:e>
                          <m:sub>
                            <m:r>
                              <a:rPr lang="en-US" sz="1800" b="0" i="0" smtClean="0">
                                <a:latin typeface="Cambria Math" panose="02040503050406030204" pitchFamily="18" charset="0"/>
                              </a:rPr>
                              <m:t>1</m:t>
                            </m:r>
                          </m:sub>
                        </m:sSub>
                      </m:e>
                    </m:d>
                    <m:r>
                      <a:rPr lang="en-US" sz="1800" b="1" i="0" smtClean="0">
                        <a:latin typeface="Cambria Math" panose="02040503050406030204" pitchFamily="18" charset="0"/>
                      </a:rPr>
                      <m:t>𝐏</m:t>
                    </m:r>
                    <m:d>
                      <m:dPr>
                        <m:ctrlPr>
                          <a:rPr lang="en-US" sz="1800" b="0" i="1" smtClean="0">
                            <a:latin typeface="Cambria Math" panose="02040503050406030204" pitchFamily="18" charset="0"/>
                          </a:rPr>
                        </m:ctrlPr>
                      </m:dPr>
                      <m:e>
                        <m:sSub>
                          <m:sSubPr>
                            <m:ctrlPr>
                              <a:rPr lang="en-US" sz="1800" b="0" i="1" smtClean="0">
                                <a:latin typeface="Cambria Math" panose="02040503050406030204" pitchFamily="18" charset="0"/>
                              </a:rPr>
                            </m:ctrlPr>
                          </m:sSubPr>
                          <m:e>
                            <m:r>
                              <m:rPr>
                                <m:sty m:val="p"/>
                              </m:rPr>
                              <a:rPr lang="en-US" sz="1800" b="0" i="0" smtClean="0">
                                <a:latin typeface="Cambria Math" panose="02040503050406030204" pitchFamily="18" charset="0"/>
                              </a:rPr>
                              <m:t>X</m:t>
                            </m:r>
                          </m:e>
                          <m:sub>
                            <m:r>
                              <a:rPr lang="en-US" sz="1800" b="0" i="0" smtClean="0">
                                <a:latin typeface="Cambria Math" panose="02040503050406030204" pitchFamily="18" charset="0"/>
                              </a:rPr>
                              <m:t>2</m:t>
                            </m:r>
                          </m:sub>
                        </m:sSub>
                      </m:e>
                      <m:e>
                        <m:sSub>
                          <m:sSubPr>
                            <m:ctrlPr>
                              <a:rPr lang="en-US" sz="1800" b="0" i="1" smtClean="0">
                                <a:latin typeface="Cambria Math" panose="02040503050406030204" pitchFamily="18" charset="0"/>
                              </a:rPr>
                            </m:ctrlPr>
                          </m:sSubPr>
                          <m:e>
                            <m:r>
                              <m:rPr>
                                <m:sty m:val="p"/>
                              </m:rPr>
                              <a:rPr lang="en-US" sz="1800" b="0" i="0" smtClean="0">
                                <a:latin typeface="Cambria Math" panose="02040503050406030204" pitchFamily="18" charset="0"/>
                              </a:rPr>
                              <m:t>X</m:t>
                            </m:r>
                          </m:e>
                          <m:sub>
                            <m:r>
                              <a:rPr lang="en-US" sz="1800" b="0" i="0" smtClean="0">
                                <a:latin typeface="Cambria Math" panose="02040503050406030204" pitchFamily="18" charset="0"/>
                              </a:rPr>
                              <m:t>1</m:t>
                            </m:r>
                          </m:sub>
                        </m:sSub>
                      </m:e>
                    </m:d>
                    <m:r>
                      <a:rPr lang="en-US" sz="1800" b="1" i="0" smtClean="0">
                        <a:latin typeface="Cambria Math" panose="02040503050406030204" pitchFamily="18" charset="0"/>
                      </a:rPr>
                      <m:t>𝐏</m:t>
                    </m:r>
                    <m:d>
                      <m:dPr>
                        <m:ctrlPr>
                          <a:rPr lang="en-US" sz="1800" b="0" i="1" smtClean="0">
                            <a:latin typeface="Cambria Math" panose="02040503050406030204" pitchFamily="18" charset="0"/>
                          </a:rPr>
                        </m:ctrlPr>
                      </m:dPr>
                      <m:e>
                        <m:sSub>
                          <m:sSubPr>
                            <m:ctrlPr>
                              <a:rPr lang="en-US" sz="1800" b="0" i="1" smtClean="0">
                                <a:latin typeface="Cambria Math" panose="02040503050406030204" pitchFamily="18" charset="0"/>
                              </a:rPr>
                            </m:ctrlPr>
                          </m:sSubPr>
                          <m:e>
                            <m:r>
                              <m:rPr>
                                <m:sty m:val="p"/>
                              </m:rPr>
                              <a:rPr lang="en-US" sz="1800" b="0" i="0" smtClean="0">
                                <a:latin typeface="Cambria Math" panose="02040503050406030204" pitchFamily="18" charset="0"/>
                              </a:rPr>
                              <m:t>X</m:t>
                            </m:r>
                          </m:e>
                          <m:sub>
                            <m:r>
                              <a:rPr lang="en-US" sz="1800" b="0" i="0" smtClean="0">
                                <a:latin typeface="Cambria Math" panose="02040503050406030204" pitchFamily="18" charset="0"/>
                              </a:rPr>
                              <m:t>3</m:t>
                            </m:r>
                          </m:sub>
                        </m:sSub>
                      </m:e>
                      <m:e>
                        <m:sSub>
                          <m:sSubPr>
                            <m:ctrlPr>
                              <a:rPr lang="en-US" sz="1800" b="0" i="1" smtClean="0">
                                <a:latin typeface="Cambria Math" panose="02040503050406030204" pitchFamily="18" charset="0"/>
                              </a:rPr>
                            </m:ctrlPr>
                          </m:sSubPr>
                          <m:e>
                            <m:r>
                              <m:rPr>
                                <m:sty m:val="p"/>
                              </m:rPr>
                              <a:rPr lang="en-US" sz="1800" b="0" i="0" smtClean="0">
                                <a:latin typeface="Cambria Math" panose="02040503050406030204" pitchFamily="18" charset="0"/>
                              </a:rPr>
                              <m:t>X</m:t>
                            </m:r>
                          </m:e>
                          <m:sub>
                            <m:r>
                              <a:rPr lang="en-US" sz="1800" b="0" i="0" smtClean="0">
                                <a:latin typeface="Cambria Math" panose="02040503050406030204" pitchFamily="18" charset="0"/>
                              </a:rPr>
                              <m:t>1</m:t>
                            </m:r>
                          </m:sub>
                        </m:sSub>
                        <m:r>
                          <a:rPr lang="en-US" sz="1800" b="0" i="0" smtClean="0">
                            <a:latin typeface="Cambria Math" panose="02040503050406030204" pitchFamily="18" charset="0"/>
                          </a:rPr>
                          <m:t>,</m:t>
                        </m:r>
                        <m:sSub>
                          <m:sSubPr>
                            <m:ctrlPr>
                              <a:rPr lang="en-US" sz="1800" b="0" i="1" smtClean="0">
                                <a:latin typeface="Cambria Math" panose="02040503050406030204" pitchFamily="18" charset="0"/>
                              </a:rPr>
                            </m:ctrlPr>
                          </m:sSubPr>
                          <m:e>
                            <m:r>
                              <m:rPr>
                                <m:sty m:val="p"/>
                              </m:rPr>
                              <a:rPr lang="en-US" sz="1800" b="0" i="0" smtClean="0">
                                <a:latin typeface="Cambria Math" panose="02040503050406030204" pitchFamily="18" charset="0"/>
                              </a:rPr>
                              <m:t>X</m:t>
                            </m:r>
                          </m:e>
                          <m:sub>
                            <m:r>
                              <a:rPr lang="en-US" sz="1800" b="0" i="0" smtClean="0">
                                <a:latin typeface="Cambria Math" panose="02040503050406030204" pitchFamily="18" charset="0"/>
                              </a:rPr>
                              <m:t>2</m:t>
                            </m:r>
                          </m:sub>
                        </m:sSub>
                      </m:e>
                    </m:d>
                    <m:r>
                      <a:rPr lang="en-US" sz="1800" b="0" i="0" smtClean="0">
                        <a:latin typeface="Cambria Math" panose="02040503050406030204" pitchFamily="18" charset="0"/>
                      </a:rPr>
                      <m:t>…</m:t>
                    </m:r>
                  </m:oMath>
                </a14:m>
                <a:br>
                  <a:rPr lang="en-US" sz="1800" b="0" i="0" dirty="0">
                    <a:latin typeface="Cambria Math" panose="02040503050406030204" pitchFamily="18" charset="0"/>
                  </a:rPr>
                </a:br>
                <a:r>
                  <a:rPr lang="en-US" sz="1800" b="0" i="0" dirty="0">
                    <a:latin typeface="Cambria Math" panose="02040503050406030204" pitchFamily="18" charset="0"/>
                  </a:rPr>
                  <a:t>				     	         </a:t>
                </a:r>
                <a14:m>
                  <m:oMath xmlns:m="http://schemas.openxmlformats.org/officeDocument/2006/math">
                    <m:r>
                      <a:rPr lang="en-US" sz="1800" b="0" i="0" smtClean="0">
                        <a:latin typeface="Cambria Math" panose="02040503050406030204" pitchFamily="18" charset="0"/>
                      </a:rPr>
                      <m:t>=</m:t>
                    </m:r>
                    <m:nary>
                      <m:naryPr>
                        <m:chr m:val="∏"/>
                        <m:ctrlPr>
                          <a:rPr lang="en-US" sz="1800" b="0" i="1" smtClean="0">
                            <a:latin typeface="Cambria Math" panose="02040503050406030204" pitchFamily="18" charset="0"/>
                          </a:rPr>
                        </m:ctrlPr>
                      </m:naryPr>
                      <m:sub>
                        <m:r>
                          <m:rPr>
                            <m:brk m:alnAt="23"/>
                          </m:rPr>
                          <a:rPr lang="en-US" sz="1800" b="0" i="1" smtClean="0">
                            <a:latin typeface="Cambria Math" panose="02040503050406030204" pitchFamily="18" charset="0"/>
                          </a:rPr>
                          <m:t>𝑖</m:t>
                        </m:r>
                        <m:r>
                          <a:rPr lang="en-US" sz="1800" b="0" i="1" smtClean="0">
                            <a:latin typeface="Cambria Math" panose="02040503050406030204" pitchFamily="18" charset="0"/>
                          </a:rPr>
                          <m:t>=1</m:t>
                        </m:r>
                      </m:sub>
                      <m:sup>
                        <m:r>
                          <a:rPr lang="en-US" sz="1800" b="0" i="1" smtClean="0">
                            <a:latin typeface="Cambria Math" panose="02040503050406030204" pitchFamily="18" charset="0"/>
                          </a:rPr>
                          <m:t>𝑛</m:t>
                        </m:r>
                      </m:sup>
                      <m:e>
                        <m:r>
                          <a:rPr lang="en-US" sz="1800" b="1" i="1" smtClean="0">
                            <a:latin typeface="Cambria Math" panose="02040503050406030204" pitchFamily="18" charset="0"/>
                          </a:rPr>
                          <m:t>𝑷</m:t>
                        </m:r>
                        <m:r>
                          <a:rPr lang="en-US" sz="1800" b="0" i="1" smtClean="0">
                            <a:latin typeface="Cambria Math" panose="02040503050406030204" pitchFamily="18" charset="0"/>
                          </a:rPr>
                          <m:t>(</m:t>
                        </m:r>
                        <m:r>
                          <a:rPr lang="en-US" sz="1800" b="0" i="1" smtClean="0">
                            <a:latin typeface="Cambria Math" panose="02040503050406030204" pitchFamily="18" charset="0"/>
                          </a:rPr>
                          <m:t>𝑋</m:t>
                        </m:r>
                        <m:r>
                          <a:rPr lang="en-US" sz="1800" b="0" i="1" smtClean="0">
                            <a:latin typeface="Cambria Math" panose="02040503050406030204" pitchFamily="18" charset="0"/>
                          </a:rPr>
                          <m:t>_</m:t>
                        </m:r>
                        <m:r>
                          <a:rPr lang="en-US" sz="1800" b="0" i="1" smtClean="0">
                            <a:latin typeface="Cambria Math" panose="02040503050406030204" pitchFamily="18" charset="0"/>
                          </a:rPr>
                          <m:t>𝑖</m:t>
                        </m:r>
                        <m:r>
                          <a:rPr lang="en-US" sz="1800" b="0" i="1" smtClean="0">
                            <a:latin typeface="Cambria Math" panose="02040503050406030204" pitchFamily="18" charset="0"/>
                          </a:rPr>
                          <m:t>|</m:t>
                        </m:r>
                        <m:sSub>
                          <m:sSubPr>
                            <m:ctrlPr>
                              <a:rPr lang="en-US" sz="1800" b="0" i="1" smtClean="0">
                                <a:latin typeface="Cambria Math" panose="02040503050406030204" pitchFamily="18" charset="0"/>
                              </a:rPr>
                            </m:ctrlPr>
                          </m:sSubPr>
                          <m:e>
                            <m:r>
                              <a:rPr lang="en-US" sz="1800" b="0" i="1" smtClean="0">
                                <a:latin typeface="Cambria Math" panose="02040503050406030204" pitchFamily="18" charset="0"/>
                              </a:rPr>
                              <m:t>𝑋</m:t>
                            </m:r>
                          </m:e>
                          <m:sub>
                            <m:r>
                              <a:rPr lang="en-US" sz="1800" b="0" i="1" smtClean="0">
                                <a:latin typeface="Cambria Math" panose="02040503050406030204" pitchFamily="18" charset="0"/>
                              </a:rPr>
                              <m:t>1</m:t>
                            </m:r>
                          </m:sub>
                        </m:sSub>
                        <m:r>
                          <a:rPr lang="en-US" sz="1800" b="0" i="1" smtClean="0">
                            <a:latin typeface="Cambria Math" panose="02040503050406030204" pitchFamily="18" charset="0"/>
                          </a:rPr>
                          <m:t>,…,</m:t>
                        </m:r>
                        <m:sSub>
                          <m:sSubPr>
                            <m:ctrlPr>
                              <a:rPr lang="en-US" sz="1800" b="0" i="1" smtClean="0">
                                <a:latin typeface="Cambria Math" panose="02040503050406030204" pitchFamily="18" charset="0"/>
                              </a:rPr>
                            </m:ctrlPr>
                          </m:sSubPr>
                          <m:e>
                            <m:r>
                              <a:rPr lang="en-US" sz="1800" b="0" i="1" smtClean="0">
                                <a:latin typeface="Cambria Math" panose="02040503050406030204" pitchFamily="18" charset="0"/>
                              </a:rPr>
                              <m:t>𝑋</m:t>
                            </m:r>
                          </m:e>
                          <m:sub>
                            <m:r>
                              <a:rPr lang="en-US" sz="1800" b="0" i="1" smtClean="0">
                                <a:latin typeface="Cambria Math" panose="02040503050406030204" pitchFamily="18" charset="0"/>
                              </a:rPr>
                              <m:t>𝑖</m:t>
                            </m:r>
                            <m:r>
                              <a:rPr lang="en-US" sz="1800" b="0" i="1" smtClean="0">
                                <a:latin typeface="Cambria Math" panose="02040503050406030204" pitchFamily="18" charset="0"/>
                              </a:rPr>
                              <m:t>−1</m:t>
                            </m:r>
                          </m:sub>
                        </m:sSub>
                        <m:r>
                          <a:rPr lang="en-US" sz="1800" b="0" i="1" smtClean="0">
                            <a:latin typeface="Cambria Math" panose="02040503050406030204" pitchFamily="18" charset="0"/>
                          </a:rPr>
                          <m:t>)</m:t>
                        </m:r>
                      </m:e>
                    </m:nary>
                  </m:oMath>
                </a14:m>
                <a:r>
                  <a:rPr lang="en-US" sz="1800" b="0" dirty="0"/>
                  <a:t> </a:t>
                </a:r>
              </a:p>
              <a:p>
                <a:pPr>
                  <a:buFont typeface="Wingdings" charset="0"/>
                  <a:buChar char="§"/>
                  <a:defRPr/>
                </a:pPr>
                <a:r>
                  <a:rPr lang="en-US" sz="1800" dirty="0"/>
                  <a:t>Conditional probability	 </a:t>
                </a:r>
                <a14:m>
                  <m:oMath xmlns:m="http://schemas.openxmlformats.org/officeDocument/2006/math">
                    <m:r>
                      <a:rPr lang="en-US" sz="1800" b="0" i="1" smtClean="0">
                        <a:latin typeface="Cambria Math" panose="02040503050406030204" pitchFamily="18" charset="0"/>
                      </a:rPr>
                      <m:t>𝑃</m:t>
                    </m:r>
                    <m:d>
                      <m:dPr>
                        <m:ctrlPr>
                          <a:rPr lang="en-US" sz="1800" b="0" i="1" smtClean="0">
                            <a:latin typeface="Cambria Math" panose="02040503050406030204" pitchFamily="18" charset="0"/>
                          </a:rPr>
                        </m:ctrlPr>
                      </m:dPr>
                      <m:e>
                        <m:r>
                          <a:rPr lang="en-US" sz="1800" b="0" i="1" smtClean="0">
                            <a:latin typeface="Cambria Math" panose="02040503050406030204" pitchFamily="18" charset="0"/>
                          </a:rPr>
                          <m:t>𝑥</m:t>
                        </m:r>
                      </m:e>
                      <m:e>
                        <m:r>
                          <a:rPr lang="en-US" sz="1800" b="0" i="1" smtClean="0">
                            <a:latin typeface="Cambria Math" panose="02040503050406030204" pitchFamily="18" charset="0"/>
                          </a:rPr>
                          <m:t>𝑦</m:t>
                        </m:r>
                      </m:e>
                    </m:d>
                    <m:r>
                      <a:rPr lang="en-US" sz="1800" b="0" i="1" smtClean="0">
                        <a:latin typeface="Cambria Math" panose="02040503050406030204" pitchFamily="18" charset="0"/>
                      </a:rPr>
                      <m:t>= </m:t>
                    </m:r>
                    <m:f>
                      <m:fPr>
                        <m:ctrlPr>
                          <a:rPr lang="en-US" sz="1800" b="0" i="1" smtClean="0">
                            <a:latin typeface="Cambria Math" panose="02040503050406030204" pitchFamily="18" charset="0"/>
                          </a:rPr>
                        </m:ctrlPr>
                      </m:fPr>
                      <m:num>
                        <m:r>
                          <a:rPr lang="en-US" sz="1800" b="0" i="1" smtClean="0">
                            <a:latin typeface="Cambria Math" panose="02040503050406030204" pitchFamily="18" charset="0"/>
                          </a:rPr>
                          <m:t>𝑃</m:t>
                        </m:r>
                        <m:r>
                          <a:rPr lang="en-US" sz="1800" b="0" i="1" smtClean="0">
                            <a:latin typeface="Cambria Math" panose="02040503050406030204" pitchFamily="18" charset="0"/>
                          </a:rPr>
                          <m:t>(</m:t>
                        </m:r>
                        <m:r>
                          <a:rPr lang="en-US" sz="1800" b="0" i="1" smtClean="0">
                            <a:latin typeface="Cambria Math" panose="02040503050406030204" pitchFamily="18" charset="0"/>
                          </a:rPr>
                          <m:t>𝑥</m:t>
                        </m:r>
                        <m:r>
                          <a:rPr lang="en-US" sz="1800" b="0" i="1" smtClean="0">
                            <a:latin typeface="Cambria Math" panose="02040503050406030204" pitchFamily="18" charset="0"/>
                          </a:rPr>
                          <m:t>,</m:t>
                        </m:r>
                        <m:r>
                          <a:rPr lang="en-US" sz="1800" b="0" i="1" smtClean="0">
                            <a:latin typeface="Cambria Math" panose="02040503050406030204" pitchFamily="18" charset="0"/>
                          </a:rPr>
                          <m:t>𝑦</m:t>
                        </m:r>
                        <m:r>
                          <a:rPr lang="en-US" sz="1800" b="0" i="1" smtClean="0">
                            <a:latin typeface="Cambria Math" panose="02040503050406030204" pitchFamily="18" charset="0"/>
                          </a:rPr>
                          <m:t>)</m:t>
                        </m:r>
                      </m:num>
                      <m:den>
                        <m:r>
                          <a:rPr lang="en-US" sz="1800" b="0" i="1" smtClean="0">
                            <a:latin typeface="Cambria Math" panose="02040503050406030204" pitchFamily="18" charset="0"/>
                          </a:rPr>
                          <m:t>𝑃</m:t>
                        </m:r>
                        <m:r>
                          <a:rPr lang="en-US" sz="1800" b="0" i="1" smtClean="0">
                            <a:latin typeface="Cambria Math" panose="02040503050406030204" pitchFamily="18" charset="0"/>
                          </a:rPr>
                          <m:t>(</m:t>
                        </m:r>
                        <m:r>
                          <a:rPr lang="en-US" sz="1800" b="0" i="1" smtClean="0">
                            <a:latin typeface="Cambria Math" panose="02040503050406030204" pitchFamily="18" charset="0"/>
                          </a:rPr>
                          <m:t>𝑦</m:t>
                        </m:r>
                        <m:r>
                          <a:rPr lang="en-US" sz="1800" b="0" i="1" smtClean="0">
                            <a:latin typeface="Cambria Math" panose="02040503050406030204" pitchFamily="18" charset="0"/>
                          </a:rPr>
                          <m:t>)</m:t>
                        </m:r>
                      </m:den>
                    </m:f>
                    <m:r>
                      <a:rPr lang="en-US" sz="1800" b="0" i="1" smtClean="0">
                        <a:latin typeface="Cambria Math" panose="02040503050406030204" pitchFamily="18" charset="0"/>
                      </a:rPr>
                      <m:t>=</m:t>
                    </m:r>
                    <m:r>
                      <a:rPr lang="en-US" sz="1800" b="0" i="1" smtClean="0">
                        <a:latin typeface="Cambria Math" panose="02040503050406030204" pitchFamily="18" charset="0"/>
                      </a:rPr>
                      <m:t>𝛼</m:t>
                    </m:r>
                    <m:r>
                      <a:rPr lang="en-US" sz="1800" b="0" i="1" smtClean="0">
                        <a:latin typeface="Cambria Math" panose="02040503050406030204" pitchFamily="18" charset="0"/>
                      </a:rPr>
                      <m:t>𝑃</m:t>
                    </m:r>
                    <m:r>
                      <a:rPr lang="en-US" sz="1800" b="0" i="1" smtClean="0">
                        <a:latin typeface="Cambria Math" panose="02040503050406030204" pitchFamily="18" charset="0"/>
                      </a:rPr>
                      <m:t>(</m:t>
                    </m:r>
                    <m:r>
                      <a:rPr lang="en-US" sz="1800" b="0" i="1" smtClean="0">
                        <a:latin typeface="Cambria Math" panose="02040503050406030204" pitchFamily="18" charset="0"/>
                      </a:rPr>
                      <m:t>𝑥</m:t>
                    </m:r>
                    <m:r>
                      <a:rPr lang="en-US" sz="1800" b="0" i="1" smtClean="0">
                        <a:latin typeface="Cambria Math" panose="02040503050406030204" pitchFamily="18" charset="0"/>
                      </a:rPr>
                      <m:t>,</m:t>
                    </m:r>
                    <m:r>
                      <a:rPr lang="en-US" sz="1800" b="0" i="1" smtClean="0">
                        <a:latin typeface="Cambria Math" panose="02040503050406030204" pitchFamily="18" charset="0"/>
                      </a:rPr>
                      <m:t>𝑦</m:t>
                    </m:r>
                    <m:r>
                      <a:rPr lang="en-US" sz="1800" b="0" i="1" smtClean="0">
                        <a:latin typeface="Cambria Math" panose="02040503050406030204" pitchFamily="18" charset="0"/>
                      </a:rPr>
                      <m:t>)</m:t>
                    </m:r>
                  </m:oMath>
                </a14:m>
                <a:endParaRPr lang="en-US" sz="1800" dirty="0"/>
              </a:p>
              <a:p>
                <a:pPr>
                  <a:buFont typeface="Wingdings" charset="0"/>
                  <a:buChar char="§"/>
                  <a:defRPr/>
                </a:pPr>
                <a:r>
                  <a:rPr lang="en-US" sz="1800" dirty="0"/>
                  <a:t>Marginal distribution given   </a:t>
                </a:r>
                <a14:m>
                  <m:oMath xmlns:m="http://schemas.openxmlformats.org/officeDocument/2006/math">
                    <m:r>
                      <a:rPr lang="en-US" sz="1800" b="1" i="1">
                        <a:latin typeface="Cambria Math" panose="02040503050406030204" pitchFamily="18" charset="0"/>
                      </a:rPr>
                      <m:t>𝑷</m:t>
                    </m:r>
                    <m:d>
                      <m:dPr>
                        <m:ctrlPr>
                          <a:rPr lang="en-US" sz="1800" i="1">
                            <a:latin typeface="Cambria Math" panose="02040503050406030204" pitchFamily="18" charset="0"/>
                          </a:rPr>
                        </m:ctrlPr>
                      </m:dPr>
                      <m:e>
                        <m:r>
                          <a:rPr lang="en-US" sz="1800" i="1">
                            <a:latin typeface="Cambria Math" panose="02040503050406030204" pitchFamily="18" charset="0"/>
                          </a:rPr>
                          <m:t>𝑋</m:t>
                        </m:r>
                        <m:r>
                          <a:rPr lang="en-US" sz="1800" b="0" i="1" smtClean="0">
                            <a:latin typeface="Cambria Math" panose="02040503050406030204" pitchFamily="18" charset="0"/>
                          </a:rPr>
                          <m:t>,</m:t>
                        </m:r>
                        <m:r>
                          <a:rPr lang="en-US" sz="1800" b="0" i="1" smtClean="0">
                            <a:latin typeface="Cambria Math" panose="02040503050406030204" pitchFamily="18" charset="0"/>
                          </a:rPr>
                          <m:t>𝑌</m:t>
                        </m:r>
                      </m:e>
                    </m:d>
                    <m:r>
                      <a:rPr lang="en-US" sz="1800" i="1">
                        <a:latin typeface="Cambria Math" panose="02040503050406030204" pitchFamily="18" charset="0"/>
                      </a:rPr>
                      <m:t> </m:t>
                    </m:r>
                  </m:oMath>
                </a14:m>
                <a:br>
                  <a:rPr lang="en-US" sz="1800" dirty="0"/>
                </a:br>
                <a:r>
                  <a:rPr lang="en-US" sz="1800" dirty="0"/>
                  <a:t>				</a:t>
                </a:r>
                <a:r>
                  <a:rPr lang="en-US" sz="1800" b="0" dirty="0"/>
                  <a:t> </a:t>
                </a:r>
                <a14:m>
                  <m:oMath xmlns:m="http://schemas.openxmlformats.org/officeDocument/2006/math">
                    <m:r>
                      <a:rPr lang="en-US" sz="1800" b="1" i="1" smtClean="0">
                        <a:latin typeface="Cambria Math" panose="02040503050406030204" pitchFamily="18" charset="0"/>
                      </a:rPr>
                      <m:t>𝑷</m:t>
                    </m:r>
                    <m:d>
                      <m:dPr>
                        <m:ctrlPr>
                          <a:rPr lang="en-US" sz="1800" b="0" i="1" smtClean="0">
                            <a:latin typeface="Cambria Math" panose="02040503050406030204" pitchFamily="18" charset="0"/>
                          </a:rPr>
                        </m:ctrlPr>
                      </m:dPr>
                      <m:e>
                        <m:r>
                          <a:rPr lang="en-US" sz="1800" b="0" i="1" smtClean="0">
                            <a:latin typeface="Cambria Math" panose="02040503050406030204" pitchFamily="18" charset="0"/>
                          </a:rPr>
                          <m:t>𝑋</m:t>
                        </m:r>
                      </m:e>
                    </m:d>
                    <m:r>
                      <a:rPr lang="en-US" sz="1800" b="0" i="1" smtClean="0">
                        <a:latin typeface="Cambria Math" panose="02040503050406030204" pitchFamily="18" charset="0"/>
                      </a:rPr>
                      <m:t>=</m:t>
                    </m:r>
                    <m:nary>
                      <m:naryPr>
                        <m:chr m:val="∑"/>
                        <m:supHide m:val="on"/>
                        <m:ctrlPr>
                          <a:rPr lang="en-US" sz="1800" b="0" i="1" smtClean="0">
                            <a:latin typeface="Cambria Math" panose="02040503050406030204" pitchFamily="18" charset="0"/>
                          </a:rPr>
                        </m:ctrlPr>
                      </m:naryPr>
                      <m:sub>
                        <m:r>
                          <a:rPr lang="en-US" sz="1800" b="0" i="1" smtClean="0">
                            <a:latin typeface="Cambria Math" panose="02040503050406030204" pitchFamily="18" charset="0"/>
                          </a:rPr>
                          <m:t>𝑦</m:t>
                        </m:r>
                      </m:sub>
                      <m:sup/>
                      <m:e>
                        <m:r>
                          <a:rPr lang="en-US" sz="1800" b="1" i="1" smtClean="0">
                            <a:latin typeface="Cambria Math" panose="02040503050406030204" pitchFamily="18" charset="0"/>
                          </a:rPr>
                          <m:t>𝑷</m:t>
                        </m:r>
                        <m:r>
                          <a:rPr lang="en-US" sz="1800" b="0" i="1" smtClean="0">
                            <a:latin typeface="Cambria Math" panose="02040503050406030204" pitchFamily="18" charset="0"/>
                          </a:rPr>
                          <m:t>(</m:t>
                        </m:r>
                        <m:r>
                          <a:rPr lang="en-US" sz="1800" b="0" i="1" smtClean="0">
                            <a:latin typeface="Cambria Math" panose="02040503050406030204" pitchFamily="18" charset="0"/>
                          </a:rPr>
                          <m:t>𝑋</m:t>
                        </m:r>
                        <m:r>
                          <a:rPr lang="en-US" sz="1800" b="0" i="1" smtClean="0">
                            <a:latin typeface="Cambria Math" panose="02040503050406030204" pitchFamily="18" charset="0"/>
                          </a:rPr>
                          <m:t>,</m:t>
                        </m:r>
                        <m:r>
                          <a:rPr lang="en-US" sz="1800" b="0" i="1" smtClean="0">
                            <a:latin typeface="Cambria Math" panose="02040503050406030204" pitchFamily="18" charset="0"/>
                          </a:rPr>
                          <m:t>𝑦</m:t>
                        </m:r>
                        <m:r>
                          <a:rPr lang="en-US" sz="1800" b="0" i="1" smtClean="0">
                            <a:latin typeface="Cambria Math" panose="02040503050406030204" pitchFamily="18" charset="0"/>
                          </a:rPr>
                          <m:t>)</m:t>
                        </m:r>
                      </m:e>
                    </m:nary>
                  </m:oMath>
                </a14:m>
                <a:r>
                  <a:rPr lang="en-US" sz="1800" dirty="0"/>
                  <a:t>        (called marginalizing out </a:t>
                </a:r>
                <a14:m>
                  <m:oMath xmlns:m="http://schemas.openxmlformats.org/officeDocument/2006/math">
                    <m:r>
                      <a:rPr lang="en-US" sz="1800" i="1" dirty="0" smtClean="0">
                        <a:latin typeface="Cambria Math" panose="02040503050406030204" pitchFamily="18" charset="0"/>
                      </a:rPr>
                      <m:t>𝑌</m:t>
                    </m:r>
                  </m:oMath>
                </a14:m>
                <a:r>
                  <a:rPr lang="en-US" sz="1800" dirty="0"/>
                  <a:t>)</a:t>
                </a:r>
              </a:p>
              <a:p>
                <a:pPr>
                  <a:buFont typeface="Wingdings" charset="0"/>
                  <a:buChar char="§"/>
                  <a:defRPr/>
                </a:pPr>
                <a:r>
                  <a:rPr lang="en-US" sz="1800" dirty="0"/>
                  <a:t>Independence</a:t>
                </a:r>
              </a:p>
              <a:p>
                <a:pPr lvl="1">
                  <a:buFont typeface="Wingdings" charset="0"/>
                  <a:buChar char="§"/>
                  <a:defRPr/>
                </a:pPr>
                <a:r>
                  <a:rPr lang="en-US" b="0" dirty="0"/>
                  <a:t> </a:t>
                </a:r>
                <a14:m>
                  <m:oMath xmlns:m="http://schemas.openxmlformats.org/officeDocument/2006/math">
                    <m:r>
                      <a:rPr lang="en-US" i="1">
                        <a:latin typeface="Cambria Math" panose="02040503050406030204" pitchFamily="18" charset="0"/>
                      </a:rPr>
                      <m:t>𝑋</m:t>
                    </m:r>
                    <m:r>
                      <a:rPr lang="en-US" i="1">
                        <a:latin typeface="Cambria Math" panose="02040503050406030204" pitchFamily="18" charset="0"/>
                      </a:rPr>
                      <m:t>⫫</m:t>
                    </m:r>
                    <m:r>
                      <a:rPr lang="en-US" i="1">
                        <a:latin typeface="Cambria Math" panose="02040503050406030204" pitchFamily="18" charset="0"/>
                      </a:rPr>
                      <m:t>𝑌</m:t>
                    </m:r>
                  </m:oMath>
                </a14:m>
                <a:r>
                  <a:rPr lang="en-US" b="0" dirty="0"/>
                  <a:t>: </a:t>
                </a:r>
                <a14:m>
                  <m:oMath xmlns:m="http://schemas.openxmlformats.org/officeDocument/2006/math">
                    <m:r>
                      <a:rPr lang="en-US" b="0" i="1" smtClean="0">
                        <a:latin typeface="Cambria Math" panose="02040503050406030204" pitchFamily="18" charset="0"/>
                      </a:rPr>
                      <m:t> </m:t>
                    </m:r>
                    <m:r>
                      <a:rPr lang="en-US" i="1" dirty="0" smtClean="0">
                        <a:latin typeface="Cambria Math" panose="02040503050406030204" pitchFamily="18" charset="0"/>
                      </a:rPr>
                      <m:t>𝑋</m:t>
                    </m:r>
                    <m:r>
                      <a:rPr lang="en-US" i="1" dirty="0" smtClean="0">
                        <a:latin typeface="Cambria Math" panose="02040503050406030204" pitchFamily="18" charset="0"/>
                      </a:rPr>
                      <m:t>, </m:t>
                    </m:r>
                    <m:r>
                      <a:rPr lang="en-US" i="1" dirty="0" smtClean="0">
                        <a:latin typeface="Cambria Math" panose="02040503050406030204" pitchFamily="18" charset="0"/>
                      </a:rPr>
                      <m:t>𝑌</m:t>
                    </m:r>
                    <m:r>
                      <a:rPr lang="en-US" i="1" dirty="0" smtClean="0">
                        <a:latin typeface="Cambria Math" panose="02040503050406030204" pitchFamily="18" charset="0"/>
                      </a:rPr>
                      <m:t> </m:t>
                    </m:r>
                  </m:oMath>
                </a14:m>
                <a:r>
                  <a:rPr lang="en-US" dirty="0"/>
                  <a:t>are independent (written as </a:t>
                </a:r>
                <a14:m>
                  <m:oMath xmlns:m="http://schemas.openxmlformats.org/officeDocument/2006/math">
                    <m:r>
                      <a:rPr lang="en-US" i="1">
                        <a:latin typeface="Cambria Math" panose="02040503050406030204" pitchFamily="18" charset="0"/>
                      </a:rPr>
                      <m:t>𝑋</m:t>
                    </m:r>
                    <m:r>
                      <a:rPr lang="en-US" i="1">
                        <a:latin typeface="Cambria Math" panose="02040503050406030204" pitchFamily="18" charset="0"/>
                      </a:rPr>
                      <m:t>⫫</m:t>
                    </m:r>
                    <m:r>
                      <a:rPr lang="en-US" i="1">
                        <a:latin typeface="Cambria Math" panose="02040503050406030204" pitchFamily="18" charset="0"/>
                      </a:rPr>
                      <m:t>𝑌</m:t>
                    </m:r>
                  </m:oMath>
                </a14:m>
                <a:r>
                  <a:rPr lang="en-US" dirty="0"/>
                  <a:t>) if and only if: </a:t>
                </a:r>
                <a:br>
                  <a:rPr lang="en-US" b="0" i="1" dirty="0">
                    <a:latin typeface="Cambria Math" panose="02040503050406030204" pitchFamily="18" charset="0"/>
                  </a:rPr>
                </a:br>
                <a14:m>
                  <m:oMath xmlns:m="http://schemas.openxmlformats.org/officeDocument/2006/math">
                    <m:r>
                      <a:rPr lang="en-US" b="0" i="1" smtClean="0">
                        <a:latin typeface="Cambria Math" panose="02040503050406030204" pitchFamily="18" charset="0"/>
                      </a:rPr>
                      <m:t>∀</m:t>
                    </m:r>
                    <m:r>
                      <a:rPr lang="en-US" b="0" i="1" smtClean="0">
                        <a:latin typeface="Cambria Math" panose="02040503050406030204" pitchFamily="18" charset="0"/>
                      </a:rPr>
                      <m:t>𝑥</m:t>
                    </m:r>
                    <m:r>
                      <a:rPr lang="en-US" b="0" i="1" smtClean="0">
                        <a:latin typeface="Cambria Math" panose="02040503050406030204" pitchFamily="18" charset="0"/>
                      </a:rPr>
                      <m:t>,</m:t>
                    </m:r>
                    <m:r>
                      <a:rPr lang="en-US" b="0" i="1" smtClean="0">
                        <a:latin typeface="Cambria Math" panose="02040503050406030204" pitchFamily="18" charset="0"/>
                      </a:rPr>
                      <m:t>𝑦</m:t>
                    </m:r>
                    <m:r>
                      <a:rPr lang="en-US" b="0" i="1" smtClean="0">
                        <a:latin typeface="Cambria Math" panose="02040503050406030204" pitchFamily="18" charset="0"/>
                      </a:rPr>
                      <m:t>:</m:t>
                    </m:r>
                    <m:r>
                      <a:rPr lang="en-US" b="0" i="1" smtClean="0">
                        <a:latin typeface="Cambria Math" panose="02040503050406030204" pitchFamily="18" charset="0"/>
                      </a:rPr>
                      <m:t>𝑃</m:t>
                    </m:r>
                    <m:d>
                      <m:dPr>
                        <m:ctrlPr>
                          <a:rPr lang="en-US" b="0" i="1" smtClean="0">
                            <a:latin typeface="Cambria Math" panose="02040503050406030204" pitchFamily="18" charset="0"/>
                          </a:rPr>
                        </m:ctrlPr>
                      </m:dPr>
                      <m:e>
                        <m:r>
                          <a:rPr lang="en-US" b="0" i="1" smtClean="0">
                            <a:latin typeface="Cambria Math" panose="02040503050406030204" pitchFamily="18" charset="0"/>
                          </a:rPr>
                          <m:t>𝑥</m:t>
                        </m:r>
                        <m:r>
                          <a:rPr lang="en-US" b="0" i="1" smtClean="0">
                            <a:latin typeface="Cambria Math" panose="02040503050406030204" pitchFamily="18" charset="0"/>
                          </a:rPr>
                          <m:t>,</m:t>
                        </m:r>
                        <m:r>
                          <a:rPr lang="en-US" b="0" i="1" smtClean="0">
                            <a:latin typeface="Cambria Math" panose="02040503050406030204" pitchFamily="18" charset="0"/>
                          </a:rPr>
                          <m:t>𝑦</m:t>
                        </m:r>
                      </m:e>
                    </m:d>
                    <m:r>
                      <a:rPr lang="en-US" b="0" i="1" smtClean="0">
                        <a:latin typeface="Cambria Math" panose="02040503050406030204" pitchFamily="18" charset="0"/>
                      </a:rPr>
                      <m:t>=</m:t>
                    </m:r>
                    <m:r>
                      <a:rPr lang="en-US" b="0" i="1" smtClean="0">
                        <a:latin typeface="Cambria Math" panose="02040503050406030204" pitchFamily="18" charset="0"/>
                      </a:rPr>
                      <m:t>𝑃</m:t>
                    </m:r>
                    <m:d>
                      <m:dPr>
                        <m:ctrlPr>
                          <a:rPr lang="en-US" b="0" i="1" smtClean="0">
                            <a:latin typeface="Cambria Math" panose="02040503050406030204" pitchFamily="18" charset="0"/>
                          </a:rPr>
                        </m:ctrlPr>
                      </m:dPr>
                      <m:e>
                        <m:r>
                          <a:rPr lang="en-US" b="0" i="1" smtClean="0">
                            <a:latin typeface="Cambria Math" panose="02040503050406030204" pitchFamily="18" charset="0"/>
                          </a:rPr>
                          <m:t>𝑥</m:t>
                        </m:r>
                      </m:e>
                    </m:d>
                    <m:r>
                      <a:rPr lang="en-US" b="0" i="1" smtClean="0">
                        <a:latin typeface="Cambria Math" panose="02040503050406030204" pitchFamily="18" charset="0"/>
                      </a:rPr>
                      <m:t>𝑃</m:t>
                    </m:r>
                    <m:r>
                      <a:rPr lang="en-US" b="0" i="1" smtClean="0">
                        <a:latin typeface="Cambria Math" panose="02040503050406030204" pitchFamily="18" charset="0"/>
                      </a:rPr>
                      <m:t>(</m:t>
                    </m:r>
                    <m:r>
                      <a:rPr lang="en-US" b="0" i="1" smtClean="0">
                        <a:latin typeface="Cambria Math" panose="02040503050406030204" pitchFamily="18" charset="0"/>
                      </a:rPr>
                      <m:t>𝑦</m:t>
                    </m:r>
                    <m:r>
                      <a:rPr lang="en-US" b="0" i="1" smtClean="0">
                        <a:latin typeface="Cambria Math" panose="02040503050406030204" pitchFamily="18" charset="0"/>
                      </a:rPr>
                      <m:t>)</m:t>
                    </m:r>
                  </m:oMath>
                </a14:m>
                <a:endParaRPr lang="en-US" dirty="0"/>
              </a:p>
              <a:p>
                <a:pPr marL="342900" lvl="1" indent="0">
                  <a:buNone/>
                  <a:defRPr/>
                </a:pPr>
                <a:endParaRPr lang="en-US" i="1" dirty="0">
                  <a:latin typeface="Cambria Math" panose="02040503050406030204" pitchFamily="18" charset="0"/>
                </a:endParaRPr>
              </a:p>
              <a:p>
                <a:pPr lvl="1">
                  <a:buFont typeface="Wingdings" charset="0"/>
                  <a:buChar char="§"/>
                  <a:defRPr/>
                </a:pPr>
                <a14:m>
                  <m:oMath xmlns:m="http://schemas.openxmlformats.org/officeDocument/2006/math">
                    <m:r>
                      <a:rPr lang="en-US" i="1">
                        <a:latin typeface="Cambria Math" panose="02040503050406030204" pitchFamily="18" charset="0"/>
                      </a:rPr>
                      <m:t>𝑋</m:t>
                    </m:r>
                    <m:r>
                      <a:rPr lang="en-US" i="1">
                        <a:latin typeface="Cambria Math" panose="02040503050406030204" pitchFamily="18" charset="0"/>
                      </a:rPr>
                      <m:t>⫫</m:t>
                    </m:r>
                    <m:r>
                      <a:rPr lang="en-US" i="1">
                        <a:latin typeface="Cambria Math" panose="02040503050406030204" pitchFamily="18" charset="0"/>
                      </a:rPr>
                      <m:t>𝑌</m:t>
                    </m:r>
                    <m:r>
                      <a:rPr lang="en-US" i="1">
                        <a:latin typeface="Cambria Math" panose="02040503050406030204" pitchFamily="18" charset="0"/>
                      </a:rPr>
                      <m:t>|</m:t>
                    </m:r>
                    <m:r>
                      <a:rPr lang="en-US" i="1">
                        <a:latin typeface="Cambria Math" panose="02040503050406030204" pitchFamily="18" charset="0"/>
                      </a:rPr>
                      <m:t>𝑍</m:t>
                    </m:r>
                  </m:oMath>
                </a14:m>
                <a:r>
                  <a:rPr lang="en-US" dirty="0"/>
                  <a:t>: </a:t>
                </a:r>
                <a14:m>
                  <m:oMath xmlns:m="http://schemas.openxmlformats.org/officeDocument/2006/math">
                    <m:r>
                      <a:rPr lang="en-US" i="1" dirty="0" smtClean="0">
                        <a:latin typeface="Cambria Math" panose="02040503050406030204" pitchFamily="18" charset="0"/>
                      </a:rPr>
                      <m:t>𝑋</m:t>
                    </m:r>
                  </m:oMath>
                </a14:m>
                <a:r>
                  <a:rPr lang="en-US" dirty="0"/>
                  <a:t> and </a:t>
                </a:r>
                <a14:m>
                  <m:oMath xmlns:m="http://schemas.openxmlformats.org/officeDocument/2006/math">
                    <m:r>
                      <a:rPr lang="en-US" i="1" dirty="0" smtClean="0">
                        <a:latin typeface="Cambria Math" panose="02040503050406030204" pitchFamily="18" charset="0"/>
                      </a:rPr>
                      <m:t>𝑌</m:t>
                    </m:r>
                  </m:oMath>
                </a14:m>
                <a:r>
                  <a:rPr lang="en-US" dirty="0"/>
                  <a:t> are conditionally independent given </a:t>
                </a:r>
                <a14:m>
                  <m:oMath xmlns:m="http://schemas.openxmlformats.org/officeDocument/2006/math">
                    <m:r>
                      <a:rPr lang="en-US" i="1" dirty="0" smtClean="0">
                        <a:latin typeface="Cambria Math" panose="02040503050406030204" pitchFamily="18" charset="0"/>
                      </a:rPr>
                      <m:t>𝑍</m:t>
                    </m:r>
                  </m:oMath>
                </a14:m>
                <a:r>
                  <a:rPr lang="en-US" dirty="0"/>
                  <a:t> if and only if:</a:t>
                </a:r>
                <a:br>
                  <a:rPr lang="en-US" dirty="0"/>
                </a:br>
                <a14:m>
                  <m:oMath xmlns:m="http://schemas.openxmlformats.org/officeDocument/2006/math">
                    <m:r>
                      <a:rPr lang="en-US" b="0" i="1" smtClean="0">
                        <a:latin typeface="Cambria Math" panose="02040503050406030204" pitchFamily="18" charset="0"/>
                      </a:rPr>
                      <m:t>∀</m:t>
                    </m:r>
                    <m:r>
                      <a:rPr lang="en-US" b="0" i="1" smtClean="0">
                        <a:latin typeface="Cambria Math" panose="02040503050406030204" pitchFamily="18" charset="0"/>
                      </a:rPr>
                      <m:t>𝑥</m:t>
                    </m:r>
                    <m:r>
                      <a:rPr lang="en-US" b="0" i="1" smtClean="0">
                        <a:latin typeface="Cambria Math" panose="02040503050406030204" pitchFamily="18" charset="0"/>
                      </a:rPr>
                      <m:t>,</m:t>
                    </m:r>
                    <m:r>
                      <a:rPr lang="en-US" b="0" i="1" smtClean="0">
                        <a:latin typeface="Cambria Math" panose="02040503050406030204" pitchFamily="18" charset="0"/>
                      </a:rPr>
                      <m:t>𝑦</m:t>
                    </m:r>
                    <m:r>
                      <a:rPr lang="en-US" b="0" i="1" smtClean="0">
                        <a:latin typeface="Cambria Math" panose="02040503050406030204" pitchFamily="18" charset="0"/>
                      </a:rPr>
                      <m:t>,</m:t>
                    </m:r>
                    <m:r>
                      <a:rPr lang="en-US" b="0" i="1" smtClean="0">
                        <a:latin typeface="Cambria Math" panose="02040503050406030204" pitchFamily="18" charset="0"/>
                      </a:rPr>
                      <m:t>𝑧</m:t>
                    </m:r>
                    <m:r>
                      <a:rPr lang="en-US" b="0" i="1" smtClean="0">
                        <a:latin typeface="Cambria Math" panose="02040503050406030204" pitchFamily="18" charset="0"/>
                      </a:rPr>
                      <m:t>:</m:t>
                    </m:r>
                    <m:r>
                      <a:rPr lang="en-US" b="0" i="1" smtClean="0">
                        <a:latin typeface="Cambria Math" panose="02040503050406030204" pitchFamily="18" charset="0"/>
                      </a:rPr>
                      <m:t>𝑃</m:t>
                    </m:r>
                    <m:d>
                      <m:dPr>
                        <m:ctrlPr>
                          <a:rPr lang="en-US" b="0" i="1" smtClean="0">
                            <a:latin typeface="Cambria Math" panose="02040503050406030204" pitchFamily="18" charset="0"/>
                          </a:rPr>
                        </m:ctrlPr>
                      </m:dPr>
                      <m:e>
                        <m:r>
                          <a:rPr lang="en-US" b="0" i="1" smtClean="0">
                            <a:latin typeface="Cambria Math" panose="02040503050406030204" pitchFamily="18" charset="0"/>
                          </a:rPr>
                          <m:t>𝑥</m:t>
                        </m:r>
                        <m:r>
                          <a:rPr lang="en-US" b="0" i="1" smtClean="0">
                            <a:latin typeface="Cambria Math" panose="02040503050406030204" pitchFamily="18" charset="0"/>
                          </a:rPr>
                          <m:t>,</m:t>
                        </m:r>
                        <m:r>
                          <a:rPr lang="en-US" b="0" i="1" smtClean="0">
                            <a:latin typeface="Cambria Math" panose="02040503050406030204" pitchFamily="18" charset="0"/>
                          </a:rPr>
                          <m:t>𝑦</m:t>
                        </m:r>
                      </m:e>
                      <m:e>
                        <m:r>
                          <a:rPr lang="en-US" b="0" i="1" smtClean="0">
                            <a:latin typeface="Cambria Math" panose="02040503050406030204" pitchFamily="18" charset="0"/>
                          </a:rPr>
                          <m:t>𝑧</m:t>
                        </m:r>
                      </m:e>
                    </m:d>
                    <m:r>
                      <a:rPr lang="en-US" b="0" i="1" smtClean="0">
                        <a:latin typeface="Cambria Math" panose="02040503050406030204" pitchFamily="18" charset="0"/>
                      </a:rPr>
                      <m:t>=</m:t>
                    </m:r>
                    <m:r>
                      <a:rPr lang="en-US" b="0" i="1" smtClean="0">
                        <a:latin typeface="Cambria Math" panose="02040503050406030204" pitchFamily="18" charset="0"/>
                      </a:rPr>
                      <m:t>𝑃</m:t>
                    </m:r>
                    <m:d>
                      <m:dPr>
                        <m:ctrlPr>
                          <a:rPr lang="en-US" b="0" i="1" smtClean="0">
                            <a:latin typeface="Cambria Math" panose="02040503050406030204" pitchFamily="18" charset="0"/>
                          </a:rPr>
                        </m:ctrlPr>
                      </m:dPr>
                      <m:e>
                        <m:r>
                          <a:rPr lang="en-US" b="0" i="1" smtClean="0">
                            <a:latin typeface="Cambria Math" panose="02040503050406030204" pitchFamily="18" charset="0"/>
                          </a:rPr>
                          <m:t>𝑥</m:t>
                        </m:r>
                      </m:e>
                      <m:e>
                        <m:r>
                          <a:rPr lang="en-US" b="0" i="1" smtClean="0">
                            <a:latin typeface="Cambria Math" panose="02040503050406030204" pitchFamily="18" charset="0"/>
                          </a:rPr>
                          <m:t>𝑧</m:t>
                        </m:r>
                      </m:e>
                    </m:d>
                    <m:r>
                      <a:rPr lang="en-US" b="0" i="1" smtClean="0">
                        <a:latin typeface="Cambria Math" panose="02040503050406030204" pitchFamily="18" charset="0"/>
                      </a:rPr>
                      <m:t>𝑃</m:t>
                    </m:r>
                    <m:r>
                      <a:rPr lang="en-US" b="0" i="1" smtClean="0">
                        <a:latin typeface="Cambria Math" panose="02040503050406030204" pitchFamily="18" charset="0"/>
                      </a:rPr>
                      <m:t>(</m:t>
                    </m:r>
                    <m:r>
                      <a:rPr lang="en-US" b="0" i="1" smtClean="0">
                        <a:latin typeface="Cambria Math" panose="02040503050406030204" pitchFamily="18" charset="0"/>
                      </a:rPr>
                      <m:t>𝑦</m:t>
                    </m:r>
                    <m:r>
                      <a:rPr lang="en-US" b="0" i="1" smtClean="0">
                        <a:latin typeface="Cambria Math" panose="02040503050406030204" pitchFamily="18" charset="0"/>
                      </a:rPr>
                      <m:t>|</m:t>
                    </m:r>
                    <m:r>
                      <a:rPr lang="en-US" b="0" i="1" smtClean="0">
                        <a:latin typeface="Cambria Math" panose="02040503050406030204" pitchFamily="18" charset="0"/>
                      </a:rPr>
                      <m:t>𝑧</m:t>
                    </m:r>
                    <m:r>
                      <a:rPr lang="en-US" b="0" i="1" smtClean="0">
                        <a:latin typeface="Cambria Math" panose="02040503050406030204" pitchFamily="18" charset="0"/>
                      </a:rPr>
                      <m:t>)</m:t>
                    </m:r>
                  </m:oMath>
                </a14:m>
                <a:endParaRPr lang="en-US" dirty="0"/>
              </a:p>
            </p:txBody>
          </p:sp>
        </mc:Choice>
        <mc:Fallback xmlns="">
          <p:sp>
            <p:nvSpPr>
              <p:cNvPr id="30722" name="Content Placeholder 2"/>
              <p:cNvSpPr>
                <a:spLocks noGrp="1" noRot="1" noChangeAspect="1" noMove="1" noResize="1" noEditPoints="1" noAdjustHandles="1" noChangeArrowheads="1" noChangeShapeType="1" noTextEdit="1"/>
              </p:cNvSpPr>
              <p:nvPr>
                <p:ph idx="1"/>
              </p:nvPr>
            </p:nvSpPr>
            <p:spPr>
              <a:xfrm>
                <a:off x="628650" y="1447800"/>
                <a:ext cx="7886700" cy="4800600"/>
              </a:xfrm>
              <a:blipFill>
                <a:blip r:embed="rId3"/>
                <a:stretch>
                  <a:fillRect l="-386" t="-1141"/>
                </a:stretch>
              </a:blipFill>
            </p:spPr>
            <p:txBody>
              <a:bodyPr/>
              <a:lstStyle/>
              <a:p>
                <a:r>
                  <a:rPr lang="en-US">
                    <a:noFill/>
                  </a:rPr>
                  <a:t> </a:t>
                </a:r>
              </a:p>
            </p:txBody>
          </p:sp>
        </mc:Fallback>
      </mc:AlternateContent>
    </p:spTree>
    <p:extLst>
      <p:ext uri="{BB962C8B-B14F-4D97-AF65-F5344CB8AC3E}">
        <p14:creationId xmlns:p14="http://schemas.microsoft.com/office/powerpoint/2010/main" val="4197618171"/>
      </p:ext>
    </p:extLst>
  </p:cSld>
  <p:clrMapOvr>
    <a:masterClrMapping/>
  </p:clrMapOvr>
</p:sld>
</file>

<file path=ppt/slides/slide3.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Title 1">
            <a:extLst>
              <a:ext uri="{FF2B5EF4-FFF2-40B4-BE49-F238E27FC236}">
                <a16:creationId xmlns:a16="http://schemas.microsoft.com/office/drawing/2014/main" id="{0CF353BB-496C-5D4C-C219-856F3CA20F1F}"/>
              </a:ext>
            </a:extLst>
          </p:cNvPr>
          <p:cNvSpPr>
            <a:spLocks noGrp="1"/>
          </p:cNvSpPr>
          <p:nvPr>
            <p:ph type="title"/>
          </p:nvPr>
        </p:nvSpPr>
        <p:spPr/>
        <p:txBody>
          <a:bodyPr/>
          <a:lstStyle/>
          <a:p>
            <a:r>
              <a:rPr lang="en-US" dirty="0"/>
              <a:t>Contents</a:t>
            </a:r>
          </a:p>
        </p:txBody>
      </p:sp>
      <p:graphicFrame>
        <p:nvGraphicFramePr>
          <p:cNvPr id="4" name="Content Placeholder 3">
            <a:extLst>
              <a:ext uri="{FF2B5EF4-FFF2-40B4-BE49-F238E27FC236}">
                <a16:creationId xmlns:a16="http://schemas.microsoft.com/office/drawing/2014/main" id="{D16ABD5B-AE55-7368-48DE-15FE0C576C36}"/>
              </a:ext>
              <a:ext uri="{C183D7F6-B498-43B3-948B-1728B52AA6E4}">
                <adec:decorative xmlns:adec="http://schemas.microsoft.com/office/drawing/2017/decorative" val="1"/>
              </a:ext>
            </a:extLst>
          </p:cNvPr>
          <p:cNvGraphicFramePr>
            <a:graphicFrameLocks noGrp="1"/>
          </p:cNvGraphicFramePr>
          <p:nvPr>
            <p:ph idx="1"/>
            <p:extLst>
              <p:ext uri="{D42A27DB-BD31-4B8C-83A1-F6EECF244321}">
                <p14:modId xmlns:p14="http://schemas.microsoft.com/office/powerpoint/2010/main" val="2953992881"/>
              </p:ext>
            </p:extLst>
          </p:nvPr>
        </p:nvGraphicFramePr>
        <p:xfrm>
          <a:off x="628650" y="1825625"/>
          <a:ext cx="7886700" cy="4351338"/>
        </p:xfrm>
        <a:graphic>
          <a:graphicData uri="http://schemas.openxmlformats.org/drawingml/2006/diagram">
            <dgm:relIds xmlns:dgm="http://schemas.openxmlformats.org/drawingml/2006/diagram" xmlns:r="http://schemas.openxmlformats.org/officeDocument/2006/relationships" r:dm="rId2" r:lo="rId3" r:qs="rId4" r:cs="rId5"/>
          </a:graphicData>
        </a:graphic>
      </p:graphicFrame>
    </p:spTree>
    <p:extLst>
      <p:ext uri="{BB962C8B-B14F-4D97-AF65-F5344CB8AC3E}">
        <p14:creationId xmlns:p14="http://schemas.microsoft.com/office/powerpoint/2010/main" val="2025953180"/>
      </p:ext>
    </p:extLst>
  </p:cSld>
  <p:clrMapOvr>
    <a:masterClrMapping/>
  </p:clrMapOvr>
</p:sld>
</file>

<file path=ppt/slides/slide4.xml><?xml version="1.0" encoding="utf-8"?>
<p:sld xmlns:a="http://schemas.openxmlformats.org/drawingml/2006/main" xmlns:r="http://schemas.openxmlformats.org/officeDocument/2006/relationships" xmlns:p="http://schemas.openxmlformats.org/presentationml/2006/main">
  <p:cSld>
    <p:bg>
      <p:bgPr>
        <a:solidFill>
          <a:schemeClr val="bg1"/>
        </a:solidFill>
        <a:effectLst/>
      </p:bgPr>
    </p:bg>
    <p:spTree>
      <p:nvGrpSpPr>
        <p:cNvPr id="1" name=""/>
        <p:cNvGrpSpPr/>
        <p:nvPr/>
      </p:nvGrpSpPr>
      <p:grpSpPr>
        <a:xfrm>
          <a:off x="0" y="0"/>
          <a:ext cx="0" cy="0"/>
          <a:chOff x="0" y="0"/>
          <a:chExt cx="0" cy="0"/>
        </a:xfrm>
      </p:grpSpPr>
      <p:sp useBgFill="1">
        <p:nvSpPr>
          <p:cNvPr id="11" name="Rectangle 10">
            <a:extLst>
              <a:ext uri="{FF2B5EF4-FFF2-40B4-BE49-F238E27FC236}">
                <a16:creationId xmlns:a16="http://schemas.microsoft.com/office/drawing/2014/main" id="{5A59F003-E00A-43F9-91DC-CC54E3B87466}"/>
              </a:ext>
              <a:ext uri="{C183D7F6-B498-43B3-948B-1728B52AA6E4}">
                <adec:decorative xmlns:adec="http://schemas.microsoft.com/office/drawing/2017/decorative" val="1"/>
              </a:ext>
            </a:extLst>
          </p:cNvPr>
          <p:cNvSpPr>
            <a:spLocks noGrp="1" noRot="1" noChangeAspect="1" noMove="1" noResize="1" noEditPoints="1" noAdjustHandles="1" noChangeArrowheads="1" noChangeShapeType="1" noTextEdit="1"/>
          </p:cNvSpPr>
          <p:nvPr>
            <p:extLst>
              <p:ext uri="{386F3935-93C4-4BCD-93E2-E3B085C9AB24}">
                <p16:designElem xmlns:p16="http://schemas.microsoft.com/office/powerpoint/2015/main" val="1"/>
              </p:ext>
            </p:extLst>
          </p:nvPr>
        </p:nvSpPr>
        <p:spPr>
          <a:xfrm>
            <a:off x="0" y="0"/>
            <a:ext cx="9144000" cy="6858000"/>
          </a:xfrm>
          <a:prstGeom prst="rect">
            <a:avLst/>
          </a:prstGeom>
          <a:ln>
            <a:noFill/>
          </a:ln>
        </p:spPr>
        <p:style>
          <a:lnRef idx="2">
            <a:schemeClr val="accent1">
              <a:shade val="50000"/>
            </a:schemeClr>
          </a:lnRef>
          <a:fillRef idx="1">
            <a:schemeClr val="accent1"/>
          </a:fillRef>
          <a:effectRef idx="0">
            <a:schemeClr val="accent1"/>
          </a:effectRef>
          <a:fontRef idx="minor">
            <a:schemeClr val="lt1"/>
          </a:fontRef>
        </p:style>
        <p:txBody>
          <a:bodyPr rtlCol="0" anchor="ctr"/>
          <a:lstStyle/>
          <a:p>
            <a:pPr algn="ctr"/>
            <a:endParaRPr lang="en-US"/>
          </a:p>
        </p:txBody>
      </p:sp>
      <p:pic>
        <p:nvPicPr>
          <p:cNvPr id="6" name="Picture 2" descr="Image for post">
            <a:extLst>
              <a:ext uri="{FF2B5EF4-FFF2-40B4-BE49-F238E27FC236}">
                <a16:creationId xmlns:a16="http://schemas.microsoft.com/office/drawing/2014/main" id="{34006FE2-3208-4458-B2A1-31B683ABC6F8}"/>
              </a:ext>
            </a:extLst>
          </p:cNvPr>
          <p:cNvPicPr>
            <a:picLocks noChangeAspect="1" noChangeArrowheads="1"/>
          </p:cNvPicPr>
          <p:nvPr/>
        </p:nvPicPr>
        <p:blipFill rotWithShape="1">
          <a:blip r:embed="rId2">
            <a:extLst>
              <a:ext uri="{BEBA8EAE-BF5A-486C-A8C5-ECC9F3942E4B}">
                <a14:imgProps xmlns:a14="http://schemas.microsoft.com/office/drawing/2010/main">
                  <a14:imgLayer r:embed="rId3">
                    <a14:imgEffect>
                      <a14:saturation sat="33000"/>
                    </a14:imgEffect>
                  </a14:imgLayer>
                </a14:imgProps>
              </a:ext>
              <a:ext uri="{28A0092B-C50C-407E-A947-70E740481C1C}">
                <a14:useLocalDpi xmlns:a14="http://schemas.microsoft.com/office/drawing/2010/main" val="0"/>
              </a:ext>
            </a:extLst>
          </a:blip>
          <a:srcRect l="974" t="9091" r="17812" b="-2"/>
          <a:stretch/>
        </p:blipFill>
        <p:spPr bwMode="auto">
          <a:xfrm>
            <a:off x="20" y="10"/>
            <a:ext cx="9143980" cy="6857990"/>
          </a:xfrm>
          <a:prstGeom prst="rect">
            <a:avLst/>
          </a:prstGeom>
          <a:noFill/>
          <a:extLst>
            <a:ext uri="{909E8E84-426E-40DD-AFC4-6F175D3DCCD1}">
              <a14:hiddenFill xmlns:a14="http://schemas.microsoft.com/office/drawing/2010/main">
                <a:solidFill>
                  <a:srgbClr val="FFFFFF"/>
                </a:solidFill>
              </a14:hiddenFill>
            </a:ext>
          </a:extLst>
        </p:spPr>
      </p:pic>
      <p:sp>
        <p:nvSpPr>
          <p:cNvPr id="13" name="Rectangle 12">
            <a:extLst>
              <a:ext uri="{FF2B5EF4-FFF2-40B4-BE49-F238E27FC236}">
                <a16:creationId xmlns:a16="http://schemas.microsoft.com/office/drawing/2014/main" id="{D74A4382-E3AD-430A-9A1F-DFA3E0E77A7D}"/>
              </a:ext>
              <a:ext uri="{C183D7F6-B498-43B3-948B-1728B52AA6E4}">
                <adec:decorative xmlns:adec="http://schemas.microsoft.com/office/drawing/2017/decorative" val="1"/>
              </a:ext>
            </a:extLst>
          </p:cNvPr>
          <p:cNvSpPr>
            <a:spLocks noGrp="1" noRot="1" noChangeAspect="1" noMove="1" noResize="1" noEditPoints="1" noAdjustHandles="1" noChangeArrowheads="1" noChangeShapeType="1" noTextEdit="1"/>
          </p:cNvSpPr>
          <p:nvPr>
            <p:extLst>
              <p:ext uri="{386F3935-93C4-4BCD-93E2-E3B085C9AB24}">
                <p16:designElem xmlns:p16="http://schemas.microsoft.com/office/powerpoint/2015/main" val="1"/>
              </p:ext>
            </p:extLst>
          </p:nvPr>
        </p:nvSpPr>
        <p:spPr>
          <a:xfrm rot="16200000">
            <a:off x="2275865" y="-511"/>
            <a:ext cx="4592270" cy="9144001"/>
          </a:xfrm>
          <a:prstGeom prst="rect">
            <a:avLst/>
          </a:prstGeom>
          <a:gradFill>
            <a:gsLst>
              <a:gs pos="35000">
                <a:schemeClr val="tx1">
                  <a:alpha val="46000"/>
                </a:schemeClr>
              </a:gs>
              <a:gs pos="21000">
                <a:schemeClr val="tx1">
                  <a:alpha val="30000"/>
                </a:schemeClr>
              </a:gs>
              <a:gs pos="0">
                <a:schemeClr val="tx1">
                  <a:alpha val="0"/>
                </a:schemeClr>
              </a:gs>
              <a:gs pos="100000">
                <a:schemeClr val="tx1">
                  <a:alpha val="90000"/>
                </a:schemeClr>
              </a:gs>
            </a:gsLst>
            <a:lin ang="10800000" scaled="0"/>
          </a:gradFill>
          <a:ln>
            <a:noFill/>
          </a:ln>
        </p:spPr>
        <p:style>
          <a:lnRef idx="2">
            <a:schemeClr val="accent1">
              <a:shade val="50000"/>
            </a:schemeClr>
          </a:lnRef>
          <a:fillRef idx="1">
            <a:schemeClr val="accent1"/>
          </a:fillRef>
          <a:effectRef idx="0">
            <a:schemeClr val="accent1"/>
          </a:effectRef>
          <a:fontRef idx="minor">
            <a:schemeClr val="lt1"/>
          </a:fontRef>
        </p:style>
        <p:txBody>
          <a:bodyPr rtlCol="0" anchor="ctr"/>
          <a:lstStyle/>
          <a:p>
            <a:pPr algn="ctr"/>
            <a:endParaRPr lang="en-US" dirty="0"/>
          </a:p>
        </p:txBody>
      </p:sp>
      <p:sp>
        <p:nvSpPr>
          <p:cNvPr id="4" name="Title 3">
            <a:extLst>
              <a:ext uri="{FF2B5EF4-FFF2-40B4-BE49-F238E27FC236}">
                <a16:creationId xmlns:a16="http://schemas.microsoft.com/office/drawing/2014/main" id="{ABFA9A6E-92F6-4FF4-A5B7-677FDDDFB7CF}"/>
              </a:ext>
            </a:extLst>
          </p:cNvPr>
          <p:cNvSpPr>
            <a:spLocks noGrp="1"/>
          </p:cNvSpPr>
          <p:nvPr>
            <p:ph type="title"/>
          </p:nvPr>
        </p:nvSpPr>
        <p:spPr>
          <a:xfrm>
            <a:off x="303414" y="3091928"/>
            <a:ext cx="6808922" cy="2387600"/>
          </a:xfrm>
        </p:spPr>
        <p:txBody>
          <a:bodyPr vert="horz" lIns="91440" tIns="45720" rIns="91440" bIns="45720" rtlCol="0" anchor="b">
            <a:normAutofit/>
          </a:bodyPr>
          <a:lstStyle/>
          <a:p>
            <a:pPr defTabSz="914400"/>
            <a:r>
              <a:rPr lang="en-US" sz="5700" b="1" dirty="0">
                <a:solidFill>
                  <a:schemeClr val="bg1"/>
                </a:solidFill>
              </a:rPr>
              <a:t>Bayesian Networks</a:t>
            </a:r>
          </a:p>
        </p:txBody>
      </p:sp>
      <p:sp>
        <p:nvSpPr>
          <p:cNvPr id="15" name="Rectangle: Rounded Corners 14">
            <a:extLst>
              <a:ext uri="{FF2B5EF4-FFF2-40B4-BE49-F238E27FC236}">
                <a16:creationId xmlns:a16="http://schemas.microsoft.com/office/drawing/2014/main" id="{79F40191-0F44-4FD1-82CC-ACB507C14BE6}"/>
              </a:ext>
              <a:ext uri="{C183D7F6-B498-43B3-948B-1728B52AA6E4}">
                <adec:decorative xmlns:adec="http://schemas.microsoft.com/office/drawing/2017/decorative" val="1"/>
              </a:ext>
            </a:extLst>
          </p:cNvPr>
          <p:cNvSpPr>
            <a:spLocks noGrp="1" noRot="1" noChangeAspect="1" noMove="1" noResize="1" noEditPoints="1" noAdjustHandles="1" noChangeArrowheads="1" noChangeShapeType="1" noTextEdit="1"/>
          </p:cNvSpPr>
          <p:nvPr>
            <p:extLst>
              <p:ext uri="{386F3935-93C4-4BCD-93E2-E3B085C9AB24}">
                <p16:designElem xmlns:p16="http://schemas.microsoft.com/office/powerpoint/2015/main" val="1"/>
              </p:ext>
            </p:extLst>
          </p:nvPr>
        </p:nvSpPr>
        <p:spPr>
          <a:xfrm>
            <a:off x="0" y="5575039"/>
            <a:ext cx="7339422" cy="685800"/>
          </a:xfrm>
          <a:prstGeom prst="roundRect">
            <a:avLst>
              <a:gd name="adj" fmla="val 0"/>
            </a:avLst>
          </a:prstGeom>
          <a:solidFill>
            <a:schemeClr val="accent2"/>
          </a:solidFill>
          <a:ln>
            <a:noFill/>
          </a:ln>
        </p:spPr>
        <p:style>
          <a:lnRef idx="2">
            <a:schemeClr val="accent1">
              <a:shade val="50000"/>
            </a:schemeClr>
          </a:lnRef>
          <a:fillRef idx="1">
            <a:schemeClr val="accent1"/>
          </a:fillRef>
          <a:effectRef idx="0">
            <a:schemeClr val="accent1"/>
          </a:effectRef>
          <a:fontRef idx="minor">
            <a:schemeClr val="lt1"/>
          </a:fontRef>
        </p:style>
        <p:txBody>
          <a:bodyPr rtlCol="0" anchor="ctr"/>
          <a:lstStyle/>
          <a:p>
            <a:pPr algn="ctr"/>
            <a:endParaRPr lang="en-US"/>
          </a:p>
        </p:txBody>
      </p:sp>
      <p:sp>
        <p:nvSpPr>
          <p:cNvPr id="5" name="Text Placeholder 4">
            <a:extLst>
              <a:ext uri="{FF2B5EF4-FFF2-40B4-BE49-F238E27FC236}">
                <a16:creationId xmlns:a16="http://schemas.microsoft.com/office/drawing/2014/main" id="{5CD11D8A-783A-4FEE-B310-9101D63F0A4E}"/>
              </a:ext>
            </a:extLst>
          </p:cNvPr>
          <p:cNvSpPr>
            <a:spLocks noGrp="1"/>
          </p:cNvSpPr>
          <p:nvPr>
            <p:ph type="body" idx="1"/>
          </p:nvPr>
        </p:nvSpPr>
        <p:spPr>
          <a:xfrm>
            <a:off x="303414" y="5624945"/>
            <a:ext cx="6808922" cy="592975"/>
          </a:xfrm>
        </p:spPr>
        <p:txBody>
          <a:bodyPr vert="horz" lIns="91440" tIns="45720" rIns="91440" bIns="45720" rtlCol="0" anchor="ctr">
            <a:normAutofit/>
          </a:bodyPr>
          <a:lstStyle/>
          <a:p>
            <a:pPr defTabSz="914400">
              <a:spcBef>
                <a:spcPts val="1000"/>
              </a:spcBef>
            </a:pPr>
            <a:r>
              <a:rPr lang="en-US" sz="2400" b="1" dirty="0">
                <a:solidFill>
                  <a:schemeClr val="bg1"/>
                </a:solidFill>
              </a:rPr>
              <a:t>A compact model of a joint probability distribution</a:t>
            </a:r>
          </a:p>
        </p:txBody>
      </p:sp>
    </p:spTree>
    <p:extLst>
      <p:ext uri="{BB962C8B-B14F-4D97-AF65-F5344CB8AC3E}">
        <p14:creationId xmlns:p14="http://schemas.microsoft.com/office/powerpoint/2010/main" val="4028165038"/>
      </p:ext>
    </p:extLst>
  </p:cSld>
  <p:clrMapOvr>
    <a:masterClrMapping/>
  </p:clrMapOvr>
</p:sld>
</file>

<file path=ppt/slides/slide5.xml><?xml version="1.0" encoding="utf-8"?>
<p:sld xmlns:a="http://schemas.openxmlformats.org/drawingml/2006/main" xmlns:r="http://schemas.openxmlformats.org/officeDocument/2006/relationships" xmlns:p="http://schemas.openxmlformats.org/presentationml/2006/main">
  <p:cSld>
    <p:bg>
      <p:bgPr>
        <a:solidFill>
          <a:schemeClr val="bg1"/>
        </a:solidFill>
        <a:effectLst/>
      </p:bgPr>
    </p:bg>
    <p:spTree>
      <p:nvGrpSpPr>
        <p:cNvPr id="1" name=""/>
        <p:cNvGrpSpPr/>
        <p:nvPr/>
      </p:nvGrpSpPr>
      <p:grpSpPr>
        <a:xfrm>
          <a:off x="0" y="0"/>
          <a:ext cx="0" cy="0"/>
          <a:chOff x="0" y="0"/>
          <a:chExt cx="0" cy="0"/>
        </a:xfrm>
      </p:grpSpPr>
      <p:sp>
        <p:nvSpPr>
          <p:cNvPr id="5122" name="Rectangle 2"/>
          <p:cNvSpPr>
            <a:spLocks noGrp="1" noChangeArrowheads="1"/>
          </p:cNvSpPr>
          <p:nvPr>
            <p:ph type="title"/>
          </p:nvPr>
        </p:nvSpPr>
        <p:spPr>
          <a:xfrm>
            <a:off x="630936" y="251312"/>
            <a:ext cx="7879842" cy="1010264"/>
          </a:xfrm>
        </p:spPr>
        <p:txBody>
          <a:bodyPr anchor="ctr">
            <a:normAutofit/>
          </a:bodyPr>
          <a:lstStyle/>
          <a:p>
            <a:r>
              <a:rPr lang="en-US" dirty="0"/>
              <a:t>Bayesian Networks</a:t>
            </a:r>
            <a:br>
              <a:rPr lang="en-US" dirty="0"/>
            </a:br>
            <a:r>
              <a:rPr lang="en-US" sz="2800" dirty="0"/>
              <a:t>(aka Belief Networks)</a:t>
            </a:r>
            <a:endParaRPr lang="en-US" dirty="0"/>
          </a:p>
        </p:txBody>
      </p:sp>
      <p:graphicFrame>
        <p:nvGraphicFramePr>
          <p:cNvPr id="5125" name="Rectangle 3" descr="A Bayesian network is a graphical model to specify the dependence between random variables to specigy a full joint probability distribution compactly.">
            <a:extLst>
              <a:ext uri="{FF2B5EF4-FFF2-40B4-BE49-F238E27FC236}">
                <a16:creationId xmlns:a16="http://schemas.microsoft.com/office/drawing/2014/main" id="{832C6CD0-99BE-4FC1-9C64-D1B35D00EE73}"/>
              </a:ext>
            </a:extLst>
          </p:cNvPr>
          <p:cNvGraphicFramePr>
            <a:graphicFrameLocks noGrp="1"/>
          </p:cNvGraphicFramePr>
          <p:nvPr>
            <p:ph idx="1"/>
            <p:extLst>
              <p:ext uri="{D42A27DB-BD31-4B8C-83A1-F6EECF244321}">
                <p14:modId xmlns:p14="http://schemas.microsoft.com/office/powerpoint/2010/main" val="2075568456"/>
              </p:ext>
            </p:extLst>
          </p:nvPr>
        </p:nvGraphicFramePr>
        <p:xfrm>
          <a:off x="630936" y="2971799"/>
          <a:ext cx="8055864" cy="3339747"/>
        </p:xfrm>
        <a:graphic>
          <a:graphicData uri="http://schemas.openxmlformats.org/drawingml/2006/diagram">
            <dgm:relIds xmlns:dgm="http://schemas.openxmlformats.org/drawingml/2006/diagram" xmlns:r="http://schemas.openxmlformats.org/officeDocument/2006/relationships" r:dm="rId3" r:lo="rId4" r:qs="rId5" r:cs="rId6"/>
          </a:graphicData>
        </a:graphic>
      </p:graphicFrame>
      <p:grpSp>
        <p:nvGrpSpPr>
          <p:cNvPr id="15" name="Group 14">
            <a:extLst>
              <a:ext uri="{FF2B5EF4-FFF2-40B4-BE49-F238E27FC236}">
                <a16:creationId xmlns:a16="http://schemas.microsoft.com/office/drawing/2014/main" id="{0ADFCB58-7684-9AC3-4BC8-85CDAAD84A5A}"/>
              </a:ext>
              <a:ext uri="{C183D7F6-B498-43B3-948B-1728B52AA6E4}">
                <adec:decorative xmlns:adec="http://schemas.microsoft.com/office/drawing/2017/decorative" val="1"/>
              </a:ext>
            </a:extLst>
          </p:cNvPr>
          <p:cNvGrpSpPr/>
          <p:nvPr/>
        </p:nvGrpSpPr>
        <p:grpSpPr>
          <a:xfrm>
            <a:off x="4146867" y="756444"/>
            <a:ext cx="4390415" cy="1414529"/>
            <a:chOff x="1298235" y="1280619"/>
            <a:chExt cx="4390415" cy="1414529"/>
          </a:xfrm>
        </p:grpSpPr>
        <p:sp>
          <p:nvSpPr>
            <p:cNvPr id="3" name="Oval 2">
              <a:extLst>
                <a:ext uri="{FF2B5EF4-FFF2-40B4-BE49-F238E27FC236}">
                  <a16:creationId xmlns:a16="http://schemas.microsoft.com/office/drawing/2014/main" id="{7216463A-0A32-41D3-C19A-B52DB6251241}"/>
                </a:ext>
              </a:extLst>
            </p:cNvPr>
            <p:cNvSpPr/>
            <p:nvPr/>
          </p:nvSpPr>
          <p:spPr>
            <a:xfrm>
              <a:off x="1298235" y="1280619"/>
              <a:ext cx="1676400" cy="533400"/>
            </a:xfrm>
            <a:prstGeom prst="ellipse">
              <a:avLst/>
            </a:prstGeom>
          </p:spPr>
          <p:style>
            <a:lnRef idx="2">
              <a:schemeClr val="dk1"/>
            </a:lnRef>
            <a:fillRef idx="1">
              <a:schemeClr val="lt1"/>
            </a:fillRef>
            <a:effectRef idx="0">
              <a:schemeClr val="dk1"/>
            </a:effectRef>
            <a:fontRef idx="minor">
              <a:schemeClr val="dk1"/>
            </a:fontRef>
          </p:style>
          <p:txBody>
            <a:bodyPr rtlCol="0" anchor="ctr"/>
            <a:lstStyle/>
            <a:p>
              <a:pPr algn="ctr"/>
              <a:r>
                <a:rPr lang="en-US" dirty="0"/>
                <a:t>Weather</a:t>
              </a:r>
            </a:p>
          </p:txBody>
        </p:sp>
        <p:sp>
          <p:nvSpPr>
            <p:cNvPr id="4" name="Oval 3">
              <a:extLst>
                <a:ext uri="{FF2B5EF4-FFF2-40B4-BE49-F238E27FC236}">
                  <a16:creationId xmlns:a16="http://schemas.microsoft.com/office/drawing/2014/main" id="{CEA24393-DB52-2066-89FE-331EC001D8A7}"/>
                </a:ext>
              </a:extLst>
            </p:cNvPr>
            <p:cNvSpPr/>
            <p:nvPr/>
          </p:nvSpPr>
          <p:spPr>
            <a:xfrm>
              <a:off x="3810000" y="1280619"/>
              <a:ext cx="1132332" cy="533400"/>
            </a:xfrm>
            <a:prstGeom prst="ellipse">
              <a:avLst/>
            </a:prstGeom>
          </p:spPr>
          <p:style>
            <a:lnRef idx="2">
              <a:schemeClr val="dk1"/>
            </a:lnRef>
            <a:fillRef idx="1">
              <a:schemeClr val="lt1"/>
            </a:fillRef>
            <a:effectRef idx="0">
              <a:schemeClr val="dk1"/>
            </a:effectRef>
            <a:fontRef idx="minor">
              <a:schemeClr val="dk1"/>
            </a:fontRef>
          </p:style>
          <p:txBody>
            <a:bodyPr rtlCol="0" anchor="ctr"/>
            <a:lstStyle/>
            <a:p>
              <a:pPr algn="ctr"/>
              <a:r>
                <a:rPr lang="en-US" dirty="0"/>
                <a:t>Cavity</a:t>
              </a:r>
            </a:p>
          </p:txBody>
        </p:sp>
        <p:sp>
          <p:nvSpPr>
            <p:cNvPr id="5" name="Oval 4">
              <a:extLst>
                <a:ext uri="{FF2B5EF4-FFF2-40B4-BE49-F238E27FC236}">
                  <a16:creationId xmlns:a16="http://schemas.microsoft.com/office/drawing/2014/main" id="{BFEA5AAD-6367-452F-1BB7-D16B0D8814F7}"/>
                </a:ext>
              </a:extLst>
            </p:cNvPr>
            <p:cNvSpPr/>
            <p:nvPr/>
          </p:nvSpPr>
          <p:spPr>
            <a:xfrm>
              <a:off x="2819477" y="2161748"/>
              <a:ext cx="1676400" cy="533400"/>
            </a:xfrm>
            <a:prstGeom prst="ellipse">
              <a:avLst/>
            </a:prstGeom>
          </p:spPr>
          <p:style>
            <a:lnRef idx="2">
              <a:schemeClr val="dk1"/>
            </a:lnRef>
            <a:fillRef idx="1">
              <a:schemeClr val="lt1"/>
            </a:fillRef>
            <a:effectRef idx="0">
              <a:schemeClr val="dk1"/>
            </a:effectRef>
            <a:fontRef idx="minor">
              <a:schemeClr val="dk1"/>
            </a:fontRef>
          </p:style>
          <p:txBody>
            <a:bodyPr rtlCol="0" anchor="ctr"/>
            <a:lstStyle/>
            <a:p>
              <a:pPr algn="ctr"/>
              <a:r>
                <a:rPr lang="en-US" dirty="0"/>
                <a:t>Toothache</a:t>
              </a:r>
            </a:p>
          </p:txBody>
        </p:sp>
        <p:sp>
          <p:nvSpPr>
            <p:cNvPr id="6" name="Oval 5">
              <a:extLst>
                <a:ext uri="{FF2B5EF4-FFF2-40B4-BE49-F238E27FC236}">
                  <a16:creationId xmlns:a16="http://schemas.microsoft.com/office/drawing/2014/main" id="{8995AED1-F864-0C4C-0B51-660F1B98DB7E}"/>
                </a:ext>
              </a:extLst>
            </p:cNvPr>
            <p:cNvSpPr/>
            <p:nvPr/>
          </p:nvSpPr>
          <p:spPr>
            <a:xfrm>
              <a:off x="4658868" y="2161748"/>
              <a:ext cx="1029782" cy="533400"/>
            </a:xfrm>
            <a:prstGeom prst="ellipse">
              <a:avLst/>
            </a:prstGeom>
          </p:spPr>
          <p:style>
            <a:lnRef idx="2">
              <a:schemeClr val="dk1"/>
            </a:lnRef>
            <a:fillRef idx="1">
              <a:schemeClr val="lt1"/>
            </a:fillRef>
            <a:effectRef idx="0">
              <a:schemeClr val="dk1"/>
            </a:effectRef>
            <a:fontRef idx="minor">
              <a:schemeClr val="dk1"/>
            </a:fontRef>
          </p:style>
          <p:txBody>
            <a:bodyPr rtlCol="0" anchor="ctr"/>
            <a:lstStyle/>
            <a:p>
              <a:pPr algn="ctr"/>
              <a:r>
                <a:rPr lang="en-US" dirty="0"/>
                <a:t>Catch</a:t>
              </a:r>
            </a:p>
          </p:txBody>
        </p:sp>
        <p:cxnSp>
          <p:nvCxnSpPr>
            <p:cNvPr id="9" name="Straight Arrow Connector 8">
              <a:extLst>
                <a:ext uri="{FF2B5EF4-FFF2-40B4-BE49-F238E27FC236}">
                  <a16:creationId xmlns:a16="http://schemas.microsoft.com/office/drawing/2014/main" id="{EAC95C5A-C2EF-211A-0432-9EDFB19AA25D}"/>
                </a:ext>
              </a:extLst>
            </p:cNvPr>
            <p:cNvCxnSpPr>
              <a:cxnSpLocks/>
              <a:stCxn id="4" idx="3"/>
              <a:endCxn id="5" idx="0"/>
            </p:cNvCxnSpPr>
            <p:nvPr/>
          </p:nvCxnSpPr>
          <p:spPr>
            <a:xfrm flipH="1">
              <a:off x="3657677" y="1735904"/>
              <a:ext cx="318149" cy="425844"/>
            </a:xfrm>
            <a:prstGeom prst="straightConnector1">
              <a:avLst/>
            </a:prstGeom>
            <a:ln w="19050" cap="flat" cmpd="sng" algn="ctr">
              <a:solidFill>
                <a:schemeClr val="dk1"/>
              </a:solidFill>
              <a:prstDash val="solid"/>
              <a:round/>
              <a:headEnd type="none" w="med" len="med"/>
              <a:tailEnd type="triangle" w="med" len="med"/>
            </a:ln>
          </p:spPr>
          <p:style>
            <a:lnRef idx="0">
              <a:scrgbClr r="0" g="0" b="0"/>
            </a:lnRef>
            <a:fillRef idx="0">
              <a:scrgbClr r="0" g="0" b="0"/>
            </a:fillRef>
            <a:effectRef idx="0">
              <a:scrgbClr r="0" g="0" b="0"/>
            </a:effectRef>
            <a:fontRef idx="minor">
              <a:schemeClr val="tx1"/>
            </a:fontRef>
          </p:style>
        </p:cxnSp>
        <p:cxnSp>
          <p:nvCxnSpPr>
            <p:cNvPr id="11" name="Straight Arrow Connector 10">
              <a:extLst>
                <a:ext uri="{FF2B5EF4-FFF2-40B4-BE49-F238E27FC236}">
                  <a16:creationId xmlns:a16="http://schemas.microsoft.com/office/drawing/2014/main" id="{76C12061-6B9B-4238-51BF-3D4B85E7A2E6}"/>
                </a:ext>
              </a:extLst>
            </p:cNvPr>
            <p:cNvCxnSpPr>
              <a:stCxn id="4" idx="5"/>
              <a:endCxn id="6" idx="0"/>
            </p:cNvCxnSpPr>
            <p:nvPr/>
          </p:nvCxnSpPr>
          <p:spPr>
            <a:xfrm>
              <a:off x="4776506" y="1735904"/>
              <a:ext cx="397253" cy="425844"/>
            </a:xfrm>
            <a:prstGeom prst="straightConnector1">
              <a:avLst/>
            </a:prstGeom>
            <a:ln w="19050" cap="flat" cmpd="sng" algn="ctr">
              <a:solidFill>
                <a:schemeClr val="dk1"/>
              </a:solidFill>
              <a:prstDash val="solid"/>
              <a:round/>
              <a:headEnd type="none" w="med" len="med"/>
              <a:tailEnd type="triangle" w="med" len="med"/>
            </a:ln>
          </p:spPr>
          <p:style>
            <a:lnRef idx="0">
              <a:scrgbClr r="0" g="0" b="0"/>
            </a:lnRef>
            <a:fillRef idx="0">
              <a:scrgbClr r="0" g="0" b="0"/>
            </a:fillRef>
            <a:effectRef idx="0">
              <a:scrgbClr r="0" g="0" b="0"/>
            </a:effectRef>
            <a:fontRef idx="minor">
              <a:schemeClr val="tx1"/>
            </a:fontRef>
          </p:style>
        </p:cxnSp>
      </p:grpSp>
    </p:spTree>
  </p:cSld>
  <p:clrMapOvr>
    <a:masterClrMapping/>
  </p:clrMapOvr>
</p:sld>
</file>

<file path=ppt/slides/slide6.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6146" name="Rectangle 2"/>
          <p:cNvSpPr>
            <a:spLocks noGrp="1" noChangeArrowheads="1"/>
          </p:cNvSpPr>
          <p:nvPr>
            <p:ph type="title"/>
          </p:nvPr>
        </p:nvSpPr>
        <p:spPr/>
        <p:txBody>
          <a:bodyPr/>
          <a:lstStyle/>
          <a:p>
            <a:r>
              <a:rPr lang="en-US" dirty="0"/>
              <a:t>Structure of Bayesian Networks</a:t>
            </a:r>
          </a:p>
        </p:txBody>
      </p:sp>
      <p:sp>
        <p:nvSpPr>
          <p:cNvPr id="6147" name="Rectangle 3"/>
          <p:cNvSpPr>
            <a:spLocks noGrp="1" noChangeArrowheads="1"/>
          </p:cNvSpPr>
          <p:nvPr>
            <p:ph idx="1"/>
          </p:nvPr>
        </p:nvSpPr>
        <p:spPr>
          <a:xfrm>
            <a:off x="628650" y="1981200"/>
            <a:ext cx="7886700" cy="4351338"/>
          </a:xfrm>
        </p:spPr>
        <p:txBody>
          <a:bodyPr>
            <a:normAutofit fontScale="85000" lnSpcReduction="20000"/>
          </a:bodyPr>
          <a:lstStyle/>
          <a:p>
            <a:pPr marL="0" indent="0">
              <a:lnSpc>
                <a:spcPct val="90000"/>
              </a:lnSpc>
              <a:buNone/>
            </a:pPr>
            <a:r>
              <a:rPr lang="en-US" sz="2800" b="1" dirty="0"/>
              <a:t>Nodes:</a:t>
            </a:r>
            <a:r>
              <a:rPr lang="en-US" sz="2800" dirty="0"/>
              <a:t> Random variables</a:t>
            </a:r>
          </a:p>
          <a:p>
            <a:pPr lvl="1">
              <a:lnSpc>
                <a:spcPct val="90000"/>
              </a:lnSpc>
            </a:pPr>
            <a:r>
              <a:rPr lang="en-US" sz="2400" dirty="0"/>
              <a:t>Can be assigned (observed)</a:t>
            </a:r>
            <a:br>
              <a:rPr lang="en-US" sz="2400" dirty="0"/>
            </a:br>
            <a:r>
              <a:rPr lang="en-US" sz="2400" dirty="0"/>
              <a:t>or unassigned (unobserved)</a:t>
            </a:r>
          </a:p>
          <a:p>
            <a:pPr>
              <a:lnSpc>
                <a:spcPct val="90000"/>
              </a:lnSpc>
              <a:buFontTx/>
              <a:buNone/>
            </a:pPr>
            <a:endParaRPr lang="en-US" sz="2400" dirty="0"/>
          </a:p>
          <a:p>
            <a:pPr marL="0" indent="0">
              <a:lnSpc>
                <a:spcPct val="90000"/>
              </a:lnSpc>
              <a:buNone/>
            </a:pPr>
            <a:r>
              <a:rPr lang="en-US" sz="2800" b="1" dirty="0"/>
              <a:t>Edges:</a:t>
            </a:r>
            <a:r>
              <a:rPr lang="en-US" sz="2800" dirty="0"/>
              <a:t> Dependencies</a:t>
            </a:r>
          </a:p>
          <a:p>
            <a:pPr lvl="1">
              <a:lnSpc>
                <a:spcPct val="90000"/>
              </a:lnSpc>
            </a:pPr>
            <a:r>
              <a:rPr lang="en-US" sz="2400" dirty="0"/>
              <a:t>An arrow from one variable to another indicates </a:t>
            </a:r>
            <a:r>
              <a:rPr lang="en-US" sz="2400" b="1" dirty="0"/>
              <a:t>direct influence</a:t>
            </a:r>
            <a:r>
              <a:rPr lang="en-US" sz="2400" dirty="0"/>
              <a:t>.</a:t>
            </a:r>
          </a:p>
          <a:p>
            <a:pPr lvl="1">
              <a:lnSpc>
                <a:spcPct val="90000"/>
              </a:lnSpc>
            </a:pPr>
            <a:r>
              <a:rPr lang="en-US" sz="2400" dirty="0"/>
              <a:t>Show independence</a:t>
            </a:r>
          </a:p>
          <a:p>
            <a:pPr lvl="2">
              <a:lnSpc>
                <a:spcPct val="90000"/>
              </a:lnSpc>
            </a:pPr>
            <a:r>
              <a:rPr lang="en-US" sz="2000" i="1" dirty="0">
                <a:solidFill>
                  <a:srgbClr val="0066FF"/>
                </a:solidFill>
              </a:rPr>
              <a:t>Weather</a:t>
            </a:r>
            <a:r>
              <a:rPr lang="en-US" sz="2000" dirty="0"/>
              <a:t> is </a:t>
            </a:r>
            <a:r>
              <a:rPr lang="en-US" sz="2000" b="1" dirty="0"/>
              <a:t>independent</a:t>
            </a:r>
            <a:r>
              <a:rPr lang="en-US" sz="2000" dirty="0"/>
              <a:t> of the other variables (no connection).</a:t>
            </a:r>
          </a:p>
          <a:p>
            <a:pPr lvl="2">
              <a:lnSpc>
                <a:spcPct val="90000"/>
              </a:lnSpc>
            </a:pPr>
            <a:r>
              <a:rPr lang="en-US" sz="2000" i="1" dirty="0">
                <a:solidFill>
                  <a:srgbClr val="0066FF"/>
                </a:solidFill>
              </a:rPr>
              <a:t>Toothache</a:t>
            </a:r>
            <a:r>
              <a:rPr lang="en-US" sz="2000" dirty="0"/>
              <a:t> and </a:t>
            </a:r>
            <a:r>
              <a:rPr lang="en-US" sz="2000" i="1" dirty="0">
                <a:solidFill>
                  <a:srgbClr val="0066FF"/>
                </a:solidFill>
              </a:rPr>
              <a:t>Catch</a:t>
            </a:r>
            <a:r>
              <a:rPr lang="en-US" sz="2000" dirty="0"/>
              <a:t> are </a:t>
            </a:r>
            <a:r>
              <a:rPr lang="en-US" sz="2000" b="1" dirty="0"/>
              <a:t>conditionally independent </a:t>
            </a:r>
            <a:r>
              <a:rPr lang="en-US" sz="2000" dirty="0"/>
              <a:t>given </a:t>
            </a:r>
            <a:r>
              <a:rPr lang="en-US" sz="2000" i="1" dirty="0">
                <a:solidFill>
                  <a:srgbClr val="0066FF"/>
                </a:solidFill>
              </a:rPr>
              <a:t>Cavity </a:t>
            </a:r>
            <a:r>
              <a:rPr lang="en-US" sz="2000" dirty="0"/>
              <a:t>(directed arc).</a:t>
            </a:r>
            <a:endParaRPr lang="en-US" sz="2000" i="1" dirty="0">
              <a:solidFill>
                <a:srgbClr val="0066FF"/>
              </a:solidFill>
            </a:endParaRPr>
          </a:p>
          <a:p>
            <a:pPr lvl="1">
              <a:lnSpc>
                <a:spcPct val="90000"/>
              </a:lnSpc>
            </a:pPr>
            <a:r>
              <a:rPr lang="en-US" sz="2400" dirty="0"/>
              <a:t>Must form a </a:t>
            </a:r>
            <a:r>
              <a:rPr lang="en-US" sz="2400" b="1" dirty="0"/>
              <a:t>directed acyclic graph </a:t>
            </a:r>
            <a:r>
              <a:rPr lang="en-US" sz="2400" dirty="0"/>
              <a:t>(DAG).</a:t>
            </a:r>
          </a:p>
          <a:p>
            <a:pPr lvl="1">
              <a:lnSpc>
                <a:spcPct val="90000"/>
              </a:lnSpc>
            </a:pPr>
            <a:endParaRPr lang="en-US" sz="2400" dirty="0"/>
          </a:p>
          <a:p>
            <a:pPr marL="0" indent="0">
              <a:buNone/>
            </a:pPr>
            <a:r>
              <a:rPr lang="en-US" sz="2700" b="1" dirty="0"/>
              <a:t>Relationship to states in AI</a:t>
            </a:r>
            <a:r>
              <a:rPr lang="en-US" sz="2700" dirty="0"/>
              <a:t>: A network can be seen as a factored state representation. If we assign a value to all random variables, then we have a complete state of the system.</a:t>
            </a:r>
          </a:p>
        </p:txBody>
      </p:sp>
      <p:grpSp>
        <p:nvGrpSpPr>
          <p:cNvPr id="2" name="Group 1">
            <a:extLst>
              <a:ext uri="{FF2B5EF4-FFF2-40B4-BE49-F238E27FC236}">
                <a16:creationId xmlns:a16="http://schemas.microsoft.com/office/drawing/2014/main" id="{58F91A24-7423-3875-6650-EBBE0B13315F}"/>
              </a:ext>
              <a:ext uri="{C183D7F6-B498-43B3-948B-1728B52AA6E4}">
                <adec:decorative xmlns:adec="http://schemas.microsoft.com/office/drawing/2017/decorative" val="1"/>
              </a:ext>
            </a:extLst>
          </p:cNvPr>
          <p:cNvGrpSpPr/>
          <p:nvPr/>
        </p:nvGrpSpPr>
        <p:grpSpPr>
          <a:xfrm>
            <a:off x="4495800" y="1690689"/>
            <a:ext cx="4390415" cy="1414529"/>
            <a:chOff x="1298235" y="1280619"/>
            <a:chExt cx="4390415" cy="1414529"/>
          </a:xfrm>
        </p:grpSpPr>
        <p:sp>
          <p:nvSpPr>
            <p:cNvPr id="3" name="Oval 2">
              <a:extLst>
                <a:ext uri="{FF2B5EF4-FFF2-40B4-BE49-F238E27FC236}">
                  <a16:creationId xmlns:a16="http://schemas.microsoft.com/office/drawing/2014/main" id="{32620E20-77F5-2FF0-CBA2-E99C5A0364CF}"/>
                </a:ext>
              </a:extLst>
            </p:cNvPr>
            <p:cNvSpPr/>
            <p:nvPr/>
          </p:nvSpPr>
          <p:spPr>
            <a:xfrm>
              <a:off x="1298235" y="1280619"/>
              <a:ext cx="1676400" cy="533400"/>
            </a:xfrm>
            <a:prstGeom prst="ellipse">
              <a:avLst/>
            </a:prstGeom>
          </p:spPr>
          <p:style>
            <a:lnRef idx="2">
              <a:schemeClr val="dk1"/>
            </a:lnRef>
            <a:fillRef idx="1">
              <a:schemeClr val="lt1"/>
            </a:fillRef>
            <a:effectRef idx="0">
              <a:schemeClr val="dk1"/>
            </a:effectRef>
            <a:fontRef idx="minor">
              <a:schemeClr val="dk1"/>
            </a:fontRef>
          </p:style>
          <p:txBody>
            <a:bodyPr rtlCol="0" anchor="ctr"/>
            <a:lstStyle/>
            <a:p>
              <a:pPr algn="ctr"/>
              <a:r>
                <a:rPr lang="en-US" dirty="0"/>
                <a:t>Weather</a:t>
              </a:r>
            </a:p>
          </p:txBody>
        </p:sp>
        <p:sp>
          <p:nvSpPr>
            <p:cNvPr id="4" name="Oval 3">
              <a:extLst>
                <a:ext uri="{FF2B5EF4-FFF2-40B4-BE49-F238E27FC236}">
                  <a16:creationId xmlns:a16="http://schemas.microsoft.com/office/drawing/2014/main" id="{D981A7F9-E3C0-1A31-06DF-1AEA27CCE399}"/>
                </a:ext>
              </a:extLst>
            </p:cNvPr>
            <p:cNvSpPr/>
            <p:nvPr/>
          </p:nvSpPr>
          <p:spPr>
            <a:xfrm>
              <a:off x="3810000" y="1280619"/>
              <a:ext cx="1132332" cy="533400"/>
            </a:xfrm>
            <a:prstGeom prst="ellipse">
              <a:avLst/>
            </a:prstGeom>
          </p:spPr>
          <p:style>
            <a:lnRef idx="2">
              <a:schemeClr val="dk1"/>
            </a:lnRef>
            <a:fillRef idx="1">
              <a:schemeClr val="lt1"/>
            </a:fillRef>
            <a:effectRef idx="0">
              <a:schemeClr val="dk1"/>
            </a:effectRef>
            <a:fontRef idx="minor">
              <a:schemeClr val="dk1"/>
            </a:fontRef>
          </p:style>
          <p:txBody>
            <a:bodyPr rtlCol="0" anchor="ctr"/>
            <a:lstStyle/>
            <a:p>
              <a:pPr algn="ctr"/>
              <a:r>
                <a:rPr lang="en-US" dirty="0"/>
                <a:t>Cavity</a:t>
              </a:r>
            </a:p>
          </p:txBody>
        </p:sp>
        <p:sp>
          <p:nvSpPr>
            <p:cNvPr id="5" name="Oval 4">
              <a:extLst>
                <a:ext uri="{FF2B5EF4-FFF2-40B4-BE49-F238E27FC236}">
                  <a16:creationId xmlns:a16="http://schemas.microsoft.com/office/drawing/2014/main" id="{189AB34C-4C71-4410-847D-DCF23D20F081}"/>
                </a:ext>
              </a:extLst>
            </p:cNvPr>
            <p:cNvSpPr/>
            <p:nvPr/>
          </p:nvSpPr>
          <p:spPr>
            <a:xfrm>
              <a:off x="2819477" y="2161748"/>
              <a:ext cx="1676400" cy="533400"/>
            </a:xfrm>
            <a:prstGeom prst="ellipse">
              <a:avLst/>
            </a:prstGeom>
          </p:spPr>
          <p:style>
            <a:lnRef idx="2">
              <a:schemeClr val="dk1"/>
            </a:lnRef>
            <a:fillRef idx="1">
              <a:schemeClr val="lt1"/>
            </a:fillRef>
            <a:effectRef idx="0">
              <a:schemeClr val="dk1"/>
            </a:effectRef>
            <a:fontRef idx="minor">
              <a:schemeClr val="dk1"/>
            </a:fontRef>
          </p:style>
          <p:txBody>
            <a:bodyPr rtlCol="0" anchor="ctr"/>
            <a:lstStyle/>
            <a:p>
              <a:pPr algn="ctr"/>
              <a:r>
                <a:rPr lang="en-US" dirty="0"/>
                <a:t>Toothache</a:t>
              </a:r>
            </a:p>
          </p:txBody>
        </p:sp>
        <p:sp>
          <p:nvSpPr>
            <p:cNvPr id="6" name="Oval 5">
              <a:extLst>
                <a:ext uri="{FF2B5EF4-FFF2-40B4-BE49-F238E27FC236}">
                  <a16:creationId xmlns:a16="http://schemas.microsoft.com/office/drawing/2014/main" id="{2CCF3219-C4CD-A9F4-5203-BC12099C2F74}"/>
                </a:ext>
              </a:extLst>
            </p:cNvPr>
            <p:cNvSpPr/>
            <p:nvPr/>
          </p:nvSpPr>
          <p:spPr>
            <a:xfrm>
              <a:off x="4658868" y="2161748"/>
              <a:ext cx="1029782" cy="533400"/>
            </a:xfrm>
            <a:prstGeom prst="ellipse">
              <a:avLst/>
            </a:prstGeom>
          </p:spPr>
          <p:style>
            <a:lnRef idx="2">
              <a:schemeClr val="dk1"/>
            </a:lnRef>
            <a:fillRef idx="1">
              <a:schemeClr val="lt1"/>
            </a:fillRef>
            <a:effectRef idx="0">
              <a:schemeClr val="dk1"/>
            </a:effectRef>
            <a:fontRef idx="minor">
              <a:schemeClr val="dk1"/>
            </a:fontRef>
          </p:style>
          <p:txBody>
            <a:bodyPr rtlCol="0" anchor="ctr"/>
            <a:lstStyle/>
            <a:p>
              <a:pPr algn="ctr"/>
              <a:r>
                <a:rPr lang="en-US" dirty="0"/>
                <a:t>Catch</a:t>
              </a:r>
            </a:p>
          </p:txBody>
        </p:sp>
        <p:cxnSp>
          <p:nvCxnSpPr>
            <p:cNvPr id="7" name="Straight Arrow Connector 6">
              <a:extLst>
                <a:ext uri="{FF2B5EF4-FFF2-40B4-BE49-F238E27FC236}">
                  <a16:creationId xmlns:a16="http://schemas.microsoft.com/office/drawing/2014/main" id="{A54A3C4F-975D-C084-D60E-FA48981CF106}"/>
                </a:ext>
              </a:extLst>
            </p:cNvPr>
            <p:cNvCxnSpPr>
              <a:cxnSpLocks/>
              <a:stCxn id="4" idx="3"/>
              <a:endCxn id="5" idx="0"/>
            </p:cNvCxnSpPr>
            <p:nvPr/>
          </p:nvCxnSpPr>
          <p:spPr>
            <a:xfrm flipH="1">
              <a:off x="3657677" y="1735904"/>
              <a:ext cx="318149" cy="425844"/>
            </a:xfrm>
            <a:prstGeom prst="straightConnector1">
              <a:avLst/>
            </a:prstGeom>
            <a:ln w="19050" cap="flat" cmpd="sng" algn="ctr">
              <a:solidFill>
                <a:schemeClr val="dk1"/>
              </a:solidFill>
              <a:prstDash val="solid"/>
              <a:round/>
              <a:headEnd type="none" w="med" len="med"/>
              <a:tailEnd type="triangle" w="med" len="med"/>
            </a:ln>
          </p:spPr>
          <p:style>
            <a:lnRef idx="0">
              <a:scrgbClr r="0" g="0" b="0"/>
            </a:lnRef>
            <a:fillRef idx="0">
              <a:scrgbClr r="0" g="0" b="0"/>
            </a:fillRef>
            <a:effectRef idx="0">
              <a:scrgbClr r="0" g="0" b="0"/>
            </a:effectRef>
            <a:fontRef idx="minor">
              <a:schemeClr val="tx1"/>
            </a:fontRef>
          </p:style>
        </p:cxnSp>
        <p:cxnSp>
          <p:nvCxnSpPr>
            <p:cNvPr id="8" name="Straight Arrow Connector 7">
              <a:extLst>
                <a:ext uri="{FF2B5EF4-FFF2-40B4-BE49-F238E27FC236}">
                  <a16:creationId xmlns:a16="http://schemas.microsoft.com/office/drawing/2014/main" id="{53464F1E-7C72-9C2F-4D91-05DB152B6B57}"/>
                </a:ext>
              </a:extLst>
            </p:cNvPr>
            <p:cNvCxnSpPr>
              <a:stCxn id="4" idx="5"/>
              <a:endCxn id="6" idx="0"/>
            </p:cNvCxnSpPr>
            <p:nvPr/>
          </p:nvCxnSpPr>
          <p:spPr>
            <a:xfrm>
              <a:off x="4776506" y="1735904"/>
              <a:ext cx="397253" cy="425844"/>
            </a:xfrm>
            <a:prstGeom prst="straightConnector1">
              <a:avLst/>
            </a:prstGeom>
            <a:ln w="19050" cap="flat" cmpd="sng" algn="ctr">
              <a:solidFill>
                <a:schemeClr val="dk1"/>
              </a:solidFill>
              <a:prstDash val="solid"/>
              <a:round/>
              <a:headEnd type="none" w="med" len="med"/>
              <a:tailEnd type="triangle" w="med" len="med"/>
            </a:ln>
          </p:spPr>
          <p:style>
            <a:lnRef idx="0">
              <a:scrgbClr r="0" g="0" b="0"/>
            </a:lnRef>
            <a:fillRef idx="0">
              <a:scrgbClr r="0" g="0" b="0"/>
            </a:fillRef>
            <a:effectRef idx="0">
              <a:scrgbClr r="0" g="0" b="0"/>
            </a:effectRef>
            <a:fontRef idx="minor">
              <a:schemeClr val="tx1"/>
            </a:fontRef>
          </p:style>
        </p:cxnSp>
      </p:grpSp>
    </p:spTree>
  </p:cSld>
  <p:clrMapOvr>
    <a:masterClrMapping/>
  </p:clrMapOvr>
  <p:timing>
    <p:tnLst>
      <p:par>
        <p:cTn id="1" dur="indefinite" restart="never" nodeType="tmRoot">
          <p:childTnLst>
            <p:seq concurrent="1" nextAc="seek">
              <p:cTn id="2" dur="indefinite" nodeType="mainSeq">
                <p:childTnLst>
                  <p:par>
                    <p:cTn id="3" fill="hold">
                      <p:stCondLst>
                        <p:cond delay="indefinite"/>
                      </p:stCondLst>
                      <p:childTnLst>
                        <p:par>
                          <p:cTn id="4" fill="hold">
                            <p:stCondLst>
                              <p:cond delay="0"/>
                            </p:stCondLst>
                            <p:childTnLst>
                              <p:par>
                                <p:cTn id="5" presetID="1" presetClass="entr" presetSubtype="0" fill="hold" nodeType="clickEffect">
                                  <p:stCondLst>
                                    <p:cond delay="0"/>
                                  </p:stCondLst>
                                  <p:childTnLst>
                                    <p:set>
                                      <p:cBhvr>
                                        <p:cTn id="6" dur="1" fill="hold">
                                          <p:stCondLst>
                                            <p:cond delay="0"/>
                                          </p:stCondLst>
                                        </p:cTn>
                                        <p:tgtEl>
                                          <p:spTgt spid="6147">
                                            <p:txEl>
                                              <p:pRg st="3" end="3"/>
                                            </p:txEl>
                                          </p:spTgt>
                                        </p:tgtEl>
                                        <p:attrNameLst>
                                          <p:attrName>style.visibility</p:attrName>
                                        </p:attrNameLst>
                                      </p:cBhvr>
                                      <p:to>
                                        <p:strVal val="visible"/>
                                      </p:to>
                                    </p:set>
                                  </p:childTnLst>
                                </p:cTn>
                              </p:par>
                              <p:par>
                                <p:cTn id="7" presetID="1" presetClass="entr" presetSubtype="0" fill="hold" nodeType="withEffect">
                                  <p:stCondLst>
                                    <p:cond delay="0"/>
                                  </p:stCondLst>
                                  <p:childTnLst>
                                    <p:set>
                                      <p:cBhvr>
                                        <p:cTn id="8" dur="1" fill="hold">
                                          <p:stCondLst>
                                            <p:cond delay="0"/>
                                          </p:stCondLst>
                                        </p:cTn>
                                        <p:tgtEl>
                                          <p:spTgt spid="6147">
                                            <p:txEl>
                                              <p:pRg st="4" end="4"/>
                                            </p:txEl>
                                          </p:spTgt>
                                        </p:tgtEl>
                                        <p:attrNameLst>
                                          <p:attrName>style.visibility</p:attrName>
                                        </p:attrNameLst>
                                      </p:cBhvr>
                                      <p:to>
                                        <p:strVal val="visible"/>
                                      </p:to>
                                    </p:set>
                                  </p:childTnLst>
                                </p:cTn>
                              </p:par>
                              <p:par>
                                <p:cTn id="9" presetID="1" presetClass="entr" presetSubtype="0" fill="hold" nodeType="withEffect">
                                  <p:stCondLst>
                                    <p:cond delay="0"/>
                                  </p:stCondLst>
                                  <p:childTnLst>
                                    <p:set>
                                      <p:cBhvr>
                                        <p:cTn id="10" dur="1" fill="hold">
                                          <p:stCondLst>
                                            <p:cond delay="0"/>
                                          </p:stCondLst>
                                        </p:cTn>
                                        <p:tgtEl>
                                          <p:spTgt spid="6147">
                                            <p:txEl>
                                              <p:pRg st="5" end="5"/>
                                            </p:txEl>
                                          </p:spTgt>
                                        </p:tgtEl>
                                        <p:attrNameLst>
                                          <p:attrName>style.visibility</p:attrName>
                                        </p:attrNameLst>
                                      </p:cBhvr>
                                      <p:to>
                                        <p:strVal val="visible"/>
                                      </p:to>
                                    </p:set>
                                  </p:childTnLst>
                                </p:cTn>
                              </p:par>
                              <p:par>
                                <p:cTn id="11" presetID="1" presetClass="entr" presetSubtype="0" fill="hold" nodeType="withEffect">
                                  <p:stCondLst>
                                    <p:cond delay="0"/>
                                  </p:stCondLst>
                                  <p:childTnLst>
                                    <p:set>
                                      <p:cBhvr>
                                        <p:cTn id="12" dur="1" fill="hold">
                                          <p:stCondLst>
                                            <p:cond delay="0"/>
                                          </p:stCondLst>
                                        </p:cTn>
                                        <p:tgtEl>
                                          <p:spTgt spid="6147">
                                            <p:txEl>
                                              <p:pRg st="6" end="6"/>
                                            </p:txEl>
                                          </p:spTgt>
                                        </p:tgtEl>
                                        <p:attrNameLst>
                                          <p:attrName>style.visibility</p:attrName>
                                        </p:attrNameLst>
                                      </p:cBhvr>
                                      <p:to>
                                        <p:strVal val="visible"/>
                                      </p:to>
                                    </p:set>
                                  </p:childTnLst>
                                </p:cTn>
                              </p:par>
                              <p:par>
                                <p:cTn id="13" presetID="1" presetClass="entr" presetSubtype="0" fill="hold" nodeType="withEffect">
                                  <p:stCondLst>
                                    <p:cond delay="0"/>
                                  </p:stCondLst>
                                  <p:childTnLst>
                                    <p:set>
                                      <p:cBhvr>
                                        <p:cTn id="14" dur="1" fill="hold">
                                          <p:stCondLst>
                                            <p:cond delay="0"/>
                                          </p:stCondLst>
                                        </p:cTn>
                                        <p:tgtEl>
                                          <p:spTgt spid="6147">
                                            <p:txEl>
                                              <p:pRg st="7" end="7"/>
                                            </p:txEl>
                                          </p:spTgt>
                                        </p:tgtEl>
                                        <p:attrNameLst>
                                          <p:attrName>style.visibility</p:attrName>
                                        </p:attrNameLst>
                                      </p:cBhvr>
                                      <p:to>
                                        <p:strVal val="visible"/>
                                      </p:to>
                                    </p:set>
                                  </p:childTnLst>
                                </p:cTn>
                              </p:par>
                              <p:par>
                                <p:cTn id="15" presetID="1" presetClass="entr" presetSubtype="0" fill="hold" nodeType="withEffect">
                                  <p:stCondLst>
                                    <p:cond delay="0"/>
                                  </p:stCondLst>
                                  <p:childTnLst>
                                    <p:set>
                                      <p:cBhvr>
                                        <p:cTn id="16" dur="1" fill="hold">
                                          <p:stCondLst>
                                            <p:cond delay="0"/>
                                          </p:stCondLst>
                                        </p:cTn>
                                        <p:tgtEl>
                                          <p:spTgt spid="6147">
                                            <p:txEl>
                                              <p:pRg st="8" end="8"/>
                                            </p:txEl>
                                          </p:spTgt>
                                        </p:tgtEl>
                                        <p:attrNameLst>
                                          <p:attrName>style.visibility</p:attrName>
                                        </p:attrNameLst>
                                      </p:cBhvr>
                                      <p:to>
                                        <p:strVal val="visible"/>
                                      </p:to>
                                    </p:set>
                                  </p:childTnLst>
                                </p:cTn>
                              </p:par>
                            </p:childTnLst>
                          </p:cTn>
                        </p:par>
                      </p:childTnLst>
                    </p:cTn>
                  </p:par>
                  <p:par>
                    <p:cTn id="17" fill="hold">
                      <p:stCondLst>
                        <p:cond delay="indefinite"/>
                      </p:stCondLst>
                      <p:childTnLst>
                        <p:par>
                          <p:cTn id="18" fill="hold">
                            <p:stCondLst>
                              <p:cond delay="0"/>
                            </p:stCondLst>
                            <p:childTnLst>
                              <p:par>
                                <p:cTn id="19" presetID="1" presetClass="entr" presetSubtype="0" fill="hold" nodeType="clickEffect">
                                  <p:stCondLst>
                                    <p:cond delay="0"/>
                                  </p:stCondLst>
                                  <p:childTnLst>
                                    <p:set>
                                      <p:cBhvr>
                                        <p:cTn id="20" dur="1" fill="hold">
                                          <p:stCondLst>
                                            <p:cond delay="0"/>
                                          </p:stCondLst>
                                        </p:cTn>
                                        <p:tgtEl>
                                          <p:spTgt spid="6147">
                                            <p:txEl>
                                              <p:pRg st="10" end="10"/>
                                            </p:txEl>
                                          </p:spTgt>
                                        </p:tgtEl>
                                        <p:attrNameLst>
                                          <p:attrName>style.visibility</p:attrName>
                                        </p:attrNameLst>
                                      </p:cBhvr>
                                      <p:to>
                                        <p:strVal val="visible"/>
                                      </p:to>
                                    </p:set>
                                  </p:childTnLst>
                                </p:cTn>
                              </p:par>
                            </p:childTnLst>
                          </p:cTn>
                        </p:par>
                      </p:childTnLst>
                    </p:cTn>
                  </p:par>
                </p:childTnLst>
              </p:cTn>
              <p:prevCondLst>
                <p:cond evt="onPrev" delay="0">
                  <p:tgtEl>
                    <p:sldTgt/>
                  </p:tgtEl>
                </p:cond>
              </p:prevCondLst>
              <p:nextCondLst>
                <p:cond evt="onNext" delay="0">
                  <p:tgtEl>
                    <p:sldTgt/>
                  </p:tgtEl>
                </p:cond>
              </p:nextCondLst>
            </p:seq>
          </p:childTnLst>
        </p:cTn>
      </p:par>
    </p:tnLst>
  </p:timing>
</p:sld>
</file>

<file path=ppt/slides/slide7.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Title 1"/>
          <p:cNvSpPr>
            <a:spLocks noGrp="1"/>
          </p:cNvSpPr>
          <p:nvPr>
            <p:ph type="title"/>
          </p:nvPr>
        </p:nvSpPr>
        <p:spPr/>
        <p:txBody>
          <a:bodyPr/>
          <a:lstStyle/>
          <a:p>
            <a:r>
              <a:rPr lang="en-US" dirty="0"/>
              <a:t>Example: N Independent Coin Flips</a:t>
            </a:r>
          </a:p>
        </p:txBody>
      </p:sp>
      <p:sp>
        <p:nvSpPr>
          <p:cNvPr id="3" name="Content Placeholder 2"/>
          <p:cNvSpPr>
            <a:spLocks noGrp="1"/>
          </p:cNvSpPr>
          <p:nvPr>
            <p:ph idx="1"/>
          </p:nvPr>
        </p:nvSpPr>
        <p:spPr>
          <a:xfrm>
            <a:off x="628650" y="1825625"/>
            <a:ext cx="7886700" cy="707886"/>
          </a:xfrm>
        </p:spPr>
        <p:txBody>
          <a:bodyPr/>
          <a:lstStyle/>
          <a:p>
            <a:pPr marL="0" indent="0">
              <a:buNone/>
            </a:pPr>
            <a:r>
              <a:rPr lang="en-US" b="1" dirty="0">
                <a:solidFill>
                  <a:srgbClr val="FF0000"/>
                </a:solidFill>
              </a:rPr>
              <a:t>Complete independence</a:t>
            </a:r>
            <a:r>
              <a:rPr lang="en-US" dirty="0"/>
              <a:t>: no interactions between variables representing the coin flips.</a:t>
            </a:r>
          </a:p>
        </p:txBody>
      </p:sp>
      <p:grpSp>
        <p:nvGrpSpPr>
          <p:cNvPr id="8" name="Group 7">
            <a:extLst>
              <a:ext uri="{FF2B5EF4-FFF2-40B4-BE49-F238E27FC236}">
                <a16:creationId xmlns:a16="http://schemas.microsoft.com/office/drawing/2014/main" id="{FFA5DFA2-DDB5-9253-7D69-1F1FEB1D94E9}"/>
              </a:ext>
              <a:ext uri="{C183D7F6-B498-43B3-948B-1728B52AA6E4}">
                <adec:decorative xmlns:adec="http://schemas.microsoft.com/office/drawing/2017/decorative" val="1"/>
              </a:ext>
            </a:extLst>
          </p:cNvPr>
          <p:cNvGrpSpPr/>
          <p:nvPr/>
        </p:nvGrpSpPr>
        <p:grpSpPr>
          <a:xfrm>
            <a:off x="2579204" y="2883809"/>
            <a:ext cx="4038600" cy="847327"/>
            <a:chOff x="2362200" y="3267473"/>
            <a:chExt cx="4038600" cy="847327"/>
          </a:xfrm>
        </p:grpSpPr>
        <p:sp>
          <p:nvSpPr>
            <p:cNvPr id="4" name="Oval 3"/>
            <p:cNvSpPr/>
            <p:nvPr/>
          </p:nvSpPr>
          <p:spPr>
            <a:xfrm>
              <a:off x="2362200" y="3505200"/>
              <a:ext cx="609600" cy="609600"/>
            </a:xfrm>
            <a:prstGeom prst="ellipse">
              <a:avLst/>
            </a:prstGeom>
            <a:noFill/>
            <a:ln w="22225">
              <a:solidFill>
                <a:schemeClr val="tx1"/>
              </a:solidFill>
            </a:ln>
          </p:spPr>
          <p:style>
            <a:lnRef idx="2">
              <a:schemeClr val="accent1">
                <a:shade val="50000"/>
              </a:schemeClr>
            </a:lnRef>
            <a:fillRef idx="1">
              <a:schemeClr val="accent1"/>
            </a:fillRef>
            <a:effectRef idx="0">
              <a:schemeClr val="accent1"/>
            </a:effectRef>
            <a:fontRef idx="minor">
              <a:schemeClr val="lt1"/>
            </a:fontRef>
          </p:style>
          <p:txBody>
            <a:bodyPr rtlCol="0" anchor="ctr"/>
            <a:lstStyle/>
            <a:p>
              <a:pPr algn="ctr"/>
              <a:r>
                <a:rPr lang="en-US" sz="2000" dirty="0">
                  <a:solidFill>
                    <a:schemeClr val="tx1"/>
                  </a:solidFill>
                </a:rPr>
                <a:t>X</a:t>
              </a:r>
              <a:r>
                <a:rPr lang="en-US" sz="2000" baseline="-25000" dirty="0">
                  <a:solidFill>
                    <a:schemeClr val="tx1"/>
                  </a:solidFill>
                </a:rPr>
                <a:t>1</a:t>
              </a:r>
            </a:p>
          </p:txBody>
        </p:sp>
        <p:sp>
          <p:nvSpPr>
            <p:cNvPr id="5" name="Oval 4"/>
            <p:cNvSpPr/>
            <p:nvPr/>
          </p:nvSpPr>
          <p:spPr>
            <a:xfrm>
              <a:off x="3733800" y="3505200"/>
              <a:ext cx="609600" cy="609600"/>
            </a:xfrm>
            <a:prstGeom prst="ellipse">
              <a:avLst/>
            </a:prstGeom>
            <a:noFill/>
            <a:ln w="22225">
              <a:solidFill>
                <a:schemeClr val="tx1"/>
              </a:solidFill>
            </a:ln>
          </p:spPr>
          <p:style>
            <a:lnRef idx="2">
              <a:schemeClr val="accent1">
                <a:shade val="50000"/>
              </a:schemeClr>
            </a:lnRef>
            <a:fillRef idx="1">
              <a:schemeClr val="accent1"/>
            </a:fillRef>
            <a:effectRef idx="0">
              <a:schemeClr val="accent1"/>
            </a:effectRef>
            <a:fontRef idx="minor">
              <a:schemeClr val="lt1"/>
            </a:fontRef>
          </p:style>
          <p:txBody>
            <a:bodyPr rtlCol="0" anchor="ctr"/>
            <a:lstStyle/>
            <a:p>
              <a:pPr algn="ctr"/>
              <a:r>
                <a:rPr lang="en-US" sz="2000" dirty="0">
                  <a:solidFill>
                    <a:schemeClr val="tx1"/>
                  </a:solidFill>
                </a:rPr>
                <a:t>X</a:t>
              </a:r>
              <a:r>
                <a:rPr lang="en-US" sz="2000" baseline="-25000" dirty="0">
                  <a:solidFill>
                    <a:schemeClr val="tx1"/>
                  </a:solidFill>
                </a:rPr>
                <a:t>2</a:t>
              </a:r>
            </a:p>
          </p:txBody>
        </p:sp>
        <p:sp>
          <p:nvSpPr>
            <p:cNvPr id="6" name="Oval 5"/>
            <p:cNvSpPr/>
            <p:nvPr/>
          </p:nvSpPr>
          <p:spPr>
            <a:xfrm>
              <a:off x="5791200" y="3505200"/>
              <a:ext cx="609600" cy="609600"/>
            </a:xfrm>
            <a:prstGeom prst="ellipse">
              <a:avLst/>
            </a:prstGeom>
            <a:noFill/>
            <a:ln w="22225">
              <a:solidFill>
                <a:schemeClr val="tx1"/>
              </a:solidFill>
            </a:ln>
          </p:spPr>
          <p:style>
            <a:lnRef idx="2">
              <a:schemeClr val="accent1">
                <a:shade val="50000"/>
              </a:schemeClr>
            </a:lnRef>
            <a:fillRef idx="1">
              <a:schemeClr val="accent1"/>
            </a:fillRef>
            <a:effectRef idx="0">
              <a:schemeClr val="accent1"/>
            </a:effectRef>
            <a:fontRef idx="minor">
              <a:schemeClr val="lt1"/>
            </a:fontRef>
          </p:style>
          <p:txBody>
            <a:bodyPr rtlCol="0" anchor="ctr"/>
            <a:lstStyle/>
            <a:p>
              <a:pPr algn="ctr"/>
              <a:r>
                <a:rPr lang="en-US" sz="2000" dirty="0">
                  <a:solidFill>
                    <a:schemeClr val="tx1"/>
                  </a:solidFill>
                </a:rPr>
                <a:t>X</a:t>
              </a:r>
              <a:r>
                <a:rPr lang="en-US" sz="2000" baseline="-25000" dirty="0">
                  <a:solidFill>
                    <a:schemeClr val="tx1"/>
                  </a:solidFill>
                </a:rPr>
                <a:t>n</a:t>
              </a:r>
            </a:p>
          </p:txBody>
        </p:sp>
        <p:sp>
          <p:nvSpPr>
            <p:cNvPr id="7" name="Rectangle 6"/>
            <p:cNvSpPr/>
            <p:nvPr/>
          </p:nvSpPr>
          <p:spPr>
            <a:xfrm>
              <a:off x="4865717" y="3267473"/>
              <a:ext cx="855912" cy="707886"/>
            </a:xfrm>
            <a:prstGeom prst="rect">
              <a:avLst/>
            </a:prstGeom>
          </p:spPr>
          <p:txBody>
            <a:bodyPr wrap="square">
              <a:spAutoFit/>
            </a:bodyPr>
            <a:lstStyle/>
            <a:p>
              <a:r>
                <a:rPr lang="en-US" sz="4000" dirty="0"/>
                <a:t>…</a:t>
              </a:r>
            </a:p>
          </p:txBody>
        </p:sp>
      </p:grpSp>
      <mc:AlternateContent xmlns:mc="http://schemas.openxmlformats.org/markup-compatibility/2006" xmlns:a14="http://schemas.microsoft.com/office/drawing/2010/main">
        <mc:Choice Requires="a14">
          <p:sp>
            <p:nvSpPr>
              <p:cNvPr id="12" name="TextBox 11">
                <a:extLst>
                  <a:ext uri="{FF2B5EF4-FFF2-40B4-BE49-F238E27FC236}">
                    <a16:creationId xmlns:a16="http://schemas.microsoft.com/office/drawing/2014/main" id="{E0DE6D7C-6F08-D589-A83B-8DE1A20C48F5}"/>
                  </a:ext>
                </a:extLst>
              </p:cNvPr>
              <p:cNvSpPr txBox="1"/>
              <p:nvPr/>
            </p:nvSpPr>
            <p:spPr>
              <a:xfrm>
                <a:off x="1550836" y="4495800"/>
                <a:ext cx="5486400" cy="848566"/>
              </a:xfrm>
              <a:prstGeom prst="rect">
                <a:avLst/>
              </a:prstGeom>
              <a:noFill/>
            </p:spPr>
            <p:txBody>
              <a:bodyPr wrap="square">
                <a:spAutoFit/>
              </a:bodyPr>
              <a:lstStyle/>
              <a:p>
                <a:pPr marL="0" indent="0">
                  <a:buNone/>
                </a:pPr>
                <a14:m>
                  <m:oMathPara xmlns:m="http://schemas.openxmlformats.org/officeDocument/2006/math">
                    <m:oMathParaPr>
                      <m:jc m:val="centerGroup"/>
                    </m:oMathParaPr>
                    <m:oMath xmlns:m="http://schemas.openxmlformats.org/officeDocument/2006/math">
                      <m:r>
                        <a:rPr lang="en-US" b="0" i="1" smtClean="0">
                          <a:latin typeface="Cambria Math" panose="02040503050406030204" pitchFamily="18" charset="0"/>
                        </a:rPr>
                        <m:t>𝑃</m:t>
                      </m:r>
                      <m:d>
                        <m:dPr>
                          <m:ctrlPr>
                            <a:rPr lang="en-US" b="0" i="1" smtClean="0">
                              <a:latin typeface="Cambria Math" panose="02040503050406030204" pitchFamily="18" charset="0"/>
                            </a:rPr>
                          </m:ctrlPr>
                        </m:dPr>
                        <m:e>
                          <m:sSub>
                            <m:sSubPr>
                              <m:ctrlPr>
                                <a:rPr lang="en-US" b="0" i="1" smtClean="0">
                                  <a:latin typeface="Cambria Math" panose="02040503050406030204" pitchFamily="18" charset="0"/>
                                </a:rPr>
                              </m:ctrlPr>
                            </m:sSubPr>
                            <m:e>
                              <m:r>
                                <a:rPr lang="en-US" b="0" i="1" smtClean="0">
                                  <a:latin typeface="Cambria Math" panose="02040503050406030204" pitchFamily="18" charset="0"/>
                                </a:rPr>
                                <m:t>𝑋</m:t>
                              </m:r>
                            </m:e>
                            <m:sub>
                              <m:r>
                                <a:rPr lang="en-US" b="0" i="1" smtClean="0">
                                  <a:latin typeface="Cambria Math" panose="02040503050406030204" pitchFamily="18" charset="0"/>
                                </a:rPr>
                                <m:t>1</m:t>
                              </m:r>
                            </m:sub>
                          </m:sSub>
                          <m:r>
                            <a:rPr lang="en-US" b="0" i="1" smtClean="0">
                              <a:latin typeface="Cambria Math" panose="02040503050406030204" pitchFamily="18" charset="0"/>
                            </a:rPr>
                            <m:t>,</m:t>
                          </m:r>
                          <m:sSub>
                            <m:sSubPr>
                              <m:ctrlPr>
                                <a:rPr lang="en-US" b="0" i="1" smtClean="0">
                                  <a:latin typeface="Cambria Math" panose="02040503050406030204" pitchFamily="18" charset="0"/>
                                </a:rPr>
                              </m:ctrlPr>
                            </m:sSubPr>
                            <m:e>
                              <m:r>
                                <a:rPr lang="en-US" b="0" i="1" smtClean="0">
                                  <a:latin typeface="Cambria Math" panose="02040503050406030204" pitchFamily="18" charset="0"/>
                                </a:rPr>
                                <m:t>𝑋</m:t>
                              </m:r>
                            </m:e>
                            <m:sub>
                              <m:r>
                                <a:rPr lang="en-US" b="0" i="1" smtClean="0">
                                  <a:latin typeface="Cambria Math" panose="02040503050406030204" pitchFamily="18" charset="0"/>
                                </a:rPr>
                                <m:t>2</m:t>
                              </m:r>
                            </m:sub>
                          </m:sSub>
                          <m:r>
                            <a:rPr lang="en-US" b="0" i="1" smtClean="0">
                              <a:latin typeface="Cambria Math" panose="02040503050406030204" pitchFamily="18" charset="0"/>
                            </a:rPr>
                            <m:t>,…,</m:t>
                          </m:r>
                          <m:sSub>
                            <m:sSubPr>
                              <m:ctrlPr>
                                <a:rPr lang="en-US" b="0" i="1" smtClean="0">
                                  <a:latin typeface="Cambria Math" panose="02040503050406030204" pitchFamily="18" charset="0"/>
                                </a:rPr>
                              </m:ctrlPr>
                            </m:sSubPr>
                            <m:e>
                              <m:r>
                                <a:rPr lang="en-US" b="0" i="1" smtClean="0">
                                  <a:latin typeface="Cambria Math" panose="02040503050406030204" pitchFamily="18" charset="0"/>
                                </a:rPr>
                                <m:t>𝑋</m:t>
                              </m:r>
                            </m:e>
                            <m:sub>
                              <m:r>
                                <a:rPr lang="en-US" b="0" i="1" smtClean="0">
                                  <a:latin typeface="Cambria Math" panose="02040503050406030204" pitchFamily="18" charset="0"/>
                                </a:rPr>
                                <m:t>𝑛</m:t>
                              </m:r>
                            </m:sub>
                          </m:sSub>
                        </m:e>
                      </m:d>
                      <m:r>
                        <a:rPr lang="en-US" b="0" i="1" smtClean="0">
                          <a:latin typeface="Cambria Math" panose="02040503050406030204" pitchFamily="18" charset="0"/>
                        </a:rPr>
                        <m:t>=</m:t>
                      </m:r>
                      <m:r>
                        <a:rPr lang="en-US" b="0" i="1" smtClean="0">
                          <a:latin typeface="Cambria Math" panose="02040503050406030204" pitchFamily="18" charset="0"/>
                        </a:rPr>
                        <m:t>𝑃</m:t>
                      </m:r>
                      <m:d>
                        <m:dPr>
                          <m:ctrlPr>
                            <a:rPr lang="en-US" b="0" i="1" smtClean="0">
                              <a:latin typeface="Cambria Math" panose="02040503050406030204" pitchFamily="18" charset="0"/>
                            </a:rPr>
                          </m:ctrlPr>
                        </m:dPr>
                        <m:e>
                          <m:sSub>
                            <m:sSubPr>
                              <m:ctrlPr>
                                <a:rPr lang="en-US" b="0" i="1" smtClean="0">
                                  <a:latin typeface="Cambria Math" panose="02040503050406030204" pitchFamily="18" charset="0"/>
                                </a:rPr>
                              </m:ctrlPr>
                            </m:sSubPr>
                            <m:e>
                              <m:r>
                                <a:rPr lang="en-US" b="0" i="1" smtClean="0">
                                  <a:latin typeface="Cambria Math" panose="02040503050406030204" pitchFamily="18" charset="0"/>
                                </a:rPr>
                                <m:t>𝑋</m:t>
                              </m:r>
                            </m:e>
                            <m:sub>
                              <m:r>
                                <a:rPr lang="en-US" b="0" i="1" smtClean="0">
                                  <a:latin typeface="Cambria Math" panose="02040503050406030204" pitchFamily="18" charset="0"/>
                                </a:rPr>
                                <m:t>1</m:t>
                              </m:r>
                            </m:sub>
                          </m:sSub>
                        </m:e>
                      </m:d>
                      <m:r>
                        <a:rPr lang="en-US" b="0" i="1" smtClean="0">
                          <a:latin typeface="Cambria Math" panose="02040503050406030204" pitchFamily="18" charset="0"/>
                        </a:rPr>
                        <m:t>𝑃</m:t>
                      </m:r>
                      <m:d>
                        <m:dPr>
                          <m:ctrlPr>
                            <a:rPr lang="en-US" b="0" i="1" smtClean="0">
                              <a:latin typeface="Cambria Math" panose="02040503050406030204" pitchFamily="18" charset="0"/>
                            </a:rPr>
                          </m:ctrlPr>
                        </m:dPr>
                        <m:e>
                          <m:sSub>
                            <m:sSubPr>
                              <m:ctrlPr>
                                <a:rPr lang="en-US" b="0" i="1" smtClean="0">
                                  <a:latin typeface="Cambria Math" panose="02040503050406030204" pitchFamily="18" charset="0"/>
                                </a:rPr>
                              </m:ctrlPr>
                            </m:sSubPr>
                            <m:e>
                              <m:r>
                                <a:rPr lang="en-US" b="0" i="1" smtClean="0">
                                  <a:latin typeface="Cambria Math" panose="02040503050406030204" pitchFamily="18" charset="0"/>
                                </a:rPr>
                                <m:t>𝑋</m:t>
                              </m:r>
                            </m:e>
                            <m:sub>
                              <m:r>
                                <a:rPr lang="en-US" b="0" i="1" smtClean="0">
                                  <a:latin typeface="Cambria Math" panose="02040503050406030204" pitchFamily="18" charset="0"/>
                                </a:rPr>
                                <m:t>2</m:t>
                              </m:r>
                            </m:sub>
                          </m:sSub>
                        </m:e>
                      </m:d>
                      <m:r>
                        <a:rPr lang="en-US" b="0" i="1" smtClean="0">
                          <a:latin typeface="Cambria Math" panose="02040503050406030204" pitchFamily="18" charset="0"/>
                        </a:rPr>
                        <m:t>…</m:t>
                      </m:r>
                      <m:r>
                        <a:rPr lang="en-US" b="0" i="1" smtClean="0">
                          <a:latin typeface="Cambria Math" panose="02040503050406030204" pitchFamily="18" charset="0"/>
                        </a:rPr>
                        <m:t>𝑃</m:t>
                      </m:r>
                      <m:d>
                        <m:dPr>
                          <m:ctrlPr>
                            <a:rPr lang="en-US" b="0" i="1" smtClean="0">
                              <a:latin typeface="Cambria Math" panose="02040503050406030204" pitchFamily="18" charset="0"/>
                            </a:rPr>
                          </m:ctrlPr>
                        </m:dPr>
                        <m:e>
                          <m:sSub>
                            <m:sSubPr>
                              <m:ctrlPr>
                                <a:rPr lang="en-US" b="0" i="1" smtClean="0">
                                  <a:latin typeface="Cambria Math" panose="02040503050406030204" pitchFamily="18" charset="0"/>
                                </a:rPr>
                              </m:ctrlPr>
                            </m:sSubPr>
                            <m:e>
                              <m:r>
                                <a:rPr lang="en-US" b="0" i="1" smtClean="0">
                                  <a:latin typeface="Cambria Math" panose="02040503050406030204" pitchFamily="18" charset="0"/>
                                </a:rPr>
                                <m:t>𝑋</m:t>
                              </m:r>
                            </m:e>
                            <m:sub>
                              <m:r>
                                <a:rPr lang="en-US" b="0" i="1" smtClean="0">
                                  <a:latin typeface="Cambria Math" panose="02040503050406030204" pitchFamily="18" charset="0"/>
                                </a:rPr>
                                <m:t>𝑛</m:t>
                              </m:r>
                            </m:sub>
                          </m:sSub>
                        </m:e>
                      </m:d>
                      <m:r>
                        <a:rPr lang="en-US" b="0" i="1" smtClean="0">
                          <a:latin typeface="Cambria Math" panose="02040503050406030204" pitchFamily="18" charset="0"/>
                        </a:rPr>
                        <m:t>= </m:t>
                      </m:r>
                      <m:nary>
                        <m:naryPr>
                          <m:chr m:val="∏"/>
                          <m:ctrlPr>
                            <a:rPr lang="en-US" b="0" i="1" smtClean="0">
                              <a:latin typeface="Cambria Math" panose="02040503050406030204" pitchFamily="18" charset="0"/>
                            </a:rPr>
                          </m:ctrlPr>
                        </m:naryPr>
                        <m:sub>
                          <m:r>
                            <m:rPr>
                              <m:brk m:alnAt="23"/>
                            </m:rPr>
                            <a:rPr lang="en-US" b="0" i="1" smtClean="0">
                              <a:latin typeface="Cambria Math" panose="02040503050406030204" pitchFamily="18" charset="0"/>
                            </a:rPr>
                            <m:t>𝑖</m:t>
                          </m:r>
                          <m:r>
                            <a:rPr lang="en-US" b="0" i="1" smtClean="0">
                              <a:latin typeface="Cambria Math" panose="02040503050406030204" pitchFamily="18" charset="0"/>
                            </a:rPr>
                            <m:t>=1</m:t>
                          </m:r>
                        </m:sub>
                        <m:sup>
                          <m:r>
                            <a:rPr lang="en-US" b="0" i="1" smtClean="0">
                              <a:latin typeface="Cambria Math" panose="02040503050406030204" pitchFamily="18" charset="0"/>
                            </a:rPr>
                            <m:t>𝑛</m:t>
                          </m:r>
                        </m:sup>
                        <m:e>
                          <m:r>
                            <a:rPr lang="en-US" b="0" i="1" smtClean="0">
                              <a:latin typeface="Cambria Math" panose="02040503050406030204" pitchFamily="18" charset="0"/>
                            </a:rPr>
                            <m:t>𝑃</m:t>
                          </m:r>
                          <m:r>
                            <a:rPr lang="en-US" b="0" i="1" smtClean="0">
                              <a:latin typeface="Cambria Math" panose="02040503050406030204" pitchFamily="18" charset="0"/>
                            </a:rPr>
                            <m:t>(</m:t>
                          </m:r>
                          <m:sSub>
                            <m:sSubPr>
                              <m:ctrlPr>
                                <a:rPr lang="en-US" b="0" i="1" smtClean="0">
                                  <a:latin typeface="Cambria Math" panose="02040503050406030204" pitchFamily="18" charset="0"/>
                                </a:rPr>
                              </m:ctrlPr>
                            </m:sSubPr>
                            <m:e>
                              <m:r>
                                <a:rPr lang="en-US" b="0" i="1" smtClean="0">
                                  <a:latin typeface="Cambria Math" panose="02040503050406030204" pitchFamily="18" charset="0"/>
                                </a:rPr>
                                <m:t>𝑋</m:t>
                              </m:r>
                            </m:e>
                            <m:sub>
                              <m:r>
                                <a:rPr lang="en-US" b="0" i="1" smtClean="0">
                                  <a:latin typeface="Cambria Math" panose="02040503050406030204" pitchFamily="18" charset="0"/>
                                </a:rPr>
                                <m:t>𝑖</m:t>
                              </m:r>
                            </m:sub>
                          </m:sSub>
                          <m:r>
                            <a:rPr lang="en-US" b="0" i="1" smtClean="0">
                              <a:latin typeface="Cambria Math" panose="02040503050406030204" pitchFamily="18" charset="0"/>
                            </a:rPr>
                            <m:t>)</m:t>
                          </m:r>
                        </m:e>
                      </m:nary>
                    </m:oMath>
                  </m:oMathPara>
                </a14:m>
                <a:endParaRPr lang="en-US" dirty="0"/>
              </a:p>
            </p:txBody>
          </p:sp>
        </mc:Choice>
        <mc:Fallback xmlns="">
          <p:sp>
            <p:nvSpPr>
              <p:cNvPr id="12" name="TextBox 11">
                <a:extLst>
                  <a:ext uri="{FF2B5EF4-FFF2-40B4-BE49-F238E27FC236}">
                    <a16:creationId xmlns:a16="http://schemas.microsoft.com/office/drawing/2014/main" id="{E0DE6D7C-6F08-D589-A83B-8DE1A20C48F5}"/>
                  </a:ext>
                </a:extLst>
              </p:cNvPr>
              <p:cNvSpPr txBox="1">
                <a:spLocks noRot="1" noChangeAspect="1" noMove="1" noResize="1" noEditPoints="1" noAdjustHandles="1" noChangeArrowheads="1" noChangeShapeType="1" noTextEdit="1"/>
              </p:cNvSpPr>
              <p:nvPr/>
            </p:nvSpPr>
            <p:spPr>
              <a:xfrm>
                <a:off x="1550836" y="4495800"/>
                <a:ext cx="5486400" cy="848566"/>
              </a:xfrm>
              <a:prstGeom prst="rect">
                <a:avLst/>
              </a:prstGeom>
              <a:blipFill>
                <a:blip r:embed="rId3"/>
                <a:stretch>
                  <a:fillRect/>
                </a:stretch>
              </a:blipFill>
            </p:spPr>
            <p:txBody>
              <a:bodyPr/>
              <a:lstStyle/>
              <a:p>
                <a:r>
                  <a:rPr lang="en-US">
                    <a:noFill/>
                  </a:rPr>
                  <a:t> </a:t>
                </a:r>
              </a:p>
            </p:txBody>
          </p:sp>
        </mc:Fallback>
      </mc:AlternateContent>
      <p:sp>
        <p:nvSpPr>
          <p:cNvPr id="9" name="Speech Bubble: Rectangle 8">
            <a:extLst>
              <a:ext uri="{FF2B5EF4-FFF2-40B4-BE49-F238E27FC236}">
                <a16:creationId xmlns:a16="http://schemas.microsoft.com/office/drawing/2014/main" id="{5F11A22D-8F4C-4E4C-63E6-25439BA3CAD5}"/>
              </a:ext>
            </a:extLst>
          </p:cNvPr>
          <p:cNvSpPr/>
          <p:nvPr/>
        </p:nvSpPr>
        <p:spPr>
          <a:xfrm>
            <a:off x="1524000" y="5448418"/>
            <a:ext cx="1752600" cy="592136"/>
          </a:xfrm>
          <a:prstGeom prst="wedgeRectCallout">
            <a:avLst>
              <a:gd name="adj1" fmla="val 18246"/>
              <a:gd name="adj2" fmla="val -108292"/>
            </a:avLst>
          </a:prstGeom>
        </p:spPr>
        <p:style>
          <a:lnRef idx="2">
            <a:schemeClr val="accent1">
              <a:shade val="15000"/>
            </a:schemeClr>
          </a:lnRef>
          <a:fillRef idx="1">
            <a:schemeClr val="accent1"/>
          </a:fillRef>
          <a:effectRef idx="0">
            <a:schemeClr val="accent1"/>
          </a:effectRef>
          <a:fontRef idx="minor">
            <a:schemeClr val="lt1"/>
          </a:fontRef>
        </p:style>
        <p:txBody>
          <a:bodyPr rtlCol="0" anchor="ctr"/>
          <a:lstStyle/>
          <a:p>
            <a:pPr algn="ctr"/>
            <a:r>
              <a:rPr lang="en-US" dirty="0"/>
              <a:t>Joint probability distribution</a:t>
            </a:r>
          </a:p>
        </p:txBody>
      </p:sp>
      <p:grpSp>
        <p:nvGrpSpPr>
          <p:cNvPr id="17" name="Group 16">
            <a:extLst>
              <a:ext uri="{FF2B5EF4-FFF2-40B4-BE49-F238E27FC236}">
                <a16:creationId xmlns:a16="http://schemas.microsoft.com/office/drawing/2014/main" id="{B553DF30-3FA6-7793-E8D6-450A9978717F}"/>
              </a:ext>
            </a:extLst>
          </p:cNvPr>
          <p:cNvGrpSpPr/>
          <p:nvPr/>
        </p:nvGrpSpPr>
        <p:grpSpPr>
          <a:xfrm>
            <a:off x="3048000" y="3810000"/>
            <a:ext cx="3124200" cy="990600"/>
            <a:chOff x="3048000" y="3810000"/>
            <a:chExt cx="3124200" cy="990600"/>
          </a:xfrm>
        </p:grpSpPr>
        <p:cxnSp>
          <p:nvCxnSpPr>
            <p:cNvPr id="11" name="Straight Arrow Connector 10">
              <a:extLst>
                <a:ext uri="{FF2B5EF4-FFF2-40B4-BE49-F238E27FC236}">
                  <a16:creationId xmlns:a16="http://schemas.microsoft.com/office/drawing/2014/main" id="{B7D9DFC1-D1AC-576D-3BCD-5130452221A0}"/>
                </a:ext>
              </a:extLst>
            </p:cNvPr>
            <p:cNvCxnSpPr/>
            <p:nvPr/>
          </p:nvCxnSpPr>
          <p:spPr>
            <a:xfrm>
              <a:off x="3048000" y="3810000"/>
              <a:ext cx="762000" cy="914400"/>
            </a:xfrm>
            <a:prstGeom prst="straightConnector1">
              <a:avLst/>
            </a:prstGeom>
            <a:ln>
              <a:headEnd type="triangle" w="med" len="med"/>
              <a:tailEnd type="triangle" w="med" len="med"/>
            </a:ln>
          </p:spPr>
          <p:style>
            <a:lnRef idx="1">
              <a:schemeClr val="accent1"/>
            </a:lnRef>
            <a:fillRef idx="0">
              <a:schemeClr val="accent1"/>
            </a:fillRef>
            <a:effectRef idx="0">
              <a:schemeClr val="accent1"/>
            </a:effectRef>
            <a:fontRef idx="minor">
              <a:schemeClr val="tx1"/>
            </a:fontRef>
          </p:style>
        </p:cxnSp>
        <p:cxnSp>
          <p:nvCxnSpPr>
            <p:cNvPr id="14" name="Straight Arrow Connector 13">
              <a:extLst>
                <a:ext uri="{FF2B5EF4-FFF2-40B4-BE49-F238E27FC236}">
                  <a16:creationId xmlns:a16="http://schemas.microsoft.com/office/drawing/2014/main" id="{C32F5828-7F0A-5334-8721-A59463C32453}"/>
                </a:ext>
              </a:extLst>
            </p:cNvPr>
            <p:cNvCxnSpPr/>
            <p:nvPr/>
          </p:nvCxnSpPr>
          <p:spPr>
            <a:xfrm>
              <a:off x="4343400" y="3886200"/>
              <a:ext cx="152400" cy="914400"/>
            </a:xfrm>
            <a:prstGeom prst="straightConnector1">
              <a:avLst/>
            </a:prstGeom>
            <a:ln>
              <a:headEnd type="triangle" w="med" len="med"/>
              <a:tailEnd type="triangle" w="med" len="med"/>
            </a:ln>
          </p:spPr>
          <p:style>
            <a:lnRef idx="1">
              <a:schemeClr val="accent1"/>
            </a:lnRef>
            <a:fillRef idx="0">
              <a:schemeClr val="accent1"/>
            </a:fillRef>
            <a:effectRef idx="0">
              <a:schemeClr val="accent1"/>
            </a:effectRef>
            <a:fontRef idx="minor">
              <a:schemeClr val="tx1"/>
            </a:fontRef>
          </p:style>
        </p:cxnSp>
        <p:cxnSp>
          <p:nvCxnSpPr>
            <p:cNvPr id="16" name="Straight Arrow Connector 15">
              <a:extLst>
                <a:ext uri="{FF2B5EF4-FFF2-40B4-BE49-F238E27FC236}">
                  <a16:creationId xmlns:a16="http://schemas.microsoft.com/office/drawing/2014/main" id="{24B27D94-624B-4578-743B-FD612CAEF350}"/>
                </a:ext>
              </a:extLst>
            </p:cNvPr>
            <p:cNvCxnSpPr/>
            <p:nvPr/>
          </p:nvCxnSpPr>
          <p:spPr>
            <a:xfrm flipH="1">
              <a:off x="5334002" y="3810000"/>
              <a:ext cx="838198" cy="990600"/>
            </a:xfrm>
            <a:prstGeom prst="straightConnector1">
              <a:avLst/>
            </a:prstGeom>
            <a:ln>
              <a:headEnd type="triangle" w="med" len="med"/>
              <a:tailEnd type="triangle" w="med" len="med"/>
            </a:ln>
          </p:spPr>
          <p:style>
            <a:lnRef idx="1">
              <a:schemeClr val="accent1"/>
            </a:lnRef>
            <a:fillRef idx="0">
              <a:schemeClr val="accent1"/>
            </a:fillRef>
            <a:effectRef idx="0">
              <a:schemeClr val="accent1"/>
            </a:effectRef>
            <a:fontRef idx="minor">
              <a:schemeClr val="tx1"/>
            </a:fontRef>
          </p:style>
        </p:cxnSp>
      </p:grpSp>
    </p:spTree>
  </p:cSld>
  <p:clrMapOvr>
    <a:masterClrMapping/>
  </p:clrMapOvr>
  <p:timing>
    <p:tnLst>
      <p:par>
        <p:cTn id="1" dur="indefinite" restart="never" nodeType="tmRoot">
          <p:childTnLst>
            <p:seq concurrent="1" nextAc="seek">
              <p:cTn id="2" dur="indefinite" nodeType="mainSeq">
                <p:childTnLst>
                  <p:par>
                    <p:cTn id="3" fill="hold">
                      <p:stCondLst>
                        <p:cond delay="indefinite"/>
                      </p:stCondLst>
                      <p:childTnLst>
                        <p:par>
                          <p:cTn id="4" fill="hold">
                            <p:stCondLst>
                              <p:cond delay="0"/>
                            </p:stCondLst>
                            <p:childTnLst>
                              <p:par>
                                <p:cTn id="5" presetID="1" presetClass="entr" presetSubtype="0" fill="hold" nodeType="clickEffect">
                                  <p:stCondLst>
                                    <p:cond delay="0"/>
                                  </p:stCondLst>
                                  <p:childTnLst>
                                    <p:set>
                                      <p:cBhvr>
                                        <p:cTn id="6" dur="1" fill="hold">
                                          <p:stCondLst>
                                            <p:cond delay="0"/>
                                          </p:stCondLst>
                                        </p:cTn>
                                        <p:tgtEl>
                                          <p:spTgt spid="17"/>
                                        </p:tgtEl>
                                        <p:attrNameLst>
                                          <p:attrName>style.visibility</p:attrName>
                                        </p:attrNameLst>
                                      </p:cBhvr>
                                      <p:to>
                                        <p:strVal val="visible"/>
                                      </p:to>
                                    </p:set>
                                  </p:childTnLst>
                                </p:cTn>
                              </p:par>
                            </p:childTnLst>
                          </p:cTn>
                        </p:par>
                      </p:childTnLst>
                    </p:cTn>
                  </p:par>
                </p:childTnLst>
              </p:cTn>
              <p:prevCondLst>
                <p:cond evt="onPrev" delay="0">
                  <p:tgtEl>
                    <p:sldTgt/>
                  </p:tgtEl>
                </p:cond>
              </p:prevCondLst>
              <p:nextCondLst>
                <p:cond evt="onNext" delay="0">
                  <p:tgtEl>
                    <p:sldTgt/>
                  </p:tgtEl>
                </p:cond>
              </p:nextCondLst>
            </p:seq>
          </p:childTnLst>
        </p:cTn>
      </p:par>
    </p:tnLst>
  </p:timing>
</p:sld>
</file>

<file path=ppt/slides/slide8.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Title 1"/>
          <p:cNvSpPr>
            <a:spLocks noGrp="1"/>
          </p:cNvSpPr>
          <p:nvPr>
            <p:ph type="title"/>
          </p:nvPr>
        </p:nvSpPr>
        <p:spPr/>
        <p:txBody>
          <a:bodyPr/>
          <a:lstStyle/>
          <a:p>
            <a:r>
              <a:rPr lang="en-US" dirty="0"/>
              <a:t>Example: Naïve Bayes Spam Filter</a:t>
            </a:r>
          </a:p>
        </p:txBody>
      </p:sp>
      <mc:AlternateContent xmlns:mc="http://schemas.openxmlformats.org/markup-compatibility/2006" xmlns:a14="http://schemas.microsoft.com/office/drawing/2010/main">
        <mc:Choice Requires="a14">
          <p:sp>
            <p:nvSpPr>
              <p:cNvPr id="19" name="Content Placeholder 18"/>
              <p:cNvSpPr>
                <a:spLocks noGrp="1"/>
              </p:cNvSpPr>
              <p:nvPr>
                <p:ph idx="1"/>
              </p:nvPr>
            </p:nvSpPr>
            <p:spPr>
              <a:xfrm>
                <a:off x="628650" y="1564869"/>
                <a:ext cx="7886700" cy="1645546"/>
              </a:xfrm>
            </p:spPr>
            <p:txBody>
              <a:bodyPr>
                <a:normAutofit fontScale="92500" lnSpcReduction="20000"/>
              </a:bodyPr>
              <a:lstStyle/>
              <a:p>
                <a:pPr marL="0" indent="0">
                  <a:buNone/>
                </a:pPr>
                <a:r>
                  <a:rPr lang="en-US" dirty="0"/>
                  <a:t>Random variables:</a:t>
                </a:r>
              </a:p>
              <a:p>
                <a:pPr lvl="1"/>
                <a14:m>
                  <m:oMath xmlns:m="http://schemas.openxmlformats.org/officeDocument/2006/math">
                    <m:r>
                      <a:rPr lang="en-US" i="1">
                        <a:solidFill>
                          <a:srgbClr val="0066FF"/>
                        </a:solidFill>
                        <a:latin typeface="Cambria Math" panose="02040503050406030204" pitchFamily="18" charset="0"/>
                      </a:rPr>
                      <m:t>𝐻</m:t>
                    </m:r>
                  </m:oMath>
                </a14:m>
                <a:r>
                  <a:rPr lang="en-US" dirty="0"/>
                  <a:t>: message class (spam or not spam)</a:t>
                </a:r>
              </a:p>
              <a:p>
                <a:pPr lvl="1"/>
                <a14:m>
                  <m:oMath xmlns:m="http://schemas.openxmlformats.org/officeDocument/2006/math">
                    <m:r>
                      <a:rPr lang="en-US" i="1" dirty="0" smtClean="0">
                        <a:solidFill>
                          <a:srgbClr val="0066FF"/>
                        </a:solidFill>
                        <a:latin typeface="Cambria Math" panose="02040503050406030204" pitchFamily="18" charset="0"/>
                      </a:rPr>
                      <m:t>𝑊</m:t>
                    </m:r>
                    <m:r>
                      <a:rPr lang="en-US" i="1" baseline="-25000" dirty="0">
                        <a:solidFill>
                          <a:srgbClr val="0066FF"/>
                        </a:solidFill>
                        <a:latin typeface="Cambria Math" panose="02040503050406030204" pitchFamily="18" charset="0"/>
                      </a:rPr>
                      <m:t>1</m:t>
                    </m:r>
                    <m:r>
                      <a:rPr lang="en-US" i="1" dirty="0">
                        <a:solidFill>
                          <a:srgbClr val="0066FF"/>
                        </a:solidFill>
                        <a:latin typeface="Cambria Math" panose="02040503050406030204" pitchFamily="18" charset="0"/>
                      </a:rPr>
                      <m:t>, …, </m:t>
                    </m:r>
                    <m:r>
                      <a:rPr lang="en-US" i="1" dirty="0" err="1">
                        <a:solidFill>
                          <a:srgbClr val="0066FF"/>
                        </a:solidFill>
                        <a:latin typeface="Cambria Math" panose="02040503050406030204" pitchFamily="18" charset="0"/>
                      </a:rPr>
                      <m:t>𝑊</m:t>
                    </m:r>
                    <m:r>
                      <a:rPr lang="en-US" i="1" baseline="-25000" dirty="0" err="1">
                        <a:solidFill>
                          <a:srgbClr val="0066FF"/>
                        </a:solidFill>
                        <a:latin typeface="Cambria Math" panose="02040503050406030204" pitchFamily="18" charset="0"/>
                      </a:rPr>
                      <m:t>𝑛</m:t>
                    </m:r>
                  </m:oMath>
                </a14:m>
                <a:r>
                  <a:rPr lang="en-US" dirty="0"/>
                  <a:t>: presence or absence of words comprising the message</a:t>
                </a:r>
              </a:p>
              <a:p>
                <a:pPr marL="0" indent="0">
                  <a:buNone/>
                </a:pPr>
                <a:endParaRPr lang="en-US" dirty="0"/>
              </a:p>
              <a:p>
                <a:pPr marL="0" indent="0">
                  <a:buNone/>
                </a:pPr>
                <a:r>
                  <a:rPr lang="en-US" b="1" dirty="0">
                    <a:solidFill>
                      <a:srgbClr val="FF0000"/>
                    </a:solidFill>
                  </a:rPr>
                  <a:t>Words depend on the class, but they are modeled conditional independent of each other given the class (= no direct connection between words).</a:t>
                </a:r>
              </a:p>
            </p:txBody>
          </p:sp>
        </mc:Choice>
        <mc:Fallback xmlns="">
          <p:sp>
            <p:nvSpPr>
              <p:cNvPr id="19" name="Content Placeholder 18"/>
              <p:cNvSpPr>
                <a:spLocks noGrp="1" noRot="1" noChangeAspect="1" noMove="1" noResize="1" noEditPoints="1" noAdjustHandles="1" noChangeArrowheads="1" noChangeShapeType="1" noTextEdit="1"/>
              </p:cNvSpPr>
              <p:nvPr>
                <p:ph idx="1"/>
              </p:nvPr>
            </p:nvSpPr>
            <p:spPr>
              <a:xfrm>
                <a:off x="628650" y="1564869"/>
                <a:ext cx="7886700" cy="1645546"/>
              </a:xfrm>
              <a:blipFill>
                <a:blip r:embed="rId3"/>
                <a:stretch>
                  <a:fillRect l="-696" t="-6296" b="-2593"/>
                </a:stretch>
              </a:blipFill>
            </p:spPr>
            <p:txBody>
              <a:bodyPr/>
              <a:lstStyle/>
              <a:p>
                <a:r>
                  <a:rPr lang="en-US">
                    <a:noFill/>
                  </a:rPr>
                  <a:t> </a:t>
                </a:r>
              </a:p>
            </p:txBody>
          </p:sp>
        </mc:Fallback>
      </mc:AlternateContent>
      <p:grpSp>
        <p:nvGrpSpPr>
          <p:cNvPr id="3" name="Group 2">
            <a:extLst>
              <a:ext uri="{FF2B5EF4-FFF2-40B4-BE49-F238E27FC236}">
                <a16:creationId xmlns:a16="http://schemas.microsoft.com/office/drawing/2014/main" id="{02BB3921-C529-868F-F097-EF892DA59F7D}"/>
              </a:ext>
              <a:ext uri="{C183D7F6-B498-43B3-948B-1728B52AA6E4}">
                <adec:decorative xmlns:adec="http://schemas.microsoft.com/office/drawing/2017/decorative" val="1"/>
              </a:ext>
            </a:extLst>
          </p:cNvPr>
          <p:cNvGrpSpPr/>
          <p:nvPr/>
        </p:nvGrpSpPr>
        <p:grpSpPr>
          <a:xfrm>
            <a:off x="2514600" y="3124200"/>
            <a:ext cx="4114800" cy="2306029"/>
            <a:chOff x="2552700" y="4018571"/>
            <a:chExt cx="4114800" cy="2306029"/>
          </a:xfrm>
        </p:grpSpPr>
        <mc:AlternateContent xmlns:mc="http://schemas.openxmlformats.org/markup-compatibility/2006" xmlns:a14="http://schemas.microsoft.com/office/drawing/2010/main">
          <mc:Choice Requires="a14">
            <p:sp>
              <p:nvSpPr>
                <p:cNvPr id="4" name="Oval 3"/>
                <p:cNvSpPr/>
                <p:nvPr/>
              </p:nvSpPr>
              <p:spPr>
                <a:xfrm>
                  <a:off x="2552700" y="5638800"/>
                  <a:ext cx="685800" cy="685800"/>
                </a:xfrm>
                <a:prstGeom prst="ellipse">
                  <a:avLst/>
                </a:prstGeom>
                <a:noFill/>
                <a:ln w="22225">
                  <a:solidFill>
                    <a:schemeClr val="tx1"/>
                  </a:solidFill>
                </a:ln>
              </p:spPr>
              <p:style>
                <a:lnRef idx="2">
                  <a:schemeClr val="accent1">
                    <a:shade val="50000"/>
                  </a:schemeClr>
                </a:lnRef>
                <a:fillRef idx="1">
                  <a:schemeClr val="accent1"/>
                </a:fillRef>
                <a:effectRef idx="0">
                  <a:schemeClr val="accent1"/>
                </a:effectRef>
                <a:fontRef idx="minor">
                  <a:schemeClr val="lt1"/>
                </a:fontRef>
              </p:style>
              <p:txBody>
                <a:bodyPr rtlCol="0" anchor="ctr"/>
                <a:lstStyle/>
                <a:p>
                  <a:pPr algn="ctr"/>
                  <a14:m>
                    <m:oMathPara xmlns:m="http://schemas.openxmlformats.org/officeDocument/2006/math">
                      <m:oMathParaPr>
                        <m:jc m:val="centerGroup"/>
                      </m:oMathParaPr>
                      <m:oMath xmlns:m="http://schemas.openxmlformats.org/officeDocument/2006/math">
                        <m:r>
                          <a:rPr lang="en-US" i="1" dirty="0" smtClean="0">
                            <a:solidFill>
                              <a:schemeClr val="tx1"/>
                            </a:solidFill>
                            <a:latin typeface="Cambria Math" panose="02040503050406030204" pitchFamily="18" charset="0"/>
                          </a:rPr>
                          <m:t>𝑊</m:t>
                        </m:r>
                        <m:r>
                          <a:rPr lang="en-US" i="1" baseline="-25000" dirty="0">
                            <a:solidFill>
                              <a:schemeClr val="tx1"/>
                            </a:solidFill>
                            <a:latin typeface="Cambria Math" panose="02040503050406030204" pitchFamily="18" charset="0"/>
                          </a:rPr>
                          <m:t>1</m:t>
                        </m:r>
                      </m:oMath>
                    </m:oMathPara>
                  </a14:m>
                  <a:endParaRPr lang="en-US" baseline="-25000" dirty="0">
                    <a:solidFill>
                      <a:schemeClr val="tx1"/>
                    </a:solidFill>
                  </a:endParaRPr>
                </a:p>
              </p:txBody>
            </p:sp>
          </mc:Choice>
          <mc:Fallback xmlns="">
            <p:sp>
              <p:nvSpPr>
                <p:cNvPr id="4" name="Oval 3"/>
                <p:cNvSpPr>
                  <a:spLocks noRot="1" noChangeAspect="1" noMove="1" noResize="1" noEditPoints="1" noAdjustHandles="1" noChangeArrowheads="1" noChangeShapeType="1" noTextEdit="1"/>
                </p:cNvSpPr>
                <p:nvPr/>
              </p:nvSpPr>
              <p:spPr>
                <a:xfrm>
                  <a:off x="2552700" y="5638800"/>
                  <a:ext cx="685800" cy="685800"/>
                </a:xfrm>
                <a:prstGeom prst="ellipse">
                  <a:avLst/>
                </a:prstGeom>
                <a:blipFill>
                  <a:blip r:embed="rId4"/>
                  <a:stretch>
                    <a:fillRect/>
                  </a:stretch>
                </a:blipFill>
                <a:ln w="22225">
                  <a:solidFill>
                    <a:schemeClr val="tx1"/>
                  </a:solidFill>
                </a:ln>
              </p:spPr>
              <p:txBody>
                <a:bodyPr/>
                <a:lstStyle/>
                <a:p>
                  <a:r>
                    <a:rPr lang="en-US">
                      <a:noFill/>
                    </a:rPr>
                    <a:t> </a:t>
                  </a:r>
                </a:p>
              </p:txBody>
            </p:sp>
          </mc:Fallback>
        </mc:AlternateContent>
        <mc:AlternateContent xmlns:mc="http://schemas.openxmlformats.org/markup-compatibility/2006" xmlns:a14="http://schemas.microsoft.com/office/drawing/2010/main">
          <mc:Choice Requires="a14">
            <p:sp>
              <p:nvSpPr>
                <p:cNvPr id="5" name="Oval 4"/>
                <p:cNvSpPr/>
                <p:nvPr/>
              </p:nvSpPr>
              <p:spPr>
                <a:xfrm>
                  <a:off x="3924300" y="5638800"/>
                  <a:ext cx="685800" cy="685800"/>
                </a:xfrm>
                <a:prstGeom prst="ellipse">
                  <a:avLst/>
                </a:prstGeom>
                <a:noFill/>
                <a:ln w="22225">
                  <a:solidFill>
                    <a:schemeClr val="tx1"/>
                  </a:solidFill>
                </a:ln>
              </p:spPr>
              <p:style>
                <a:lnRef idx="2">
                  <a:schemeClr val="accent1">
                    <a:shade val="50000"/>
                  </a:schemeClr>
                </a:lnRef>
                <a:fillRef idx="1">
                  <a:schemeClr val="accent1"/>
                </a:fillRef>
                <a:effectRef idx="0">
                  <a:schemeClr val="accent1"/>
                </a:effectRef>
                <a:fontRef idx="minor">
                  <a:schemeClr val="lt1"/>
                </a:fontRef>
              </p:style>
              <p:txBody>
                <a:bodyPr rtlCol="0" anchor="ctr"/>
                <a:lstStyle/>
                <a:p>
                  <a:pPr algn="ctr"/>
                  <a14:m>
                    <m:oMathPara xmlns:m="http://schemas.openxmlformats.org/officeDocument/2006/math">
                      <m:oMathParaPr>
                        <m:jc m:val="centerGroup"/>
                      </m:oMathParaPr>
                      <m:oMath xmlns:m="http://schemas.openxmlformats.org/officeDocument/2006/math">
                        <m:r>
                          <a:rPr lang="en-US" i="1" dirty="0" smtClean="0">
                            <a:solidFill>
                              <a:schemeClr val="tx1"/>
                            </a:solidFill>
                            <a:latin typeface="Cambria Math" panose="02040503050406030204" pitchFamily="18" charset="0"/>
                          </a:rPr>
                          <m:t>𝑊</m:t>
                        </m:r>
                        <m:r>
                          <a:rPr lang="en-US" i="1" baseline="-25000" dirty="0">
                            <a:solidFill>
                              <a:schemeClr val="tx1"/>
                            </a:solidFill>
                            <a:latin typeface="Cambria Math" panose="02040503050406030204" pitchFamily="18" charset="0"/>
                          </a:rPr>
                          <m:t>2</m:t>
                        </m:r>
                      </m:oMath>
                    </m:oMathPara>
                  </a14:m>
                  <a:endParaRPr lang="en-US" baseline="-25000" dirty="0">
                    <a:solidFill>
                      <a:schemeClr val="tx1"/>
                    </a:solidFill>
                  </a:endParaRPr>
                </a:p>
              </p:txBody>
            </p:sp>
          </mc:Choice>
          <mc:Fallback xmlns="">
            <p:sp>
              <p:nvSpPr>
                <p:cNvPr id="5" name="Oval 4"/>
                <p:cNvSpPr>
                  <a:spLocks noRot="1" noChangeAspect="1" noMove="1" noResize="1" noEditPoints="1" noAdjustHandles="1" noChangeArrowheads="1" noChangeShapeType="1" noTextEdit="1"/>
                </p:cNvSpPr>
                <p:nvPr/>
              </p:nvSpPr>
              <p:spPr>
                <a:xfrm>
                  <a:off x="3924300" y="5638800"/>
                  <a:ext cx="685800" cy="685800"/>
                </a:xfrm>
                <a:prstGeom prst="ellipse">
                  <a:avLst/>
                </a:prstGeom>
                <a:blipFill>
                  <a:blip r:embed="rId5"/>
                  <a:stretch>
                    <a:fillRect/>
                  </a:stretch>
                </a:blipFill>
                <a:ln w="22225">
                  <a:solidFill>
                    <a:schemeClr val="tx1"/>
                  </a:solidFill>
                </a:ln>
              </p:spPr>
              <p:txBody>
                <a:bodyPr/>
                <a:lstStyle/>
                <a:p>
                  <a:r>
                    <a:rPr lang="en-US">
                      <a:noFill/>
                    </a:rPr>
                    <a:t> </a:t>
                  </a:r>
                </a:p>
              </p:txBody>
            </p:sp>
          </mc:Fallback>
        </mc:AlternateContent>
        <mc:AlternateContent xmlns:mc="http://schemas.openxmlformats.org/markup-compatibility/2006" xmlns:a14="http://schemas.microsoft.com/office/drawing/2010/main">
          <mc:Choice Requires="a14">
            <p:sp>
              <p:nvSpPr>
                <p:cNvPr id="6" name="Oval 5"/>
                <p:cNvSpPr/>
                <p:nvPr/>
              </p:nvSpPr>
              <p:spPr>
                <a:xfrm>
                  <a:off x="5981700" y="5638800"/>
                  <a:ext cx="685800" cy="685800"/>
                </a:xfrm>
                <a:prstGeom prst="ellipse">
                  <a:avLst/>
                </a:prstGeom>
                <a:noFill/>
                <a:ln w="22225">
                  <a:solidFill>
                    <a:schemeClr val="tx1"/>
                  </a:solidFill>
                </a:ln>
              </p:spPr>
              <p:style>
                <a:lnRef idx="2">
                  <a:schemeClr val="accent1">
                    <a:shade val="50000"/>
                  </a:schemeClr>
                </a:lnRef>
                <a:fillRef idx="1">
                  <a:schemeClr val="accent1"/>
                </a:fillRef>
                <a:effectRef idx="0">
                  <a:schemeClr val="accent1"/>
                </a:effectRef>
                <a:fontRef idx="minor">
                  <a:schemeClr val="lt1"/>
                </a:fontRef>
              </p:style>
              <p:txBody>
                <a:bodyPr rtlCol="0" anchor="ctr"/>
                <a:lstStyle/>
                <a:p>
                  <a:pPr algn="ctr"/>
                  <a14:m>
                    <m:oMathPara xmlns:m="http://schemas.openxmlformats.org/officeDocument/2006/math">
                      <m:oMathParaPr>
                        <m:jc m:val="centerGroup"/>
                      </m:oMathParaPr>
                      <m:oMath xmlns:m="http://schemas.openxmlformats.org/officeDocument/2006/math">
                        <m:r>
                          <a:rPr lang="en-US" i="1" dirty="0" smtClean="0">
                            <a:solidFill>
                              <a:schemeClr val="tx1"/>
                            </a:solidFill>
                            <a:latin typeface="Cambria Math" panose="02040503050406030204" pitchFamily="18" charset="0"/>
                          </a:rPr>
                          <m:t>𝑊</m:t>
                        </m:r>
                        <m:r>
                          <a:rPr lang="en-US" i="1" baseline="-25000" dirty="0">
                            <a:solidFill>
                              <a:schemeClr val="tx1"/>
                            </a:solidFill>
                            <a:latin typeface="Cambria Math" panose="02040503050406030204" pitchFamily="18" charset="0"/>
                          </a:rPr>
                          <m:t>𝑛</m:t>
                        </m:r>
                      </m:oMath>
                    </m:oMathPara>
                  </a14:m>
                  <a:endParaRPr lang="en-US" baseline="-25000" dirty="0">
                    <a:solidFill>
                      <a:schemeClr val="tx1"/>
                    </a:solidFill>
                  </a:endParaRPr>
                </a:p>
              </p:txBody>
            </p:sp>
          </mc:Choice>
          <mc:Fallback xmlns="">
            <p:sp>
              <p:nvSpPr>
                <p:cNvPr id="6" name="Oval 5"/>
                <p:cNvSpPr>
                  <a:spLocks noRot="1" noChangeAspect="1" noMove="1" noResize="1" noEditPoints="1" noAdjustHandles="1" noChangeArrowheads="1" noChangeShapeType="1" noTextEdit="1"/>
                </p:cNvSpPr>
                <p:nvPr/>
              </p:nvSpPr>
              <p:spPr>
                <a:xfrm>
                  <a:off x="5981700" y="5638800"/>
                  <a:ext cx="685800" cy="685800"/>
                </a:xfrm>
                <a:prstGeom prst="ellipse">
                  <a:avLst/>
                </a:prstGeom>
                <a:blipFill>
                  <a:blip r:embed="rId6"/>
                  <a:stretch>
                    <a:fillRect/>
                  </a:stretch>
                </a:blipFill>
                <a:ln w="22225">
                  <a:solidFill>
                    <a:schemeClr val="tx1"/>
                  </a:solidFill>
                </a:ln>
              </p:spPr>
              <p:txBody>
                <a:bodyPr/>
                <a:lstStyle/>
                <a:p>
                  <a:r>
                    <a:rPr lang="en-US">
                      <a:noFill/>
                    </a:rPr>
                    <a:t> </a:t>
                  </a:r>
                </a:p>
              </p:txBody>
            </p:sp>
          </mc:Fallback>
        </mc:AlternateContent>
        <p:sp>
          <p:nvSpPr>
            <p:cNvPr id="7" name="Rectangle 6"/>
            <p:cNvSpPr/>
            <p:nvPr/>
          </p:nvSpPr>
          <p:spPr>
            <a:xfrm>
              <a:off x="5056217" y="5450160"/>
              <a:ext cx="962901" cy="646331"/>
            </a:xfrm>
            <a:prstGeom prst="rect">
              <a:avLst/>
            </a:prstGeom>
          </p:spPr>
          <p:txBody>
            <a:bodyPr wrap="square">
              <a:spAutoFit/>
            </a:bodyPr>
            <a:lstStyle/>
            <a:p>
              <a:r>
                <a:rPr lang="en-US" sz="3600" dirty="0"/>
                <a:t>…</a:t>
              </a:r>
            </a:p>
          </p:txBody>
        </p:sp>
        <mc:AlternateContent xmlns:mc="http://schemas.openxmlformats.org/markup-compatibility/2006" xmlns:a14="http://schemas.microsoft.com/office/drawing/2010/main">
          <mc:Choice Requires="a14">
            <p:sp>
              <p:nvSpPr>
                <p:cNvPr id="8" name="Oval 7"/>
                <p:cNvSpPr/>
                <p:nvPr/>
              </p:nvSpPr>
              <p:spPr>
                <a:xfrm>
                  <a:off x="3924300" y="4018571"/>
                  <a:ext cx="685800" cy="685800"/>
                </a:xfrm>
                <a:prstGeom prst="ellipse">
                  <a:avLst/>
                </a:prstGeom>
                <a:noFill/>
                <a:ln w="22225">
                  <a:solidFill>
                    <a:schemeClr val="tx1"/>
                  </a:solidFill>
                </a:ln>
              </p:spPr>
              <p:style>
                <a:lnRef idx="2">
                  <a:schemeClr val="accent1">
                    <a:shade val="50000"/>
                  </a:schemeClr>
                </a:lnRef>
                <a:fillRef idx="1">
                  <a:schemeClr val="accent1"/>
                </a:fillRef>
                <a:effectRef idx="0">
                  <a:schemeClr val="accent1"/>
                </a:effectRef>
                <a:fontRef idx="minor">
                  <a:schemeClr val="lt1"/>
                </a:fontRef>
              </p:style>
              <p:txBody>
                <a:bodyPr rtlCol="0" anchor="ctr"/>
                <a:lstStyle/>
                <a:p>
                  <a:pPr algn="ctr"/>
                  <a14:m>
                    <m:oMathPara xmlns:m="http://schemas.openxmlformats.org/officeDocument/2006/math">
                      <m:oMathParaPr>
                        <m:jc m:val="centerGroup"/>
                      </m:oMathParaPr>
                      <m:oMath xmlns:m="http://schemas.openxmlformats.org/officeDocument/2006/math">
                        <m:r>
                          <a:rPr lang="en-US" sz="2400" i="1" baseline="-25000" dirty="0" smtClean="0">
                            <a:solidFill>
                              <a:schemeClr val="tx1"/>
                            </a:solidFill>
                            <a:latin typeface="Cambria Math" panose="02040503050406030204" pitchFamily="18" charset="0"/>
                          </a:rPr>
                          <m:t>𝐻</m:t>
                        </m:r>
                      </m:oMath>
                    </m:oMathPara>
                  </a14:m>
                  <a:endParaRPr lang="en-US" sz="2400" baseline="-25000" dirty="0">
                    <a:solidFill>
                      <a:schemeClr val="tx1"/>
                    </a:solidFill>
                  </a:endParaRPr>
                </a:p>
              </p:txBody>
            </p:sp>
          </mc:Choice>
          <mc:Fallback xmlns="">
            <p:sp>
              <p:nvSpPr>
                <p:cNvPr id="8" name="Oval 7"/>
                <p:cNvSpPr>
                  <a:spLocks noRot="1" noChangeAspect="1" noMove="1" noResize="1" noEditPoints="1" noAdjustHandles="1" noChangeArrowheads="1" noChangeShapeType="1" noTextEdit="1"/>
                </p:cNvSpPr>
                <p:nvPr/>
              </p:nvSpPr>
              <p:spPr>
                <a:xfrm>
                  <a:off x="3924300" y="4018571"/>
                  <a:ext cx="685800" cy="685800"/>
                </a:xfrm>
                <a:prstGeom prst="ellipse">
                  <a:avLst/>
                </a:prstGeom>
                <a:blipFill>
                  <a:blip r:embed="rId7"/>
                  <a:stretch>
                    <a:fillRect/>
                  </a:stretch>
                </a:blipFill>
                <a:ln w="22225">
                  <a:solidFill>
                    <a:schemeClr val="tx1"/>
                  </a:solidFill>
                </a:ln>
              </p:spPr>
              <p:txBody>
                <a:bodyPr/>
                <a:lstStyle/>
                <a:p>
                  <a:r>
                    <a:rPr lang="en-US">
                      <a:noFill/>
                    </a:rPr>
                    <a:t> </a:t>
                  </a:r>
                </a:p>
              </p:txBody>
            </p:sp>
          </mc:Fallback>
        </mc:AlternateContent>
        <p:cxnSp>
          <p:nvCxnSpPr>
            <p:cNvPr id="9" name="Straight Arrow Connector 8"/>
            <p:cNvCxnSpPr>
              <a:cxnSpLocks/>
              <a:stCxn id="8" idx="3"/>
              <a:endCxn id="4" idx="0"/>
            </p:cNvCxnSpPr>
            <p:nvPr/>
          </p:nvCxnSpPr>
          <p:spPr>
            <a:xfrm flipH="1">
              <a:off x="2895600" y="4603938"/>
              <a:ext cx="1129133" cy="1034862"/>
            </a:xfrm>
            <a:prstGeom prst="straightConnector1">
              <a:avLst/>
            </a:prstGeom>
            <a:ln w="22225">
              <a:solidFill>
                <a:schemeClr val="tx1"/>
              </a:solidFill>
              <a:headEnd type="none" w="med" len="med"/>
              <a:tailEnd type="triangle" w="med" len="med"/>
            </a:ln>
          </p:spPr>
          <p:style>
            <a:lnRef idx="1">
              <a:schemeClr val="accent1"/>
            </a:lnRef>
            <a:fillRef idx="0">
              <a:schemeClr val="accent1"/>
            </a:fillRef>
            <a:effectRef idx="0">
              <a:schemeClr val="accent1"/>
            </a:effectRef>
            <a:fontRef idx="minor">
              <a:schemeClr val="tx1"/>
            </a:fontRef>
          </p:style>
        </p:cxnSp>
        <p:cxnSp>
          <p:nvCxnSpPr>
            <p:cNvPr id="13" name="Straight Arrow Connector 12"/>
            <p:cNvCxnSpPr>
              <a:cxnSpLocks/>
              <a:stCxn id="8" idx="4"/>
              <a:endCxn id="5" idx="0"/>
            </p:cNvCxnSpPr>
            <p:nvPr/>
          </p:nvCxnSpPr>
          <p:spPr>
            <a:xfrm>
              <a:off x="4267200" y="4704371"/>
              <a:ext cx="0" cy="934429"/>
            </a:xfrm>
            <a:prstGeom prst="straightConnector1">
              <a:avLst/>
            </a:prstGeom>
            <a:ln w="22225">
              <a:solidFill>
                <a:schemeClr val="tx1"/>
              </a:solidFill>
              <a:headEnd type="none" w="med" len="med"/>
              <a:tailEnd type="triangle" w="med" len="med"/>
            </a:ln>
          </p:spPr>
          <p:style>
            <a:lnRef idx="1">
              <a:schemeClr val="accent1"/>
            </a:lnRef>
            <a:fillRef idx="0">
              <a:schemeClr val="accent1"/>
            </a:fillRef>
            <a:effectRef idx="0">
              <a:schemeClr val="accent1"/>
            </a:effectRef>
            <a:fontRef idx="minor">
              <a:schemeClr val="tx1"/>
            </a:fontRef>
          </p:style>
        </p:cxnSp>
        <p:cxnSp>
          <p:nvCxnSpPr>
            <p:cNvPr id="16" name="Straight Arrow Connector 15"/>
            <p:cNvCxnSpPr>
              <a:stCxn id="8" idx="5"/>
              <a:endCxn id="6" idx="0"/>
            </p:cNvCxnSpPr>
            <p:nvPr/>
          </p:nvCxnSpPr>
          <p:spPr>
            <a:xfrm>
              <a:off x="4509667" y="4603938"/>
              <a:ext cx="1814933" cy="1034862"/>
            </a:xfrm>
            <a:prstGeom prst="straightConnector1">
              <a:avLst/>
            </a:prstGeom>
            <a:ln w="22225">
              <a:solidFill>
                <a:schemeClr val="tx1"/>
              </a:solidFill>
              <a:headEnd type="none" w="med" len="med"/>
              <a:tailEnd type="triangle" w="med" len="med"/>
            </a:ln>
          </p:spPr>
          <p:style>
            <a:lnRef idx="1">
              <a:schemeClr val="accent1"/>
            </a:lnRef>
            <a:fillRef idx="0">
              <a:schemeClr val="accent1"/>
            </a:fillRef>
            <a:effectRef idx="0">
              <a:schemeClr val="accent1"/>
            </a:effectRef>
            <a:fontRef idx="minor">
              <a:schemeClr val="tx1"/>
            </a:fontRef>
          </p:style>
        </p:cxnSp>
      </p:grpSp>
      <mc:AlternateContent xmlns:mc="http://schemas.openxmlformats.org/markup-compatibility/2006" xmlns:a14="http://schemas.microsoft.com/office/drawing/2010/main">
        <mc:Choice Requires="a14">
          <p:sp>
            <p:nvSpPr>
              <p:cNvPr id="11" name="TextBox 10">
                <a:extLst>
                  <a:ext uri="{FF2B5EF4-FFF2-40B4-BE49-F238E27FC236}">
                    <a16:creationId xmlns:a16="http://schemas.microsoft.com/office/drawing/2014/main" id="{0E6EA76D-0E4C-744D-621B-40115AAD3BAA}"/>
                  </a:ext>
                </a:extLst>
              </p:cNvPr>
              <p:cNvSpPr txBox="1"/>
              <p:nvPr/>
            </p:nvSpPr>
            <p:spPr>
              <a:xfrm>
                <a:off x="628650" y="5943600"/>
                <a:ext cx="7886700" cy="369332"/>
              </a:xfrm>
              <a:prstGeom prst="rect">
                <a:avLst/>
              </a:prstGeom>
              <a:noFill/>
            </p:spPr>
            <p:txBody>
              <a:bodyPr wrap="square">
                <a:spAutoFit/>
              </a:bodyPr>
              <a:lstStyle/>
              <a:p>
                <a:pPr marL="0" indent="0">
                  <a:buNone/>
                </a:pPr>
                <a14:m>
                  <m:oMathPara xmlns:m="http://schemas.openxmlformats.org/officeDocument/2006/math">
                    <m:oMathParaPr>
                      <m:jc m:val="centerGroup"/>
                    </m:oMathParaPr>
                    <m:oMath xmlns:m="http://schemas.openxmlformats.org/officeDocument/2006/math">
                      <m:r>
                        <a:rPr lang="en-US" b="0" i="1" smtClean="0">
                          <a:latin typeface="Cambria Math" panose="02040503050406030204" pitchFamily="18" charset="0"/>
                        </a:rPr>
                        <m:t>𝑃</m:t>
                      </m:r>
                      <m:d>
                        <m:dPr>
                          <m:ctrlPr>
                            <a:rPr lang="en-US" b="0" i="1" smtClean="0">
                              <a:latin typeface="Cambria Math" panose="02040503050406030204" pitchFamily="18" charset="0"/>
                            </a:rPr>
                          </m:ctrlPr>
                        </m:dPr>
                        <m:e>
                          <m:sSub>
                            <m:sSubPr>
                              <m:ctrlPr>
                                <a:rPr lang="en-US" b="0" i="1" smtClean="0">
                                  <a:latin typeface="Cambria Math" panose="02040503050406030204" pitchFamily="18" charset="0"/>
                                </a:rPr>
                              </m:ctrlPr>
                            </m:sSubPr>
                            <m:e>
                              <m:r>
                                <a:rPr lang="en-US" b="0" i="1" smtClean="0">
                                  <a:latin typeface="Cambria Math" panose="02040503050406030204" pitchFamily="18" charset="0"/>
                                </a:rPr>
                                <m:t>𝑊</m:t>
                              </m:r>
                            </m:e>
                            <m:sub>
                              <m:r>
                                <a:rPr lang="en-US" b="0" i="1" smtClean="0">
                                  <a:latin typeface="Cambria Math" panose="02040503050406030204" pitchFamily="18" charset="0"/>
                                </a:rPr>
                                <m:t>1</m:t>
                              </m:r>
                            </m:sub>
                          </m:sSub>
                          <m:r>
                            <a:rPr lang="en-US" b="0" i="1" smtClean="0">
                              <a:latin typeface="Cambria Math" panose="02040503050406030204" pitchFamily="18" charset="0"/>
                            </a:rPr>
                            <m:t>,</m:t>
                          </m:r>
                          <m:sSub>
                            <m:sSubPr>
                              <m:ctrlPr>
                                <a:rPr lang="en-US" b="0" i="1" smtClean="0">
                                  <a:latin typeface="Cambria Math" panose="02040503050406030204" pitchFamily="18" charset="0"/>
                                </a:rPr>
                              </m:ctrlPr>
                            </m:sSubPr>
                            <m:e>
                              <m:r>
                                <a:rPr lang="en-US" b="0" i="1" smtClean="0">
                                  <a:latin typeface="Cambria Math" panose="02040503050406030204" pitchFamily="18" charset="0"/>
                                </a:rPr>
                                <m:t>𝑊</m:t>
                              </m:r>
                            </m:e>
                            <m:sub>
                              <m:r>
                                <a:rPr lang="en-US" b="0" i="1" smtClean="0">
                                  <a:latin typeface="Cambria Math" panose="02040503050406030204" pitchFamily="18" charset="0"/>
                                </a:rPr>
                                <m:t>2</m:t>
                              </m:r>
                            </m:sub>
                          </m:sSub>
                          <m:r>
                            <a:rPr lang="en-US" b="0" i="1" smtClean="0">
                              <a:latin typeface="Cambria Math" panose="02040503050406030204" pitchFamily="18" charset="0"/>
                            </a:rPr>
                            <m:t>,…,</m:t>
                          </m:r>
                          <m:sSub>
                            <m:sSubPr>
                              <m:ctrlPr>
                                <a:rPr lang="en-US" b="0" i="1" smtClean="0">
                                  <a:latin typeface="Cambria Math" panose="02040503050406030204" pitchFamily="18" charset="0"/>
                                </a:rPr>
                              </m:ctrlPr>
                            </m:sSubPr>
                            <m:e>
                              <m:r>
                                <a:rPr lang="en-US" b="0" i="1" smtClean="0">
                                  <a:latin typeface="Cambria Math" panose="02040503050406030204" pitchFamily="18" charset="0"/>
                                </a:rPr>
                                <m:t>𝑊</m:t>
                              </m:r>
                            </m:e>
                            <m:sub>
                              <m:r>
                                <a:rPr lang="en-US" b="0" i="1" smtClean="0">
                                  <a:latin typeface="Cambria Math" panose="02040503050406030204" pitchFamily="18" charset="0"/>
                                </a:rPr>
                                <m:t>𝑛</m:t>
                              </m:r>
                            </m:sub>
                          </m:sSub>
                          <m:r>
                            <a:rPr lang="en-US" b="0" i="1" smtClean="0">
                              <a:latin typeface="Cambria Math" panose="02040503050406030204" pitchFamily="18" charset="0"/>
                            </a:rPr>
                            <m:t>|</m:t>
                          </m:r>
                          <m:r>
                            <a:rPr lang="en-US" b="0" i="1" smtClean="0">
                              <a:latin typeface="Cambria Math" panose="02040503050406030204" pitchFamily="18" charset="0"/>
                            </a:rPr>
                            <m:t>𝐻</m:t>
                          </m:r>
                        </m:e>
                      </m:d>
                      <m:r>
                        <a:rPr lang="en-US" b="0" i="1" smtClean="0">
                          <a:latin typeface="Cambria Math" panose="02040503050406030204" pitchFamily="18" charset="0"/>
                        </a:rPr>
                        <m:t>=</m:t>
                      </m:r>
                      <m:r>
                        <a:rPr lang="en-US" b="0" i="1" smtClean="0">
                          <a:latin typeface="Cambria Math" panose="02040503050406030204" pitchFamily="18" charset="0"/>
                        </a:rPr>
                        <m:t>𝑃</m:t>
                      </m:r>
                      <m:d>
                        <m:dPr>
                          <m:ctrlPr>
                            <a:rPr lang="en-US" b="0" i="1" smtClean="0">
                              <a:latin typeface="Cambria Math" panose="02040503050406030204" pitchFamily="18" charset="0"/>
                            </a:rPr>
                          </m:ctrlPr>
                        </m:dPr>
                        <m:e>
                          <m:sSub>
                            <m:sSubPr>
                              <m:ctrlPr>
                                <a:rPr lang="en-US" b="0" i="1" smtClean="0">
                                  <a:latin typeface="Cambria Math" panose="02040503050406030204" pitchFamily="18" charset="0"/>
                                </a:rPr>
                              </m:ctrlPr>
                            </m:sSubPr>
                            <m:e>
                              <m:r>
                                <a:rPr lang="en-US" b="0" i="1" smtClean="0">
                                  <a:latin typeface="Cambria Math" panose="02040503050406030204" pitchFamily="18" charset="0"/>
                                </a:rPr>
                                <m:t>𝑊</m:t>
                              </m:r>
                            </m:e>
                            <m:sub>
                              <m:r>
                                <a:rPr lang="en-US" b="0" i="1" smtClean="0">
                                  <a:latin typeface="Cambria Math" panose="02040503050406030204" pitchFamily="18" charset="0"/>
                                </a:rPr>
                                <m:t>1</m:t>
                              </m:r>
                            </m:sub>
                          </m:sSub>
                          <m:r>
                            <a:rPr lang="en-US" b="0" i="1" smtClean="0">
                              <a:latin typeface="Cambria Math" panose="02040503050406030204" pitchFamily="18" charset="0"/>
                            </a:rPr>
                            <m:t>|</m:t>
                          </m:r>
                          <m:r>
                            <a:rPr lang="en-US" b="0" i="1" smtClean="0">
                              <a:latin typeface="Cambria Math" panose="02040503050406030204" pitchFamily="18" charset="0"/>
                            </a:rPr>
                            <m:t>𝐻</m:t>
                          </m:r>
                        </m:e>
                      </m:d>
                      <m:r>
                        <a:rPr lang="en-US" b="0" i="1" smtClean="0">
                          <a:latin typeface="Cambria Math" panose="02040503050406030204" pitchFamily="18" charset="0"/>
                        </a:rPr>
                        <m:t>𝑃</m:t>
                      </m:r>
                      <m:d>
                        <m:dPr>
                          <m:ctrlPr>
                            <a:rPr lang="en-US" b="0" i="1" smtClean="0">
                              <a:latin typeface="Cambria Math" panose="02040503050406030204" pitchFamily="18" charset="0"/>
                            </a:rPr>
                          </m:ctrlPr>
                        </m:dPr>
                        <m:e>
                          <m:sSub>
                            <m:sSubPr>
                              <m:ctrlPr>
                                <a:rPr lang="en-US" b="0" i="1" smtClean="0">
                                  <a:latin typeface="Cambria Math" panose="02040503050406030204" pitchFamily="18" charset="0"/>
                                </a:rPr>
                              </m:ctrlPr>
                            </m:sSubPr>
                            <m:e>
                              <m:r>
                                <a:rPr lang="en-US" b="0" i="1" smtClean="0">
                                  <a:latin typeface="Cambria Math" panose="02040503050406030204" pitchFamily="18" charset="0"/>
                                </a:rPr>
                                <m:t>𝑊</m:t>
                              </m:r>
                            </m:e>
                            <m:sub>
                              <m:r>
                                <a:rPr lang="en-US" b="0" i="1" smtClean="0">
                                  <a:latin typeface="Cambria Math" panose="02040503050406030204" pitchFamily="18" charset="0"/>
                                </a:rPr>
                                <m:t>2</m:t>
                              </m:r>
                            </m:sub>
                          </m:sSub>
                          <m:r>
                            <a:rPr lang="en-US" b="0" i="1" smtClean="0">
                              <a:latin typeface="Cambria Math" panose="02040503050406030204" pitchFamily="18" charset="0"/>
                            </a:rPr>
                            <m:t>|</m:t>
                          </m:r>
                          <m:r>
                            <a:rPr lang="en-US" b="0" i="1" smtClean="0">
                              <a:latin typeface="Cambria Math" panose="02040503050406030204" pitchFamily="18" charset="0"/>
                            </a:rPr>
                            <m:t>𝐻</m:t>
                          </m:r>
                        </m:e>
                      </m:d>
                      <m:r>
                        <a:rPr lang="en-US" b="0" i="1" smtClean="0">
                          <a:latin typeface="Cambria Math" panose="02040503050406030204" pitchFamily="18" charset="0"/>
                        </a:rPr>
                        <m:t>…</m:t>
                      </m:r>
                      <m:r>
                        <a:rPr lang="en-US" b="0" i="1" smtClean="0">
                          <a:latin typeface="Cambria Math" panose="02040503050406030204" pitchFamily="18" charset="0"/>
                        </a:rPr>
                        <m:t>𝑃</m:t>
                      </m:r>
                      <m:r>
                        <a:rPr lang="en-US" b="0" i="1" smtClean="0">
                          <a:latin typeface="Cambria Math" panose="02040503050406030204" pitchFamily="18" charset="0"/>
                        </a:rPr>
                        <m:t>(</m:t>
                      </m:r>
                      <m:sSub>
                        <m:sSubPr>
                          <m:ctrlPr>
                            <a:rPr lang="en-US" b="0" i="1" smtClean="0">
                              <a:latin typeface="Cambria Math" panose="02040503050406030204" pitchFamily="18" charset="0"/>
                            </a:rPr>
                          </m:ctrlPr>
                        </m:sSubPr>
                        <m:e>
                          <m:r>
                            <a:rPr lang="en-US" b="0" i="1" smtClean="0">
                              <a:latin typeface="Cambria Math" panose="02040503050406030204" pitchFamily="18" charset="0"/>
                            </a:rPr>
                            <m:t>𝑊</m:t>
                          </m:r>
                        </m:e>
                        <m:sub>
                          <m:r>
                            <a:rPr lang="en-US" b="0" i="1" smtClean="0">
                              <a:latin typeface="Cambria Math" panose="02040503050406030204" pitchFamily="18" charset="0"/>
                            </a:rPr>
                            <m:t>𝑛</m:t>
                          </m:r>
                        </m:sub>
                      </m:sSub>
                      <m:r>
                        <a:rPr lang="en-US" b="0" i="1" smtClean="0">
                          <a:latin typeface="Cambria Math" panose="02040503050406030204" pitchFamily="18" charset="0"/>
                        </a:rPr>
                        <m:t>|</m:t>
                      </m:r>
                      <m:r>
                        <a:rPr lang="en-US" b="0" i="1" smtClean="0">
                          <a:latin typeface="Cambria Math" panose="02040503050406030204" pitchFamily="18" charset="0"/>
                        </a:rPr>
                        <m:t>𝐻</m:t>
                      </m:r>
                      <m:r>
                        <a:rPr lang="en-US" b="0" i="1" smtClean="0">
                          <a:latin typeface="Cambria Math" panose="02040503050406030204" pitchFamily="18" charset="0"/>
                        </a:rPr>
                        <m:t>)</m:t>
                      </m:r>
                    </m:oMath>
                  </m:oMathPara>
                </a14:m>
                <a:endParaRPr lang="en-US" dirty="0"/>
              </a:p>
            </p:txBody>
          </p:sp>
        </mc:Choice>
        <mc:Fallback xmlns="">
          <p:sp>
            <p:nvSpPr>
              <p:cNvPr id="11" name="TextBox 10">
                <a:extLst>
                  <a:ext uri="{FF2B5EF4-FFF2-40B4-BE49-F238E27FC236}">
                    <a16:creationId xmlns:a16="http://schemas.microsoft.com/office/drawing/2014/main" id="{0E6EA76D-0E4C-744D-621B-40115AAD3BAA}"/>
                  </a:ext>
                </a:extLst>
              </p:cNvPr>
              <p:cNvSpPr txBox="1">
                <a:spLocks noRot="1" noChangeAspect="1" noMove="1" noResize="1" noEditPoints="1" noAdjustHandles="1" noChangeArrowheads="1" noChangeShapeType="1" noTextEdit="1"/>
              </p:cNvSpPr>
              <p:nvPr/>
            </p:nvSpPr>
            <p:spPr>
              <a:xfrm>
                <a:off x="628650" y="5943600"/>
                <a:ext cx="7886700" cy="369332"/>
              </a:xfrm>
              <a:prstGeom prst="rect">
                <a:avLst/>
              </a:prstGeom>
              <a:blipFill>
                <a:blip r:embed="rId8"/>
                <a:stretch>
                  <a:fillRect b="-11475"/>
                </a:stretch>
              </a:blipFill>
            </p:spPr>
            <p:txBody>
              <a:bodyPr/>
              <a:lstStyle/>
              <a:p>
                <a:r>
                  <a:rPr lang="en-US">
                    <a:noFill/>
                  </a:rPr>
                  <a:t> </a:t>
                </a:r>
              </a:p>
            </p:txBody>
          </p:sp>
        </mc:Fallback>
      </mc:AlternateContent>
      <p:grpSp>
        <p:nvGrpSpPr>
          <p:cNvPr id="23" name="Group 22">
            <a:extLst>
              <a:ext uri="{FF2B5EF4-FFF2-40B4-BE49-F238E27FC236}">
                <a16:creationId xmlns:a16="http://schemas.microsoft.com/office/drawing/2014/main" id="{5EF87A7B-7D4D-9772-2765-5AD0F053F221}"/>
              </a:ext>
            </a:extLst>
          </p:cNvPr>
          <p:cNvGrpSpPr/>
          <p:nvPr/>
        </p:nvGrpSpPr>
        <p:grpSpPr>
          <a:xfrm>
            <a:off x="3048000" y="5430229"/>
            <a:ext cx="3429000" cy="513371"/>
            <a:chOff x="3048000" y="5430229"/>
            <a:chExt cx="3429000" cy="513371"/>
          </a:xfrm>
        </p:grpSpPr>
        <p:cxnSp>
          <p:nvCxnSpPr>
            <p:cNvPr id="10" name="Straight Arrow Connector 9">
              <a:extLst>
                <a:ext uri="{FF2B5EF4-FFF2-40B4-BE49-F238E27FC236}">
                  <a16:creationId xmlns:a16="http://schemas.microsoft.com/office/drawing/2014/main" id="{E6DB3DB4-EA97-9B0A-4AD5-17A1DD991733}"/>
                </a:ext>
              </a:extLst>
            </p:cNvPr>
            <p:cNvCxnSpPr>
              <a:cxnSpLocks/>
              <a:endCxn id="11" idx="0"/>
            </p:cNvCxnSpPr>
            <p:nvPr/>
          </p:nvCxnSpPr>
          <p:spPr>
            <a:xfrm>
              <a:off x="3048000" y="5430229"/>
              <a:ext cx="1524000" cy="513371"/>
            </a:xfrm>
            <a:prstGeom prst="straightConnector1">
              <a:avLst/>
            </a:prstGeom>
            <a:ln>
              <a:headEnd type="triangle" w="med" len="med"/>
              <a:tailEnd type="triangle" w="med" len="med"/>
            </a:ln>
          </p:spPr>
          <p:style>
            <a:lnRef idx="1">
              <a:schemeClr val="accent1"/>
            </a:lnRef>
            <a:fillRef idx="0">
              <a:schemeClr val="accent1"/>
            </a:fillRef>
            <a:effectRef idx="0">
              <a:schemeClr val="accent1"/>
            </a:effectRef>
            <a:fontRef idx="minor">
              <a:schemeClr val="tx1"/>
            </a:fontRef>
          </p:style>
        </p:cxnSp>
        <p:cxnSp>
          <p:nvCxnSpPr>
            <p:cNvPr id="17" name="Straight Arrow Connector 16">
              <a:extLst>
                <a:ext uri="{FF2B5EF4-FFF2-40B4-BE49-F238E27FC236}">
                  <a16:creationId xmlns:a16="http://schemas.microsoft.com/office/drawing/2014/main" id="{FBD6E393-F49B-2423-6601-D843755831BD}"/>
                </a:ext>
              </a:extLst>
            </p:cNvPr>
            <p:cNvCxnSpPr>
              <a:cxnSpLocks/>
            </p:cNvCxnSpPr>
            <p:nvPr/>
          </p:nvCxnSpPr>
          <p:spPr>
            <a:xfrm>
              <a:off x="4572000" y="5430229"/>
              <a:ext cx="925483" cy="513371"/>
            </a:xfrm>
            <a:prstGeom prst="straightConnector1">
              <a:avLst/>
            </a:prstGeom>
            <a:ln>
              <a:headEnd type="triangle" w="med" len="med"/>
              <a:tailEnd type="triangle" w="med" len="med"/>
            </a:ln>
          </p:spPr>
          <p:style>
            <a:lnRef idx="1">
              <a:schemeClr val="accent1"/>
            </a:lnRef>
            <a:fillRef idx="0">
              <a:schemeClr val="accent1"/>
            </a:fillRef>
            <a:effectRef idx="0">
              <a:schemeClr val="accent1"/>
            </a:effectRef>
            <a:fontRef idx="minor">
              <a:schemeClr val="tx1"/>
            </a:fontRef>
          </p:style>
        </p:cxnSp>
        <p:cxnSp>
          <p:nvCxnSpPr>
            <p:cNvPr id="21" name="Straight Arrow Connector 20">
              <a:extLst>
                <a:ext uri="{FF2B5EF4-FFF2-40B4-BE49-F238E27FC236}">
                  <a16:creationId xmlns:a16="http://schemas.microsoft.com/office/drawing/2014/main" id="{5A78C40C-480C-1476-9647-D4C43AA1465C}"/>
                </a:ext>
              </a:extLst>
            </p:cNvPr>
            <p:cNvCxnSpPr>
              <a:cxnSpLocks/>
            </p:cNvCxnSpPr>
            <p:nvPr/>
          </p:nvCxnSpPr>
          <p:spPr>
            <a:xfrm>
              <a:off x="6324600" y="5486400"/>
              <a:ext cx="152400" cy="457200"/>
            </a:xfrm>
            <a:prstGeom prst="straightConnector1">
              <a:avLst/>
            </a:prstGeom>
            <a:ln>
              <a:headEnd type="triangle" w="med" len="med"/>
              <a:tailEnd type="triangle" w="med" len="med"/>
            </a:ln>
          </p:spPr>
          <p:style>
            <a:lnRef idx="1">
              <a:schemeClr val="accent1"/>
            </a:lnRef>
            <a:fillRef idx="0">
              <a:schemeClr val="accent1"/>
            </a:fillRef>
            <a:effectRef idx="0">
              <a:schemeClr val="accent1"/>
            </a:effectRef>
            <a:fontRef idx="minor">
              <a:schemeClr val="tx1"/>
            </a:fontRef>
          </p:style>
        </p:cxnSp>
      </p:grpSp>
    </p:spTree>
  </p:cSld>
  <p:clrMapOvr>
    <a:masterClrMapping/>
  </p:clrMapOvr>
  <p:timing>
    <p:tnLst>
      <p:par>
        <p:cTn id="1" dur="indefinite" restart="never" nodeType="tmRoot">
          <p:childTnLst>
            <p:seq concurrent="1" nextAc="seek">
              <p:cTn id="2" dur="indefinite" nodeType="mainSeq">
                <p:childTnLst>
                  <p:par>
                    <p:cTn id="3" fill="hold">
                      <p:stCondLst>
                        <p:cond delay="indefinite"/>
                      </p:stCondLst>
                      <p:childTnLst>
                        <p:par>
                          <p:cTn id="4" fill="hold">
                            <p:stCondLst>
                              <p:cond delay="0"/>
                            </p:stCondLst>
                            <p:childTnLst>
                              <p:par>
                                <p:cTn id="5" presetID="1" presetClass="entr" presetSubtype="0" fill="hold" nodeType="clickEffect">
                                  <p:stCondLst>
                                    <p:cond delay="0"/>
                                  </p:stCondLst>
                                  <p:childTnLst>
                                    <p:set>
                                      <p:cBhvr>
                                        <p:cTn id="6" dur="1" fill="hold">
                                          <p:stCondLst>
                                            <p:cond delay="0"/>
                                          </p:stCondLst>
                                        </p:cTn>
                                        <p:tgtEl>
                                          <p:spTgt spid="23"/>
                                        </p:tgtEl>
                                        <p:attrNameLst>
                                          <p:attrName>style.visibility</p:attrName>
                                        </p:attrNameLst>
                                      </p:cBhvr>
                                      <p:to>
                                        <p:strVal val="visible"/>
                                      </p:to>
                                    </p:set>
                                  </p:childTnLst>
                                </p:cTn>
                              </p:par>
                            </p:childTnLst>
                          </p:cTn>
                        </p:par>
                      </p:childTnLst>
                    </p:cTn>
                  </p:par>
                </p:childTnLst>
              </p:cTn>
              <p:prevCondLst>
                <p:cond evt="onPrev" delay="0">
                  <p:tgtEl>
                    <p:sldTgt/>
                  </p:tgtEl>
                </p:cond>
              </p:prevCondLst>
              <p:nextCondLst>
                <p:cond evt="onNext" delay="0">
                  <p:tgtEl>
                    <p:sldTgt/>
                  </p:tgtEl>
                </p:cond>
              </p:nextCondLst>
            </p:seq>
          </p:childTnLst>
        </p:cTn>
      </p:par>
    </p:tnLst>
  </p:timing>
</p:sld>
</file>

<file path=ppt/slides/slide9.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Title 1">
            <a:extLst>
              <a:ext uri="{FF2B5EF4-FFF2-40B4-BE49-F238E27FC236}">
                <a16:creationId xmlns:a16="http://schemas.microsoft.com/office/drawing/2014/main" id="{E40FAB38-5684-6C56-66FF-D7B4D9BE318D}"/>
              </a:ext>
            </a:extLst>
          </p:cNvPr>
          <p:cNvSpPr>
            <a:spLocks noGrp="1"/>
          </p:cNvSpPr>
          <p:nvPr>
            <p:ph type="title"/>
          </p:nvPr>
        </p:nvSpPr>
        <p:spPr/>
        <p:txBody>
          <a:bodyPr/>
          <a:lstStyle/>
          <a:p>
            <a:r>
              <a:rPr lang="en-US" dirty="0"/>
              <a:t>Common Structures</a:t>
            </a:r>
          </a:p>
        </p:txBody>
      </p:sp>
      <p:sp>
        <p:nvSpPr>
          <p:cNvPr id="3" name="Content Placeholder 2">
            <a:extLst>
              <a:ext uri="{FF2B5EF4-FFF2-40B4-BE49-F238E27FC236}">
                <a16:creationId xmlns:a16="http://schemas.microsoft.com/office/drawing/2014/main" id="{7C4ED641-072A-C03F-85BB-6522C6B0EE29}"/>
              </a:ext>
            </a:extLst>
          </p:cNvPr>
          <p:cNvSpPr>
            <a:spLocks noGrp="1"/>
          </p:cNvSpPr>
          <p:nvPr>
            <p:ph idx="1"/>
          </p:nvPr>
        </p:nvSpPr>
        <p:spPr>
          <a:xfrm>
            <a:off x="628650" y="1825625"/>
            <a:ext cx="2724150" cy="4351338"/>
          </a:xfrm>
        </p:spPr>
        <p:txBody>
          <a:bodyPr/>
          <a:lstStyle/>
          <a:p>
            <a:pPr marL="457200" indent="-457200">
              <a:buFont typeface="+mj-lt"/>
              <a:buAutoNum type="arabicPeriod"/>
            </a:pPr>
            <a:r>
              <a:rPr lang="en-US" dirty="0"/>
              <a:t>Causal Chains</a:t>
            </a:r>
          </a:p>
          <a:p>
            <a:pPr marL="457200" indent="-457200">
              <a:buFont typeface="+mj-lt"/>
              <a:buAutoNum type="arabicPeriod"/>
            </a:pPr>
            <a:endParaRPr lang="en-US" dirty="0"/>
          </a:p>
          <a:p>
            <a:pPr marL="457200" indent="-457200">
              <a:buFont typeface="+mj-lt"/>
              <a:buAutoNum type="arabicPeriod"/>
            </a:pPr>
            <a:endParaRPr lang="en-US" dirty="0"/>
          </a:p>
          <a:p>
            <a:pPr marL="457200" indent="-457200">
              <a:buFont typeface="+mj-lt"/>
              <a:buAutoNum type="arabicPeriod"/>
            </a:pPr>
            <a:endParaRPr lang="en-US" dirty="0"/>
          </a:p>
          <a:p>
            <a:pPr marL="457200" indent="-457200">
              <a:buFont typeface="+mj-lt"/>
              <a:buAutoNum type="arabicPeriod"/>
            </a:pPr>
            <a:endParaRPr lang="en-US" dirty="0"/>
          </a:p>
          <a:p>
            <a:pPr marL="457200" indent="-457200">
              <a:buFont typeface="+mj-lt"/>
              <a:buAutoNum type="arabicPeriod"/>
            </a:pPr>
            <a:r>
              <a:rPr lang="en-US" dirty="0"/>
              <a:t>Common Cause</a:t>
            </a:r>
          </a:p>
          <a:p>
            <a:pPr marL="457200" indent="-457200">
              <a:buFont typeface="+mj-lt"/>
              <a:buAutoNum type="arabicPeriod"/>
            </a:pPr>
            <a:endParaRPr lang="en-US" dirty="0"/>
          </a:p>
          <a:p>
            <a:pPr marL="0" indent="0">
              <a:buNone/>
            </a:pPr>
            <a:endParaRPr lang="en-US" dirty="0"/>
          </a:p>
          <a:p>
            <a:pPr marL="457200" indent="-457200">
              <a:buFont typeface="+mj-lt"/>
              <a:buAutoNum type="arabicPeriod"/>
            </a:pPr>
            <a:endParaRPr lang="en-US" dirty="0"/>
          </a:p>
          <a:p>
            <a:pPr marL="457200" indent="-457200">
              <a:buFont typeface="+mj-lt"/>
              <a:buAutoNum type="arabicPeriod"/>
            </a:pPr>
            <a:r>
              <a:rPr lang="en-US" dirty="0"/>
              <a:t>Common Effect</a:t>
            </a:r>
          </a:p>
          <a:p>
            <a:pPr marL="457200" indent="-457200">
              <a:buFont typeface="+mj-lt"/>
              <a:buAutoNum type="arabicPeriod"/>
            </a:pPr>
            <a:endParaRPr lang="en-US" dirty="0"/>
          </a:p>
          <a:p>
            <a:pPr marL="457200" indent="-457200">
              <a:buFont typeface="+mj-lt"/>
              <a:buAutoNum type="arabicPeriod"/>
            </a:pPr>
            <a:endParaRPr lang="en-US" dirty="0"/>
          </a:p>
          <a:p>
            <a:pPr marL="457200" indent="-457200">
              <a:buFont typeface="+mj-lt"/>
              <a:buAutoNum type="arabicPeriod"/>
            </a:pPr>
            <a:endParaRPr lang="en-US" dirty="0"/>
          </a:p>
          <a:p>
            <a:pPr marL="457200" indent="-457200">
              <a:buFont typeface="+mj-lt"/>
              <a:buAutoNum type="arabicPeriod"/>
            </a:pPr>
            <a:endParaRPr lang="en-US" dirty="0"/>
          </a:p>
          <a:p>
            <a:pPr marL="457200" indent="-457200">
              <a:buFont typeface="+mj-lt"/>
              <a:buAutoNum type="arabicPeriod"/>
            </a:pPr>
            <a:endParaRPr lang="en-US" dirty="0"/>
          </a:p>
        </p:txBody>
      </p:sp>
      <p:pic>
        <p:nvPicPr>
          <p:cNvPr id="4" name="Picture 2" descr="A network with a chain of variables where y depends on X and Z depends on Y.">
            <a:extLst>
              <a:ext uri="{FF2B5EF4-FFF2-40B4-BE49-F238E27FC236}">
                <a16:creationId xmlns:a16="http://schemas.microsoft.com/office/drawing/2014/main" id="{145337E5-F77A-58DB-A650-256904608D08}"/>
              </a:ext>
            </a:extLst>
          </p:cNvPr>
          <p:cNvPicPr>
            <a:picLocks noChangeAspect="1" noChangeArrowheads="1"/>
          </p:cNvPicPr>
          <p:nvPr/>
        </p:nvPicPr>
        <p:blipFill>
          <a:blip r:embed="rId2" cstate="print"/>
          <a:srcRect r="41339"/>
          <a:stretch>
            <a:fillRect/>
          </a:stretch>
        </p:blipFill>
        <p:spPr bwMode="auto">
          <a:xfrm>
            <a:off x="3581400" y="1690689"/>
            <a:ext cx="2438400" cy="873892"/>
          </a:xfrm>
          <a:prstGeom prst="rect">
            <a:avLst/>
          </a:prstGeom>
          <a:noFill/>
          <a:ln w="9525">
            <a:noFill/>
            <a:miter lim="800000"/>
            <a:headEnd/>
            <a:tailEnd/>
          </a:ln>
        </p:spPr>
      </p:pic>
      <p:pic>
        <p:nvPicPr>
          <p:cNvPr id="5" name="Picture 2" descr="A network where X and Z depend on Y.">
            <a:extLst>
              <a:ext uri="{FF2B5EF4-FFF2-40B4-BE49-F238E27FC236}">
                <a16:creationId xmlns:a16="http://schemas.microsoft.com/office/drawing/2014/main" id="{01F2A4C8-DC71-F97F-95C5-E1BDEB59507F}"/>
              </a:ext>
            </a:extLst>
          </p:cNvPr>
          <p:cNvPicPr>
            <a:picLocks noChangeAspect="1" noChangeArrowheads="1"/>
          </p:cNvPicPr>
          <p:nvPr/>
        </p:nvPicPr>
        <p:blipFill>
          <a:blip r:embed="rId3" cstate="print"/>
          <a:srcRect b="42176"/>
          <a:stretch>
            <a:fillRect/>
          </a:stretch>
        </p:blipFill>
        <p:spPr bwMode="auto">
          <a:xfrm>
            <a:off x="4114800" y="2788980"/>
            <a:ext cx="1447800" cy="1402020"/>
          </a:xfrm>
          <a:prstGeom prst="rect">
            <a:avLst/>
          </a:prstGeom>
          <a:noFill/>
          <a:ln w="9525">
            <a:noFill/>
            <a:miter lim="800000"/>
            <a:headEnd/>
            <a:tailEnd/>
          </a:ln>
        </p:spPr>
      </p:pic>
      <p:pic>
        <p:nvPicPr>
          <p:cNvPr id="6" name="Picture 3" descr="A network where Y depends on X and Z.">
            <a:extLst>
              <a:ext uri="{FF2B5EF4-FFF2-40B4-BE49-F238E27FC236}">
                <a16:creationId xmlns:a16="http://schemas.microsoft.com/office/drawing/2014/main" id="{1B75B1BD-EF2A-ABFD-213F-63C678F3802F}"/>
              </a:ext>
            </a:extLst>
          </p:cNvPr>
          <p:cNvPicPr>
            <a:picLocks noChangeAspect="1" noChangeArrowheads="1"/>
          </p:cNvPicPr>
          <p:nvPr/>
        </p:nvPicPr>
        <p:blipFill>
          <a:blip r:embed="rId4" cstate="print"/>
          <a:srcRect b="41917"/>
          <a:stretch>
            <a:fillRect/>
          </a:stretch>
        </p:blipFill>
        <p:spPr bwMode="auto">
          <a:xfrm>
            <a:off x="4125687" y="4662836"/>
            <a:ext cx="1436914" cy="1361727"/>
          </a:xfrm>
          <a:prstGeom prst="rect">
            <a:avLst/>
          </a:prstGeom>
          <a:noFill/>
          <a:ln w="9525">
            <a:noFill/>
            <a:miter lim="800000"/>
            <a:headEnd/>
            <a:tailEnd/>
          </a:ln>
        </p:spPr>
      </p:pic>
    </p:spTree>
    <p:extLst>
      <p:ext uri="{BB962C8B-B14F-4D97-AF65-F5344CB8AC3E}">
        <p14:creationId xmlns:p14="http://schemas.microsoft.com/office/powerpoint/2010/main" val="1671999517"/>
      </p:ext>
    </p:extLst>
  </p:cSld>
  <p:clrMapOvr>
    <a:masterClrMapping/>
  </p:clrMapOvr>
  <p:timing>
    <p:tnLst>
      <p:par>
        <p:cTn id="1" dur="indefinite" restart="never" nodeType="tmRoot">
          <p:childTnLst>
            <p:seq concurrent="1" nextAc="seek">
              <p:cTn id="2" dur="indefinite" nodeType="mainSeq">
                <p:childTnLst>
                  <p:par>
                    <p:cTn id="3" fill="hold">
                      <p:stCondLst>
                        <p:cond delay="indefinite"/>
                      </p:stCondLst>
                      <p:childTnLst>
                        <p:par>
                          <p:cTn id="4" fill="hold">
                            <p:stCondLst>
                              <p:cond delay="0"/>
                            </p:stCondLst>
                            <p:childTnLst>
                              <p:par>
                                <p:cTn id="5" presetID="1" presetClass="entr" presetSubtype="0" fill="hold" nodeType="clickEffect">
                                  <p:stCondLst>
                                    <p:cond delay="0"/>
                                  </p:stCondLst>
                                  <p:childTnLst>
                                    <p:set>
                                      <p:cBhvr>
                                        <p:cTn id="6" dur="1" fill="hold">
                                          <p:stCondLst>
                                            <p:cond delay="0"/>
                                          </p:stCondLst>
                                        </p:cTn>
                                        <p:tgtEl>
                                          <p:spTgt spid="6"/>
                                        </p:tgtEl>
                                        <p:attrNameLst>
                                          <p:attrName>style.visibility</p:attrName>
                                        </p:attrNameLst>
                                      </p:cBhvr>
                                      <p:to>
                                        <p:strVal val="visible"/>
                                      </p:to>
                                    </p:set>
                                  </p:childTnLst>
                                </p:cTn>
                              </p:par>
                            </p:childTnLst>
                          </p:cTn>
                        </p:par>
                      </p:childTnLst>
                    </p:cTn>
                  </p:par>
                </p:childTnLst>
              </p:cTn>
              <p:prevCondLst>
                <p:cond evt="onPrev" delay="0">
                  <p:tgtEl>
                    <p:sldTgt/>
                  </p:tgtEl>
                </p:cond>
              </p:prevCondLst>
              <p:nextCondLst>
                <p:cond evt="onNext" delay="0">
                  <p:tgtEl>
                    <p:sldTgt/>
                  </p:tgtEl>
                </p:cond>
              </p:nextCondLst>
            </p:seq>
          </p:childTnLst>
        </p:cTn>
      </p:par>
    </p:tnLst>
  </p:timing>
</p:sld>
</file>

<file path=ppt/slides/slide10.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5122" name="Rectangle 2"/>
          <p:cNvSpPr>
            <a:spLocks noGrp="1" noChangeArrowheads="1"/>
          </p:cNvSpPr>
          <p:nvPr>
            <p:ph type="title"/>
          </p:nvPr>
        </p:nvSpPr>
        <p:spPr/>
        <p:txBody>
          <a:bodyPr/>
          <a:lstStyle/>
          <a:p>
            <a:r>
              <a:rPr lang="en-US" dirty="0"/>
              <a:t>Causal Chains: Dependence</a:t>
            </a:r>
          </a:p>
        </p:txBody>
      </p:sp>
      <mc:AlternateContent xmlns:mc="http://schemas.openxmlformats.org/markup-compatibility/2006" xmlns:a14="http://schemas.microsoft.com/office/drawing/2010/main">
        <mc:Choice Requires="a14">
          <p:sp>
            <p:nvSpPr>
              <p:cNvPr id="5123" name="Rectangle 3"/>
              <p:cNvSpPr>
                <a:spLocks noGrp="1" noChangeArrowheads="1"/>
              </p:cNvSpPr>
              <p:nvPr>
                <p:ph idx="1"/>
              </p:nvPr>
            </p:nvSpPr>
            <p:spPr>
              <a:xfrm>
                <a:off x="628650" y="1828799"/>
                <a:ext cx="7886700" cy="4724401"/>
              </a:xfrm>
            </p:spPr>
            <p:txBody>
              <a:bodyPr>
                <a:normAutofit/>
              </a:bodyPr>
              <a:lstStyle/>
              <a:p>
                <a:r>
                  <a:rPr lang="en-US" sz="2400" dirty="0"/>
                  <a:t>Example: </a:t>
                </a:r>
                <a:r>
                  <a:rPr lang="en-US" sz="2400" i="1" dirty="0"/>
                  <a:t>causal chain</a:t>
                </a:r>
              </a:p>
              <a:p>
                <a:endParaRPr lang="en-US" sz="2400" i="1" dirty="0"/>
              </a:p>
              <a:p>
                <a:pPr marL="0" indent="0">
                  <a:buNone/>
                </a:pPr>
                <a:endParaRPr lang="en-US" sz="2400" i="1" dirty="0"/>
              </a:p>
              <a:p>
                <a:pPr marL="0" indent="0">
                  <a:buNone/>
                </a:pPr>
                <a:endParaRPr lang="en-US" sz="2400" dirty="0"/>
              </a:p>
              <a:p>
                <a:r>
                  <a:rPr lang="en-US" sz="2400" dirty="0"/>
                  <a:t>Are X and Z independent?</a:t>
                </a:r>
              </a:p>
              <a:p>
                <a:endParaRPr lang="en-US" sz="2400" dirty="0"/>
              </a:p>
              <a:p>
                <a:pPr marL="0" indent="0">
                  <a:buNone/>
                </a:pPr>
                <a:r>
                  <a:rPr lang="en-US" sz="2000" b="0" dirty="0"/>
                  <a:t>1. Conditioning: 	    </a:t>
                </a:r>
                <a14:m>
                  <m:oMath xmlns:m="http://schemas.openxmlformats.org/officeDocument/2006/math">
                    <m:r>
                      <a:rPr lang="en-US" sz="2000" b="0" i="1" smtClean="0">
                        <a:latin typeface="Cambria Math" panose="02040503050406030204" pitchFamily="18" charset="0"/>
                      </a:rPr>
                      <m:t>𝑃</m:t>
                    </m:r>
                    <m:d>
                      <m:dPr>
                        <m:ctrlPr>
                          <a:rPr lang="en-US" sz="2000" b="0" i="1" smtClean="0">
                            <a:latin typeface="Cambria Math" panose="02040503050406030204" pitchFamily="18" charset="0"/>
                          </a:rPr>
                        </m:ctrlPr>
                      </m:dPr>
                      <m:e>
                        <m:r>
                          <a:rPr lang="en-US" sz="2000" b="0" i="1" smtClean="0">
                            <a:latin typeface="Cambria Math" panose="02040503050406030204" pitchFamily="18" charset="0"/>
                          </a:rPr>
                          <m:t>𝑋</m:t>
                        </m:r>
                        <m:r>
                          <a:rPr lang="en-US" sz="2000" b="0" i="1" smtClean="0">
                            <a:latin typeface="Cambria Math" panose="02040503050406030204" pitchFamily="18" charset="0"/>
                          </a:rPr>
                          <m:t>,</m:t>
                        </m:r>
                        <m:r>
                          <a:rPr lang="en-US" sz="2000" b="0" i="1" smtClean="0">
                            <a:latin typeface="Cambria Math" panose="02040503050406030204" pitchFamily="18" charset="0"/>
                          </a:rPr>
                          <m:t>𝑌</m:t>
                        </m:r>
                        <m:r>
                          <a:rPr lang="en-US" sz="2000" b="0" i="1" smtClean="0">
                            <a:latin typeface="Cambria Math" panose="02040503050406030204" pitchFamily="18" charset="0"/>
                          </a:rPr>
                          <m:t>,</m:t>
                        </m:r>
                        <m:r>
                          <a:rPr lang="en-US" sz="2000" b="0" i="1" smtClean="0">
                            <a:latin typeface="Cambria Math" panose="02040503050406030204" pitchFamily="18" charset="0"/>
                          </a:rPr>
                          <m:t>𝑍</m:t>
                        </m:r>
                      </m:e>
                    </m:d>
                    <m:r>
                      <a:rPr lang="en-US" sz="2000" b="0" i="1" smtClean="0">
                        <a:latin typeface="Cambria Math" panose="02040503050406030204" pitchFamily="18" charset="0"/>
                      </a:rPr>
                      <m:t>=</m:t>
                    </m:r>
                    <m:r>
                      <a:rPr lang="en-US" sz="2000" b="0" i="1" smtClean="0">
                        <a:latin typeface="Cambria Math" panose="02040503050406030204" pitchFamily="18" charset="0"/>
                      </a:rPr>
                      <m:t>𝑃</m:t>
                    </m:r>
                    <m:d>
                      <m:dPr>
                        <m:ctrlPr>
                          <a:rPr lang="en-US" sz="2000" b="0" i="1" smtClean="0">
                            <a:latin typeface="Cambria Math" panose="02040503050406030204" pitchFamily="18" charset="0"/>
                          </a:rPr>
                        </m:ctrlPr>
                      </m:dPr>
                      <m:e>
                        <m:r>
                          <a:rPr lang="en-US" sz="2000" b="0" i="1" smtClean="0">
                            <a:latin typeface="Cambria Math" panose="02040503050406030204" pitchFamily="18" charset="0"/>
                          </a:rPr>
                          <m:t>𝑋</m:t>
                        </m:r>
                      </m:e>
                    </m:d>
                    <m:r>
                      <a:rPr lang="en-US" sz="2000" b="0" i="1" smtClean="0">
                        <a:latin typeface="Cambria Math" panose="02040503050406030204" pitchFamily="18" charset="0"/>
                      </a:rPr>
                      <m:t>𝑃</m:t>
                    </m:r>
                    <m:d>
                      <m:dPr>
                        <m:ctrlPr>
                          <a:rPr lang="en-US" sz="2000" b="0" i="1" smtClean="0">
                            <a:latin typeface="Cambria Math" panose="02040503050406030204" pitchFamily="18" charset="0"/>
                          </a:rPr>
                        </m:ctrlPr>
                      </m:dPr>
                      <m:e>
                        <m:r>
                          <a:rPr lang="en-US" sz="2000" b="0" i="1" smtClean="0">
                            <a:latin typeface="Cambria Math" panose="02040503050406030204" pitchFamily="18" charset="0"/>
                          </a:rPr>
                          <m:t>𝑌</m:t>
                        </m:r>
                      </m:e>
                      <m:e>
                        <m:r>
                          <a:rPr lang="en-US" sz="2000" b="0" i="1" smtClean="0">
                            <a:latin typeface="Cambria Math" panose="02040503050406030204" pitchFamily="18" charset="0"/>
                          </a:rPr>
                          <m:t>𝑋</m:t>
                        </m:r>
                      </m:e>
                    </m:d>
                    <m:r>
                      <a:rPr lang="en-US" sz="2000" b="0" i="1" smtClean="0">
                        <a:latin typeface="Cambria Math" panose="02040503050406030204" pitchFamily="18" charset="0"/>
                      </a:rPr>
                      <m:t>𝑃</m:t>
                    </m:r>
                    <m:d>
                      <m:dPr>
                        <m:ctrlPr>
                          <a:rPr lang="en-US" sz="2000" b="0" i="1" smtClean="0">
                            <a:latin typeface="Cambria Math" panose="02040503050406030204" pitchFamily="18" charset="0"/>
                          </a:rPr>
                        </m:ctrlPr>
                      </m:dPr>
                      <m:e>
                        <m:r>
                          <a:rPr lang="en-US" sz="2000" b="0" i="1" smtClean="0">
                            <a:latin typeface="Cambria Math" panose="02040503050406030204" pitchFamily="18" charset="0"/>
                          </a:rPr>
                          <m:t>𝑍</m:t>
                        </m:r>
                      </m:e>
                      <m:e>
                        <m:r>
                          <a:rPr lang="en-US" sz="2000" b="0" i="1" smtClean="0">
                            <a:latin typeface="Cambria Math" panose="02040503050406030204" pitchFamily="18" charset="0"/>
                          </a:rPr>
                          <m:t>𝑌</m:t>
                        </m:r>
                      </m:e>
                    </m:d>
                  </m:oMath>
                </a14:m>
                <a:endParaRPr lang="en-US" sz="2000" b="0" dirty="0"/>
              </a:p>
              <a:p>
                <a:pPr marL="0" indent="0">
                  <a:buNone/>
                </a:pPr>
                <a:r>
                  <a:rPr lang="en-US" sz="2000" dirty="0"/>
                  <a:t>2. Marginalize over </a:t>
                </a:r>
                <a14:m>
                  <m:oMath xmlns:m="http://schemas.openxmlformats.org/officeDocument/2006/math">
                    <m:r>
                      <a:rPr lang="en-US" sz="2000" i="1" dirty="0" smtClean="0">
                        <a:latin typeface="Cambria Math" panose="02040503050406030204" pitchFamily="18" charset="0"/>
                      </a:rPr>
                      <m:t>𝑦</m:t>
                    </m:r>
                  </m:oMath>
                </a14:m>
                <a:r>
                  <a:rPr lang="en-US" sz="2000" dirty="0"/>
                  <a:t>: </a:t>
                </a:r>
                <a14:m>
                  <m:oMath xmlns:m="http://schemas.openxmlformats.org/officeDocument/2006/math">
                    <m:r>
                      <a:rPr lang="en-US" sz="2000" b="0" i="1" smtClean="0">
                        <a:latin typeface="Cambria Math" panose="02040503050406030204" pitchFamily="18" charset="0"/>
                      </a:rPr>
                      <m:t>𝑃</m:t>
                    </m:r>
                    <m:d>
                      <m:dPr>
                        <m:ctrlPr>
                          <a:rPr lang="en-US" sz="2000" b="0" i="1" smtClean="0">
                            <a:latin typeface="Cambria Math" panose="02040503050406030204" pitchFamily="18" charset="0"/>
                          </a:rPr>
                        </m:ctrlPr>
                      </m:dPr>
                      <m:e>
                        <m:r>
                          <a:rPr lang="en-US" sz="2000" b="0" i="1" smtClean="0">
                            <a:latin typeface="Cambria Math" panose="02040503050406030204" pitchFamily="18" charset="0"/>
                          </a:rPr>
                          <m:t>𝑋</m:t>
                        </m:r>
                        <m:r>
                          <a:rPr lang="en-US" sz="2000" b="0" i="1" smtClean="0">
                            <a:latin typeface="Cambria Math" panose="02040503050406030204" pitchFamily="18" charset="0"/>
                          </a:rPr>
                          <m:t>,</m:t>
                        </m:r>
                        <m:r>
                          <a:rPr lang="en-US" sz="2000" b="0" i="1" smtClean="0">
                            <a:latin typeface="Cambria Math" panose="02040503050406030204" pitchFamily="18" charset="0"/>
                          </a:rPr>
                          <m:t>𝑍</m:t>
                        </m:r>
                      </m:e>
                    </m:d>
                    <m:r>
                      <a:rPr lang="en-US" sz="2000" b="0" i="1" smtClean="0">
                        <a:latin typeface="Cambria Math" panose="02040503050406030204" pitchFamily="18" charset="0"/>
                      </a:rPr>
                      <m:t>=</m:t>
                    </m:r>
                    <m:nary>
                      <m:naryPr>
                        <m:chr m:val="∑"/>
                        <m:supHide m:val="on"/>
                        <m:ctrlPr>
                          <a:rPr lang="en-US" sz="2000" b="0" i="1" smtClean="0">
                            <a:latin typeface="Cambria Math" panose="02040503050406030204" pitchFamily="18" charset="0"/>
                          </a:rPr>
                        </m:ctrlPr>
                      </m:naryPr>
                      <m:sub>
                        <m:r>
                          <m:rPr>
                            <m:brk m:alnAt="7"/>
                          </m:rPr>
                          <a:rPr lang="en-US" sz="2000" b="0" i="1" smtClean="0">
                            <a:latin typeface="Cambria Math" panose="02040503050406030204" pitchFamily="18" charset="0"/>
                          </a:rPr>
                          <m:t>𝑦</m:t>
                        </m:r>
                      </m:sub>
                      <m:sup/>
                      <m:e>
                        <m:r>
                          <a:rPr lang="en-US" sz="2000" b="0" i="1" smtClean="0">
                            <a:latin typeface="Cambria Math" panose="02040503050406030204" pitchFamily="18" charset="0"/>
                          </a:rPr>
                          <m:t>𝑃</m:t>
                        </m:r>
                        <m:d>
                          <m:dPr>
                            <m:ctrlPr>
                              <a:rPr lang="en-US" sz="2000" b="0" i="1" smtClean="0">
                                <a:latin typeface="Cambria Math" panose="02040503050406030204" pitchFamily="18" charset="0"/>
                              </a:rPr>
                            </m:ctrlPr>
                          </m:dPr>
                          <m:e>
                            <m:r>
                              <a:rPr lang="en-US" sz="2000" b="0" i="1" smtClean="0">
                                <a:latin typeface="Cambria Math" panose="02040503050406030204" pitchFamily="18" charset="0"/>
                              </a:rPr>
                              <m:t>𝑋</m:t>
                            </m:r>
                          </m:e>
                        </m:d>
                        <m:r>
                          <a:rPr lang="en-US" sz="2000" b="0" i="1" smtClean="0">
                            <a:latin typeface="Cambria Math" panose="02040503050406030204" pitchFamily="18" charset="0"/>
                          </a:rPr>
                          <m:t>𝑃</m:t>
                        </m:r>
                        <m:d>
                          <m:dPr>
                            <m:ctrlPr>
                              <a:rPr lang="en-US" sz="2000" b="0" i="1" smtClean="0">
                                <a:latin typeface="Cambria Math" panose="02040503050406030204" pitchFamily="18" charset="0"/>
                              </a:rPr>
                            </m:ctrlPr>
                          </m:dPr>
                          <m:e>
                            <m:r>
                              <a:rPr lang="en-US" sz="2000" b="0" i="1" smtClean="0">
                                <a:latin typeface="Cambria Math" panose="02040503050406030204" pitchFamily="18" charset="0"/>
                              </a:rPr>
                              <m:t>𝑦</m:t>
                            </m:r>
                          </m:e>
                          <m:e>
                            <m:r>
                              <a:rPr lang="en-US" sz="2000" b="0" i="1" smtClean="0">
                                <a:latin typeface="Cambria Math" panose="02040503050406030204" pitchFamily="18" charset="0"/>
                              </a:rPr>
                              <m:t>𝑋</m:t>
                            </m:r>
                          </m:e>
                        </m:d>
                        <m:r>
                          <a:rPr lang="en-US" sz="2000" b="0" i="1" smtClean="0">
                            <a:latin typeface="Cambria Math" panose="02040503050406030204" pitchFamily="18" charset="0"/>
                          </a:rPr>
                          <m:t>𝑃</m:t>
                        </m:r>
                        <m:d>
                          <m:dPr>
                            <m:ctrlPr>
                              <a:rPr lang="en-US" sz="2000" b="0" i="1" smtClean="0">
                                <a:latin typeface="Cambria Math" panose="02040503050406030204" pitchFamily="18" charset="0"/>
                              </a:rPr>
                            </m:ctrlPr>
                          </m:dPr>
                          <m:e>
                            <m:r>
                              <a:rPr lang="en-US" sz="2000" b="0" i="1" smtClean="0">
                                <a:latin typeface="Cambria Math" panose="02040503050406030204" pitchFamily="18" charset="0"/>
                              </a:rPr>
                              <m:t>𝑍</m:t>
                            </m:r>
                          </m:e>
                          <m:e>
                            <m:r>
                              <a:rPr lang="en-US" sz="2000" b="0" i="1" smtClean="0">
                                <a:latin typeface="Cambria Math" panose="02040503050406030204" pitchFamily="18" charset="0"/>
                              </a:rPr>
                              <m:t>𝑦</m:t>
                            </m:r>
                          </m:e>
                        </m:d>
                      </m:e>
                    </m:nary>
                  </m:oMath>
                </a14:m>
                <a:br>
                  <a:rPr lang="en-US" sz="2000" b="0" i="1" dirty="0">
                    <a:latin typeface="Cambria Math" panose="02040503050406030204" pitchFamily="18" charset="0"/>
                  </a:rPr>
                </a:br>
                <a:r>
                  <a:rPr lang="en-US" sz="2000" b="0" i="1" dirty="0">
                    <a:latin typeface="Cambria Math" panose="02040503050406030204" pitchFamily="18" charset="0"/>
                  </a:rPr>
                  <a:t>				 </a:t>
                </a:r>
                <a14:m>
                  <m:oMath xmlns:m="http://schemas.openxmlformats.org/officeDocument/2006/math">
                    <m:r>
                      <a:rPr lang="en-US" sz="2000" i="1">
                        <a:latin typeface="Cambria Math" panose="02040503050406030204" pitchFamily="18" charset="0"/>
                      </a:rPr>
                      <m:t>=</m:t>
                    </m:r>
                    <m:r>
                      <a:rPr lang="en-US" sz="2000" b="0" i="1" smtClean="0">
                        <a:latin typeface="Cambria Math" panose="02040503050406030204" pitchFamily="18" charset="0"/>
                      </a:rPr>
                      <m:t> </m:t>
                    </m:r>
                    <m:r>
                      <a:rPr lang="en-US" sz="2000" b="0" i="1" smtClean="0">
                        <a:latin typeface="Cambria Math" panose="02040503050406030204" pitchFamily="18" charset="0"/>
                      </a:rPr>
                      <m:t>𝑃</m:t>
                    </m:r>
                    <m:d>
                      <m:dPr>
                        <m:ctrlPr>
                          <a:rPr lang="en-US" sz="2000" b="0" i="1" smtClean="0">
                            <a:latin typeface="Cambria Math" panose="02040503050406030204" pitchFamily="18" charset="0"/>
                          </a:rPr>
                        </m:ctrlPr>
                      </m:dPr>
                      <m:e>
                        <m:r>
                          <a:rPr lang="en-US" sz="2000" b="0" i="1" smtClean="0">
                            <a:latin typeface="Cambria Math" panose="02040503050406030204" pitchFamily="18" charset="0"/>
                          </a:rPr>
                          <m:t>𝑋</m:t>
                        </m:r>
                      </m:e>
                    </m:d>
                    <m:nary>
                      <m:naryPr>
                        <m:chr m:val="∑"/>
                        <m:supHide m:val="on"/>
                        <m:ctrlPr>
                          <a:rPr lang="en-US" sz="2000" b="0" i="1" smtClean="0">
                            <a:latin typeface="Cambria Math" panose="02040503050406030204" pitchFamily="18" charset="0"/>
                          </a:rPr>
                        </m:ctrlPr>
                      </m:naryPr>
                      <m:sub>
                        <m:r>
                          <a:rPr lang="en-US" sz="2000" b="0" i="1" smtClean="0">
                            <a:latin typeface="Cambria Math" panose="02040503050406030204" pitchFamily="18" charset="0"/>
                          </a:rPr>
                          <m:t>𝑦</m:t>
                        </m:r>
                      </m:sub>
                      <m:sup/>
                      <m:e>
                        <m:r>
                          <a:rPr lang="en-US" sz="2000" b="0" i="1" smtClean="0">
                            <a:latin typeface="Cambria Math" panose="02040503050406030204" pitchFamily="18" charset="0"/>
                          </a:rPr>
                          <m:t>𝑃</m:t>
                        </m:r>
                        <m:d>
                          <m:dPr>
                            <m:ctrlPr>
                              <a:rPr lang="en-US" sz="2000" b="0" i="1" smtClean="0">
                                <a:latin typeface="Cambria Math" panose="02040503050406030204" pitchFamily="18" charset="0"/>
                              </a:rPr>
                            </m:ctrlPr>
                          </m:dPr>
                          <m:e>
                            <m:r>
                              <a:rPr lang="en-US" sz="2000" b="0" i="1" smtClean="0">
                                <a:latin typeface="Cambria Math" panose="02040503050406030204" pitchFamily="18" charset="0"/>
                              </a:rPr>
                              <m:t>𝑍</m:t>
                            </m:r>
                          </m:e>
                          <m:e>
                            <m:r>
                              <a:rPr lang="en-US" sz="2000" b="0" i="1" smtClean="0">
                                <a:latin typeface="Cambria Math" panose="02040503050406030204" pitchFamily="18" charset="0"/>
                              </a:rPr>
                              <m:t>𝑦</m:t>
                            </m:r>
                          </m:e>
                        </m:d>
                        <m:r>
                          <a:rPr lang="en-US" sz="2000" b="0" i="1" smtClean="0">
                            <a:latin typeface="Cambria Math" panose="02040503050406030204" pitchFamily="18" charset="0"/>
                          </a:rPr>
                          <m:t>𝑃</m:t>
                        </m:r>
                        <m:d>
                          <m:dPr>
                            <m:ctrlPr>
                              <a:rPr lang="en-US" sz="2000" b="0" i="1" smtClean="0">
                                <a:latin typeface="Cambria Math" panose="02040503050406030204" pitchFamily="18" charset="0"/>
                              </a:rPr>
                            </m:ctrlPr>
                          </m:dPr>
                          <m:e>
                            <m:r>
                              <a:rPr lang="en-US" sz="2000" b="0" i="1" smtClean="0">
                                <a:latin typeface="Cambria Math" panose="02040503050406030204" pitchFamily="18" charset="0"/>
                              </a:rPr>
                              <m:t>𝑦</m:t>
                            </m:r>
                          </m:e>
                          <m:e>
                            <m:r>
                              <a:rPr lang="en-US" sz="2000" b="0" i="1" smtClean="0">
                                <a:latin typeface="Cambria Math" panose="02040503050406030204" pitchFamily="18" charset="0"/>
                              </a:rPr>
                              <m:t>𝑋</m:t>
                            </m:r>
                          </m:e>
                        </m:d>
                        <m:r>
                          <a:rPr lang="en-US" sz="2000" i="1">
                            <a:latin typeface="Cambria Math" panose="02040503050406030204" pitchFamily="18" charset="0"/>
                          </a:rPr>
                          <m:t>≠</m:t>
                        </m:r>
                        <m:r>
                          <a:rPr lang="en-US" sz="2000" i="1">
                            <a:latin typeface="Cambria Math" panose="02040503050406030204" pitchFamily="18" charset="0"/>
                          </a:rPr>
                          <m:t>𝑃</m:t>
                        </m:r>
                        <m:r>
                          <a:rPr lang="en-US" sz="2000" i="1">
                            <a:latin typeface="Cambria Math" panose="02040503050406030204" pitchFamily="18" charset="0"/>
                          </a:rPr>
                          <m:t>(</m:t>
                        </m:r>
                        <m:r>
                          <a:rPr lang="en-US" sz="2000" i="1">
                            <a:latin typeface="Cambria Math" panose="02040503050406030204" pitchFamily="18" charset="0"/>
                          </a:rPr>
                          <m:t>𝑋</m:t>
                        </m:r>
                        <m:r>
                          <a:rPr lang="en-US" sz="2000" i="1">
                            <a:latin typeface="Cambria Math" panose="02040503050406030204" pitchFamily="18" charset="0"/>
                          </a:rPr>
                          <m:t>)</m:t>
                        </m:r>
                        <m:r>
                          <a:rPr lang="en-US" sz="2000" i="1">
                            <a:latin typeface="Cambria Math" panose="02040503050406030204" pitchFamily="18" charset="0"/>
                          </a:rPr>
                          <m:t>𝑃</m:t>
                        </m:r>
                        <m:r>
                          <a:rPr lang="en-US" sz="2000" i="1">
                            <a:latin typeface="Cambria Math" panose="02040503050406030204" pitchFamily="18" charset="0"/>
                          </a:rPr>
                          <m:t>(</m:t>
                        </m:r>
                        <m:r>
                          <a:rPr lang="en-US" sz="2000" i="1">
                            <a:latin typeface="Cambria Math" panose="02040503050406030204" pitchFamily="18" charset="0"/>
                          </a:rPr>
                          <m:t>𝑍</m:t>
                        </m:r>
                        <m:r>
                          <a:rPr lang="en-US" sz="2000" i="1">
                            <a:latin typeface="Cambria Math" panose="02040503050406030204" pitchFamily="18" charset="0"/>
                          </a:rPr>
                          <m:t>)</m:t>
                        </m:r>
                        <m:r>
                          <m:rPr>
                            <m:nor/>
                          </m:rPr>
                          <a:rPr lang="en-US" sz="2000" dirty="0"/>
                          <m:t> </m:t>
                        </m:r>
                      </m:e>
                    </m:nary>
                  </m:oMath>
                </a14:m>
                <a:endParaRPr lang="en-US" sz="2400" dirty="0"/>
              </a:p>
            </p:txBody>
          </p:sp>
        </mc:Choice>
        <mc:Fallback xmlns="">
          <p:sp>
            <p:nvSpPr>
              <p:cNvPr id="5123" name="Rectangle 3"/>
              <p:cNvSpPr>
                <a:spLocks noGrp="1" noRot="1" noChangeAspect="1" noMove="1" noResize="1" noEditPoints="1" noAdjustHandles="1" noChangeArrowheads="1" noChangeShapeType="1" noTextEdit="1"/>
              </p:cNvSpPr>
              <p:nvPr>
                <p:ph idx="1"/>
              </p:nvPr>
            </p:nvSpPr>
            <p:spPr>
              <a:xfrm>
                <a:off x="628650" y="1828799"/>
                <a:ext cx="7886700" cy="4724401"/>
              </a:xfrm>
              <a:blipFill>
                <a:blip r:embed="rId3"/>
                <a:stretch>
                  <a:fillRect l="-1005" t="-1806"/>
                </a:stretch>
              </a:blipFill>
            </p:spPr>
            <p:txBody>
              <a:bodyPr/>
              <a:lstStyle/>
              <a:p>
                <a:r>
                  <a:rPr lang="en-US">
                    <a:noFill/>
                  </a:rPr>
                  <a:t> </a:t>
                </a:r>
              </a:p>
            </p:txBody>
          </p:sp>
        </mc:Fallback>
      </mc:AlternateContent>
      <p:pic>
        <p:nvPicPr>
          <p:cNvPr id="99330" name="Picture 2" descr="A network with a chain of variables where y depends on X and Z depends on Y."/>
          <p:cNvPicPr>
            <a:picLocks noChangeAspect="1" noChangeArrowheads="1"/>
          </p:cNvPicPr>
          <p:nvPr/>
        </p:nvPicPr>
        <p:blipFill>
          <a:blip r:embed="rId4" cstate="print"/>
          <a:srcRect/>
          <a:stretch>
            <a:fillRect/>
          </a:stretch>
        </p:blipFill>
        <p:spPr bwMode="auto">
          <a:xfrm>
            <a:off x="1897856" y="2188354"/>
            <a:ext cx="5348288" cy="1124398"/>
          </a:xfrm>
          <a:prstGeom prst="rect">
            <a:avLst/>
          </a:prstGeom>
          <a:noFill/>
          <a:ln w="9525">
            <a:noFill/>
            <a:miter lim="800000"/>
            <a:headEnd/>
            <a:tailEnd/>
          </a:ln>
        </p:spPr>
      </p:pic>
      <p:grpSp>
        <p:nvGrpSpPr>
          <p:cNvPr id="6" name="Group 5">
            <a:extLst>
              <a:ext uri="{FF2B5EF4-FFF2-40B4-BE49-F238E27FC236}">
                <a16:creationId xmlns:a16="http://schemas.microsoft.com/office/drawing/2014/main" id="{14E63C02-0957-B135-C3E9-F740A1A0BA2A}"/>
              </a:ext>
            </a:extLst>
          </p:cNvPr>
          <p:cNvGrpSpPr/>
          <p:nvPr/>
        </p:nvGrpSpPr>
        <p:grpSpPr>
          <a:xfrm>
            <a:off x="5553785" y="5418993"/>
            <a:ext cx="1821140" cy="1073881"/>
            <a:chOff x="5553785" y="5418993"/>
            <a:chExt cx="1821140" cy="1073881"/>
          </a:xfrm>
        </p:grpSpPr>
        <p:sp>
          <p:nvSpPr>
            <p:cNvPr id="2" name="TextBox 1">
              <a:extLst>
                <a:ext uri="{FF2B5EF4-FFF2-40B4-BE49-F238E27FC236}">
                  <a16:creationId xmlns:a16="http://schemas.microsoft.com/office/drawing/2014/main" id="{E2097FF4-44EE-4BC5-A50B-D1D4FB13CB36}"/>
                </a:ext>
              </a:extLst>
            </p:cNvPr>
            <p:cNvSpPr txBox="1"/>
            <p:nvPr/>
          </p:nvSpPr>
          <p:spPr>
            <a:xfrm>
              <a:off x="5553785" y="5784988"/>
              <a:ext cx="1821140" cy="707886"/>
            </a:xfrm>
            <a:prstGeom prst="rect">
              <a:avLst/>
            </a:prstGeom>
            <a:noFill/>
          </p:spPr>
          <p:txBody>
            <a:bodyPr wrap="none" rtlCol="0">
              <a:spAutoFit/>
            </a:bodyPr>
            <a:lstStyle/>
            <a:p>
              <a:pPr algn="ctr"/>
              <a:r>
                <a:rPr lang="en-US" sz="2000" dirty="0">
                  <a:solidFill>
                    <a:srgbClr val="FF0000"/>
                  </a:solidFill>
                </a:rPr>
                <a:t>X and Z are </a:t>
              </a:r>
              <a:r>
                <a:rPr lang="en-US" sz="2000" b="1" dirty="0">
                  <a:solidFill>
                    <a:srgbClr val="FF0000"/>
                  </a:solidFill>
                </a:rPr>
                <a:t>not</a:t>
              </a:r>
              <a:r>
                <a:rPr lang="en-US" sz="2000" dirty="0">
                  <a:solidFill>
                    <a:srgbClr val="FF0000"/>
                  </a:solidFill>
                </a:rPr>
                <a:t> </a:t>
              </a:r>
              <a:br>
                <a:rPr lang="en-US" sz="2000" dirty="0">
                  <a:solidFill>
                    <a:srgbClr val="FF0000"/>
                  </a:solidFill>
                </a:rPr>
              </a:br>
              <a:r>
                <a:rPr lang="en-US" sz="2000" dirty="0">
                  <a:solidFill>
                    <a:srgbClr val="FF0000"/>
                  </a:solidFill>
                </a:rPr>
                <a:t>independent!</a:t>
              </a:r>
            </a:p>
          </p:txBody>
        </p:sp>
        <p:sp>
          <p:nvSpPr>
            <p:cNvPr id="3" name="Arrow: Right 2">
              <a:extLst>
                <a:ext uri="{FF2B5EF4-FFF2-40B4-BE49-F238E27FC236}">
                  <a16:creationId xmlns:a16="http://schemas.microsoft.com/office/drawing/2014/main" id="{AF61CCA0-C66D-47C6-AD21-7D26CC7B9EDB}"/>
                </a:ext>
                <a:ext uri="{C183D7F6-B498-43B3-948B-1728B52AA6E4}">
                  <adec:decorative xmlns:adec="http://schemas.microsoft.com/office/drawing/2017/decorative" val="1"/>
                </a:ext>
              </a:extLst>
            </p:cNvPr>
            <p:cNvSpPr/>
            <p:nvPr/>
          </p:nvSpPr>
          <p:spPr>
            <a:xfrm rot="5400000">
              <a:off x="6306400" y="5434727"/>
              <a:ext cx="315911" cy="284443"/>
            </a:xfrm>
            <a:prstGeom prst="rightArrow">
              <a:avLst/>
            </a:prstGeom>
          </p:spPr>
          <p:style>
            <a:lnRef idx="2">
              <a:schemeClr val="accent1">
                <a:shade val="50000"/>
              </a:schemeClr>
            </a:lnRef>
            <a:fillRef idx="1">
              <a:schemeClr val="accent1"/>
            </a:fillRef>
            <a:effectRef idx="0">
              <a:schemeClr val="accent1"/>
            </a:effectRef>
            <a:fontRef idx="minor">
              <a:schemeClr val="lt1"/>
            </a:fontRef>
          </p:style>
          <p:txBody>
            <a:bodyPr rtlCol="0" anchor="ctr"/>
            <a:lstStyle/>
            <a:p>
              <a:pPr algn="ctr"/>
              <a:endParaRPr lang="en-US"/>
            </a:p>
          </p:txBody>
        </p:sp>
      </p:grpSp>
      <p:sp>
        <p:nvSpPr>
          <p:cNvPr id="4" name="Speech Bubble: Rectangle with Corners Rounded 3">
            <a:extLst>
              <a:ext uri="{FF2B5EF4-FFF2-40B4-BE49-F238E27FC236}">
                <a16:creationId xmlns:a16="http://schemas.microsoft.com/office/drawing/2014/main" id="{7FA4BCAF-0241-4B29-5F11-9F3BCA262A93}"/>
              </a:ext>
            </a:extLst>
          </p:cNvPr>
          <p:cNvSpPr/>
          <p:nvPr/>
        </p:nvSpPr>
        <p:spPr>
          <a:xfrm>
            <a:off x="7543800" y="4343400"/>
            <a:ext cx="1371600" cy="535205"/>
          </a:xfrm>
          <a:prstGeom prst="wedgeRoundRectCallout">
            <a:avLst>
              <a:gd name="adj1" fmla="val -117577"/>
              <a:gd name="adj2" fmla="val 68571"/>
              <a:gd name="adj3" fmla="val 16667"/>
            </a:avLst>
          </a:prstGeom>
        </p:spPr>
        <p:style>
          <a:lnRef idx="2">
            <a:schemeClr val="accent1">
              <a:shade val="15000"/>
            </a:schemeClr>
          </a:lnRef>
          <a:fillRef idx="1">
            <a:schemeClr val="accent1"/>
          </a:fillRef>
          <a:effectRef idx="0">
            <a:schemeClr val="accent1"/>
          </a:effectRef>
          <a:fontRef idx="minor">
            <a:schemeClr val="lt1"/>
          </a:fontRef>
        </p:style>
        <p:txBody>
          <a:bodyPr rtlCol="0" anchor="ctr"/>
          <a:lstStyle/>
          <a:p>
            <a:r>
              <a:rPr lang="en-US" sz="1400" dirty="0"/>
              <a:t>We are not interested in y. </a:t>
            </a:r>
          </a:p>
        </p:txBody>
      </p:sp>
      <p:sp>
        <p:nvSpPr>
          <p:cNvPr id="5" name="TextBox 4">
            <a:extLst>
              <a:ext uri="{FF2B5EF4-FFF2-40B4-BE49-F238E27FC236}">
                <a16:creationId xmlns:a16="http://schemas.microsoft.com/office/drawing/2014/main" id="{E305B5F7-4A63-7169-58F8-29F8DAC89AEC}"/>
              </a:ext>
            </a:extLst>
          </p:cNvPr>
          <p:cNvSpPr txBox="1"/>
          <p:nvPr/>
        </p:nvSpPr>
        <p:spPr>
          <a:xfrm>
            <a:off x="607716" y="6121050"/>
            <a:ext cx="4019550" cy="523220"/>
          </a:xfrm>
          <a:prstGeom prst="rect">
            <a:avLst/>
          </a:prstGeom>
        </p:spPr>
        <p:style>
          <a:lnRef idx="2">
            <a:schemeClr val="accent3">
              <a:shade val="15000"/>
            </a:schemeClr>
          </a:lnRef>
          <a:fillRef idx="1">
            <a:schemeClr val="accent3"/>
          </a:fillRef>
          <a:effectRef idx="0">
            <a:schemeClr val="accent3"/>
          </a:effectRef>
          <a:fontRef idx="minor">
            <a:schemeClr val="lt1"/>
          </a:fontRef>
        </p:style>
        <p:txBody>
          <a:bodyPr wrap="square" rtlCol="0">
            <a:spAutoFit/>
          </a:bodyPr>
          <a:lstStyle/>
          <a:p>
            <a:r>
              <a:rPr lang="en-US" sz="1400" dirty="0"/>
              <a:t>Note: most Ps refer to probability distributions, but for convenience, we omit setting using a bold </a:t>
            </a:r>
            <a:r>
              <a:rPr lang="en-US" sz="1400" b="1" dirty="0"/>
              <a:t>P</a:t>
            </a:r>
            <a:r>
              <a:rPr lang="en-US" sz="1400" dirty="0"/>
              <a:t>!</a:t>
            </a:r>
          </a:p>
        </p:txBody>
      </p:sp>
    </p:spTree>
    <p:extLst>
      <p:ext uri="{BB962C8B-B14F-4D97-AF65-F5344CB8AC3E}">
        <p14:creationId xmlns:p14="http://schemas.microsoft.com/office/powerpoint/2010/main" val="1498710684"/>
      </p:ext>
    </p:extLst>
  </p:cSld>
  <p:clrMapOvr>
    <a:masterClrMapping/>
  </p:clrMapOvr>
  <p:timing>
    <p:tnLst>
      <p:par>
        <p:cTn id="1" dur="indefinite" restart="never" nodeType="tmRoot">
          <p:childTnLst>
            <p:seq concurrent="1" nextAc="seek">
              <p:cTn id="2" dur="indefinite" nodeType="mainSeq">
                <p:childTnLst>
                  <p:par>
                    <p:cTn id="3" fill="hold">
                      <p:stCondLst>
                        <p:cond delay="indefinite"/>
                      </p:stCondLst>
                      <p:childTnLst>
                        <p:par>
                          <p:cTn id="4" fill="hold">
                            <p:stCondLst>
                              <p:cond delay="0"/>
                            </p:stCondLst>
                            <p:childTnLst>
                              <p:par>
                                <p:cTn id="5" presetID="1" presetClass="entr" presetSubtype="0" fill="hold" nodeType="clickEffect">
                                  <p:stCondLst>
                                    <p:cond delay="0"/>
                                  </p:stCondLst>
                                  <p:childTnLst>
                                    <p:set>
                                      <p:cBhvr>
                                        <p:cTn id="6" dur="1" fill="hold">
                                          <p:stCondLst>
                                            <p:cond delay="0"/>
                                          </p:stCondLst>
                                        </p:cTn>
                                        <p:tgtEl>
                                          <p:spTgt spid="6"/>
                                        </p:tgtEl>
                                        <p:attrNameLst>
                                          <p:attrName>style.visibility</p:attrName>
                                        </p:attrNameLst>
                                      </p:cBhvr>
                                      <p:to>
                                        <p:strVal val="visible"/>
                                      </p:to>
                                    </p:set>
                                  </p:childTnLst>
                                </p:cTn>
                              </p:par>
                              <p:par>
                                <p:cTn id="7" presetID="1" presetClass="entr" presetSubtype="0" fill="hold" grpId="0" nodeType="withEffect">
                                  <p:stCondLst>
                                    <p:cond delay="0"/>
                                  </p:stCondLst>
                                  <p:childTnLst>
                                    <p:set>
                                      <p:cBhvr>
                                        <p:cTn id="8" dur="1" fill="hold">
                                          <p:stCondLst>
                                            <p:cond delay="0"/>
                                          </p:stCondLst>
                                        </p:cTn>
                                        <p:tgtEl>
                                          <p:spTgt spid="4"/>
                                        </p:tgtEl>
                                        <p:attrNameLst>
                                          <p:attrName>style.visibility</p:attrName>
                                        </p:attrNameLst>
                                      </p:cBhvr>
                                      <p:to>
                                        <p:strVal val="visible"/>
                                      </p:to>
                                    </p:set>
                                  </p:childTnLst>
                                </p:cTn>
                              </p:par>
                              <p:par>
                                <p:cTn id="9" presetID="1" presetClass="entr" presetSubtype="0" fill="hold" grpId="0" nodeType="withEffect">
                                  <p:stCondLst>
                                    <p:cond delay="0"/>
                                  </p:stCondLst>
                                  <p:childTnLst>
                                    <p:set>
                                      <p:cBhvr>
                                        <p:cTn id="10" dur="1" fill="hold">
                                          <p:stCondLst>
                                            <p:cond delay="0"/>
                                          </p:stCondLst>
                                        </p:cTn>
                                        <p:tgtEl>
                                          <p:spTgt spid="5"/>
                                        </p:tgtEl>
                                        <p:attrNameLst>
                                          <p:attrName>style.visibility</p:attrName>
                                        </p:attrNameLst>
                                      </p:cBhvr>
                                      <p:to>
                                        <p:strVal val="visible"/>
                                      </p:to>
                                    </p:set>
                                  </p:childTnLst>
                                </p:cTn>
                              </p:par>
                              <p:par>
                                <p:cTn id="11" presetID="1" presetClass="entr" presetSubtype="0" fill="hold" nodeType="withEffect">
                                  <p:stCondLst>
                                    <p:cond delay="0"/>
                                  </p:stCondLst>
                                  <p:childTnLst>
                                    <p:set>
                                      <p:cBhvr>
                                        <p:cTn id="12" dur="1" fill="hold">
                                          <p:stCondLst>
                                            <p:cond delay="0"/>
                                          </p:stCondLst>
                                        </p:cTn>
                                        <p:tgtEl>
                                          <p:spTgt spid="5123">
                                            <p:txEl>
                                              <p:pRg st="6" end="6"/>
                                            </p:txEl>
                                          </p:spTgt>
                                        </p:tgtEl>
                                        <p:attrNameLst>
                                          <p:attrName>style.visibility</p:attrName>
                                        </p:attrNameLst>
                                      </p:cBhvr>
                                      <p:to>
                                        <p:strVal val="visible"/>
                                      </p:to>
                                    </p:set>
                                  </p:childTnLst>
                                </p:cTn>
                              </p:par>
                              <p:par>
                                <p:cTn id="13" presetID="1" presetClass="entr" presetSubtype="0" fill="hold" nodeType="withEffect">
                                  <p:stCondLst>
                                    <p:cond delay="0"/>
                                  </p:stCondLst>
                                  <p:childTnLst>
                                    <p:set>
                                      <p:cBhvr>
                                        <p:cTn id="14" dur="1" fill="hold">
                                          <p:stCondLst>
                                            <p:cond delay="0"/>
                                          </p:stCondLst>
                                        </p:cTn>
                                        <p:tgtEl>
                                          <p:spTgt spid="5123">
                                            <p:txEl>
                                              <p:pRg st="7" end="7"/>
                                            </p:txEl>
                                          </p:spTgt>
                                        </p:tgtEl>
                                        <p:attrNameLst>
                                          <p:attrName>style.visibility</p:attrName>
                                        </p:attrNameLst>
                                      </p:cBhvr>
                                      <p:to>
                                        <p:strVal val="visible"/>
                                      </p:to>
                                    </p:set>
                                  </p:childTnLst>
                                </p:cTn>
                              </p:par>
                            </p:childTnLst>
                          </p:cTn>
                        </p:par>
                      </p:childTnLst>
                    </p:cTn>
                  </p:par>
                </p:childTnLst>
              </p:cTn>
              <p:prevCondLst>
                <p:cond evt="onPrev" delay="0">
                  <p:tgtEl>
                    <p:sldTgt/>
                  </p:tgtEl>
                </p:cond>
              </p:prevCondLst>
              <p:nextCondLst>
                <p:cond evt="onNext" delay="0">
                  <p:tgtEl>
                    <p:sldTgt/>
                  </p:tgtEl>
                </p:cond>
              </p:nextCondLst>
            </p:seq>
          </p:childTnLst>
        </p:cTn>
      </p:par>
    </p:tnLst>
    <p:bldLst>
      <p:bldP spid="4" grpId="0" animBg="1"/>
      <p:bldP spid="5" grpId="0" animBg="1"/>
    </p:bldLst>
  </p:timing>
</p:sld>
</file>

<file path=ppt/slides/slide11.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5122" name="Rectangle 2"/>
          <p:cNvSpPr>
            <a:spLocks noGrp="1" noChangeArrowheads="1"/>
          </p:cNvSpPr>
          <p:nvPr>
            <p:ph type="title"/>
          </p:nvPr>
        </p:nvSpPr>
        <p:spPr/>
        <p:txBody>
          <a:bodyPr/>
          <a:lstStyle/>
          <a:p>
            <a:r>
              <a:rPr lang="en-US" dirty="0"/>
              <a:t>Causal Chains: Conditional Independence</a:t>
            </a:r>
          </a:p>
        </p:txBody>
      </p:sp>
      <p:pic>
        <p:nvPicPr>
          <p:cNvPr id="99330" name="Picture 2" descr="A network with a chain of variables where y depends on X and Z depends on Y."/>
          <p:cNvPicPr>
            <a:picLocks noChangeAspect="1" noChangeArrowheads="1"/>
          </p:cNvPicPr>
          <p:nvPr/>
        </p:nvPicPr>
        <p:blipFill>
          <a:blip r:embed="rId3" cstate="print"/>
          <a:srcRect/>
          <a:stretch>
            <a:fillRect/>
          </a:stretch>
        </p:blipFill>
        <p:spPr bwMode="auto">
          <a:xfrm>
            <a:off x="2057400" y="2328763"/>
            <a:ext cx="5348288" cy="1124398"/>
          </a:xfrm>
          <a:prstGeom prst="rect">
            <a:avLst/>
          </a:prstGeom>
          <a:noFill/>
          <a:ln w="9525">
            <a:noFill/>
            <a:miter lim="800000"/>
            <a:headEnd/>
            <a:tailEnd/>
          </a:ln>
        </p:spPr>
      </p:pic>
      <mc:AlternateContent xmlns:mc="http://schemas.openxmlformats.org/markup-compatibility/2006" xmlns:a14="http://schemas.microsoft.com/office/drawing/2010/main">
        <mc:Choice Requires="a14">
          <p:sp>
            <p:nvSpPr>
              <p:cNvPr id="5123" name="Rectangle 3"/>
              <p:cNvSpPr>
                <a:spLocks noGrp="1" noChangeArrowheads="1"/>
              </p:cNvSpPr>
              <p:nvPr>
                <p:ph idx="1"/>
              </p:nvPr>
            </p:nvSpPr>
            <p:spPr>
              <a:xfrm>
                <a:off x="628650" y="1825625"/>
                <a:ext cx="7886700" cy="4117975"/>
              </a:xfrm>
            </p:spPr>
            <p:txBody>
              <a:bodyPr>
                <a:normAutofit lnSpcReduction="10000"/>
              </a:bodyPr>
              <a:lstStyle/>
              <a:p>
                <a:r>
                  <a:rPr lang="en-US" sz="2400" dirty="0"/>
                  <a:t>Example: </a:t>
                </a:r>
                <a:r>
                  <a:rPr lang="en-US" sz="2400" i="1" dirty="0"/>
                  <a:t>causal chain</a:t>
                </a:r>
              </a:p>
              <a:p>
                <a:endParaRPr lang="en-US" sz="2400" i="1" dirty="0"/>
              </a:p>
              <a:p>
                <a:endParaRPr lang="en-US" sz="2400" i="1" dirty="0"/>
              </a:p>
              <a:p>
                <a:endParaRPr lang="en-US" sz="2400" i="1" dirty="0"/>
              </a:p>
              <a:p>
                <a:r>
                  <a:rPr lang="en-US" sz="2400" dirty="0"/>
                  <a:t>Is Z independent of X given Y?</a:t>
                </a:r>
              </a:p>
              <a:p>
                <a:endParaRPr lang="en-US" sz="2400" dirty="0"/>
              </a:p>
              <a:p>
                <a:pPr marL="457200" indent="-457200">
                  <a:buAutoNum type="arabicPeriod"/>
                </a:pPr>
                <a:r>
                  <a:rPr lang="en-US" sz="2000" dirty="0"/>
                  <a:t>Conditioning: 	</a:t>
                </a:r>
                <a14:m>
                  <m:oMath xmlns:m="http://schemas.openxmlformats.org/officeDocument/2006/math">
                    <m:r>
                      <a:rPr lang="en-US" sz="2000" i="1" smtClean="0">
                        <a:latin typeface="Cambria Math" panose="02040503050406030204" pitchFamily="18" charset="0"/>
                      </a:rPr>
                      <m:t>𝑃</m:t>
                    </m:r>
                    <m:d>
                      <m:dPr>
                        <m:ctrlPr>
                          <a:rPr lang="en-US" sz="2000" i="1">
                            <a:latin typeface="Cambria Math" panose="02040503050406030204" pitchFamily="18" charset="0"/>
                          </a:rPr>
                        </m:ctrlPr>
                      </m:dPr>
                      <m:e>
                        <m:r>
                          <a:rPr lang="en-US" sz="2000" i="1">
                            <a:latin typeface="Cambria Math" panose="02040503050406030204" pitchFamily="18" charset="0"/>
                          </a:rPr>
                          <m:t>𝑋</m:t>
                        </m:r>
                        <m:r>
                          <a:rPr lang="en-US" sz="2000" i="1">
                            <a:latin typeface="Cambria Math" panose="02040503050406030204" pitchFamily="18" charset="0"/>
                          </a:rPr>
                          <m:t>,</m:t>
                        </m:r>
                        <m:r>
                          <a:rPr lang="en-US" sz="2000" i="1">
                            <a:latin typeface="Cambria Math" panose="02040503050406030204" pitchFamily="18" charset="0"/>
                          </a:rPr>
                          <m:t>𝑍</m:t>
                        </m:r>
                      </m:e>
                      <m:e>
                        <m:r>
                          <a:rPr lang="en-US" sz="2000" i="1">
                            <a:latin typeface="Cambria Math" panose="02040503050406030204" pitchFamily="18" charset="0"/>
                          </a:rPr>
                          <m:t>𝑌</m:t>
                        </m:r>
                      </m:e>
                    </m:d>
                    <m:r>
                      <a:rPr lang="en-US" sz="2000" b="0" i="1" smtClean="0">
                        <a:latin typeface="Cambria Math" panose="02040503050406030204" pitchFamily="18" charset="0"/>
                      </a:rPr>
                      <m:t>= </m:t>
                    </m:r>
                    <m:f>
                      <m:fPr>
                        <m:ctrlPr>
                          <a:rPr lang="en-US" sz="2000" b="0" i="1" smtClean="0">
                            <a:latin typeface="Cambria Math" panose="02040503050406030204" pitchFamily="18" charset="0"/>
                          </a:rPr>
                        </m:ctrlPr>
                      </m:fPr>
                      <m:num>
                        <m:r>
                          <a:rPr lang="en-US" sz="2000" b="0" i="1" smtClean="0">
                            <a:latin typeface="Cambria Math" panose="02040503050406030204" pitchFamily="18" charset="0"/>
                          </a:rPr>
                          <m:t>𝑃</m:t>
                        </m:r>
                        <m:r>
                          <a:rPr lang="en-US" sz="2000" b="0" i="1" smtClean="0">
                            <a:latin typeface="Cambria Math" panose="02040503050406030204" pitchFamily="18" charset="0"/>
                          </a:rPr>
                          <m:t>(</m:t>
                        </m:r>
                        <m:r>
                          <a:rPr lang="en-US" sz="2000" b="0" i="1" smtClean="0">
                            <a:latin typeface="Cambria Math" panose="02040503050406030204" pitchFamily="18" charset="0"/>
                          </a:rPr>
                          <m:t>𝑋</m:t>
                        </m:r>
                        <m:r>
                          <a:rPr lang="en-US" sz="2000" b="0" i="1" smtClean="0">
                            <a:latin typeface="Cambria Math" panose="02040503050406030204" pitchFamily="18" charset="0"/>
                          </a:rPr>
                          <m:t>,</m:t>
                        </m:r>
                        <m:r>
                          <a:rPr lang="en-US" sz="2000" b="0" i="1" smtClean="0">
                            <a:latin typeface="Cambria Math" panose="02040503050406030204" pitchFamily="18" charset="0"/>
                          </a:rPr>
                          <m:t>𝑌</m:t>
                        </m:r>
                        <m:r>
                          <a:rPr lang="en-US" sz="2000" b="0" i="1" smtClean="0">
                            <a:latin typeface="Cambria Math" panose="02040503050406030204" pitchFamily="18" charset="0"/>
                          </a:rPr>
                          <m:t>,</m:t>
                        </m:r>
                        <m:r>
                          <a:rPr lang="en-US" sz="2000" b="0" i="1" smtClean="0">
                            <a:latin typeface="Cambria Math" panose="02040503050406030204" pitchFamily="18" charset="0"/>
                          </a:rPr>
                          <m:t>𝑍</m:t>
                        </m:r>
                        <m:r>
                          <a:rPr lang="en-US" sz="2000" b="0" i="1" smtClean="0">
                            <a:latin typeface="Cambria Math" panose="02040503050406030204" pitchFamily="18" charset="0"/>
                          </a:rPr>
                          <m:t>)</m:t>
                        </m:r>
                      </m:num>
                      <m:den>
                        <m:r>
                          <a:rPr lang="en-US" sz="2000" b="0" i="1" smtClean="0">
                            <a:latin typeface="Cambria Math" panose="02040503050406030204" pitchFamily="18" charset="0"/>
                          </a:rPr>
                          <m:t>𝑃</m:t>
                        </m:r>
                        <m:r>
                          <a:rPr lang="en-US" sz="2000" b="0" i="1" smtClean="0">
                            <a:latin typeface="Cambria Math" panose="02040503050406030204" pitchFamily="18" charset="0"/>
                          </a:rPr>
                          <m:t>(</m:t>
                        </m:r>
                        <m:r>
                          <a:rPr lang="en-US" sz="2000" b="0" i="1" smtClean="0">
                            <a:latin typeface="Cambria Math" panose="02040503050406030204" pitchFamily="18" charset="0"/>
                          </a:rPr>
                          <m:t>𝑌</m:t>
                        </m:r>
                        <m:r>
                          <a:rPr lang="en-US" sz="2000" b="0" i="1" smtClean="0">
                            <a:latin typeface="Cambria Math" panose="02040503050406030204" pitchFamily="18" charset="0"/>
                          </a:rPr>
                          <m:t>)</m:t>
                        </m:r>
                      </m:den>
                    </m:f>
                    <m:r>
                      <a:rPr lang="en-US" sz="2000" i="1">
                        <a:latin typeface="Cambria Math" panose="02040503050406030204" pitchFamily="18" charset="0"/>
                      </a:rPr>
                      <m:t>=</m:t>
                    </m:r>
                    <m:f>
                      <m:fPr>
                        <m:ctrlPr>
                          <a:rPr lang="en-US" sz="2000" i="1">
                            <a:latin typeface="Cambria Math" panose="02040503050406030204" pitchFamily="18" charset="0"/>
                          </a:rPr>
                        </m:ctrlPr>
                      </m:fPr>
                      <m:num>
                        <m:r>
                          <m:rPr>
                            <m:nor/>
                          </m:rPr>
                          <a:rPr lang="en-US" sz="2000">
                            <a:latin typeface="Cambria Math" panose="02040503050406030204" pitchFamily="18" charset="0"/>
                          </a:rPr>
                          <m:t>P</m:t>
                        </m:r>
                        <m:r>
                          <m:rPr>
                            <m:nor/>
                          </m:rPr>
                          <a:rPr lang="en-US" sz="2000">
                            <a:latin typeface="Cambria Math" panose="02040503050406030204" pitchFamily="18" charset="0"/>
                          </a:rPr>
                          <m:t>(</m:t>
                        </m:r>
                        <m:r>
                          <m:rPr>
                            <m:nor/>
                          </m:rPr>
                          <a:rPr lang="en-US" sz="2000">
                            <a:latin typeface="Cambria Math" panose="02040503050406030204" pitchFamily="18" charset="0"/>
                          </a:rPr>
                          <m:t>X</m:t>
                        </m:r>
                        <m:r>
                          <m:rPr>
                            <m:nor/>
                          </m:rPr>
                          <a:rPr lang="en-US" sz="2000">
                            <a:latin typeface="Cambria Math" panose="02040503050406030204" pitchFamily="18" charset="0"/>
                          </a:rPr>
                          <m:t>)</m:t>
                        </m:r>
                        <m:r>
                          <m:rPr>
                            <m:nor/>
                          </m:rPr>
                          <a:rPr lang="en-US" sz="2000">
                            <a:latin typeface="Cambria Math" panose="02040503050406030204" pitchFamily="18" charset="0"/>
                          </a:rPr>
                          <m:t>P</m:t>
                        </m:r>
                        <m:r>
                          <m:rPr>
                            <m:nor/>
                          </m:rPr>
                          <a:rPr lang="en-US" sz="2000">
                            <a:latin typeface="Cambria Math" panose="02040503050406030204" pitchFamily="18" charset="0"/>
                          </a:rPr>
                          <m:t>(</m:t>
                        </m:r>
                        <m:r>
                          <m:rPr>
                            <m:nor/>
                          </m:rPr>
                          <a:rPr lang="en-US" sz="2000">
                            <a:latin typeface="Cambria Math" panose="02040503050406030204" pitchFamily="18" charset="0"/>
                          </a:rPr>
                          <m:t>Y</m:t>
                        </m:r>
                        <m:r>
                          <m:rPr>
                            <m:nor/>
                          </m:rPr>
                          <a:rPr lang="en-US" sz="2000">
                            <a:latin typeface="Cambria Math" panose="02040503050406030204" pitchFamily="18" charset="0"/>
                          </a:rPr>
                          <m:t>|</m:t>
                        </m:r>
                        <m:r>
                          <m:rPr>
                            <m:nor/>
                          </m:rPr>
                          <a:rPr lang="en-US" sz="2000">
                            <a:latin typeface="Cambria Math" panose="02040503050406030204" pitchFamily="18" charset="0"/>
                          </a:rPr>
                          <m:t>X</m:t>
                        </m:r>
                        <m:r>
                          <m:rPr>
                            <m:nor/>
                          </m:rPr>
                          <a:rPr lang="en-US" sz="2000">
                            <a:latin typeface="Cambria Math" panose="02040503050406030204" pitchFamily="18" charset="0"/>
                          </a:rPr>
                          <m:t>)</m:t>
                        </m:r>
                        <m:r>
                          <m:rPr>
                            <m:nor/>
                          </m:rPr>
                          <a:rPr lang="en-US" sz="2000">
                            <a:latin typeface="Cambria Math" panose="02040503050406030204" pitchFamily="18" charset="0"/>
                          </a:rPr>
                          <m:t>P</m:t>
                        </m:r>
                        <m:r>
                          <m:rPr>
                            <m:nor/>
                          </m:rPr>
                          <a:rPr lang="en-US" sz="2000">
                            <a:latin typeface="Cambria Math" panose="02040503050406030204" pitchFamily="18" charset="0"/>
                          </a:rPr>
                          <m:t>(</m:t>
                        </m:r>
                        <m:r>
                          <m:rPr>
                            <m:nor/>
                          </m:rPr>
                          <a:rPr lang="en-US" sz="2000">
                            <a:latin typeface="Cambria Math" panose="02040503050406030204" pitchFamily="18" charset="0"/>
                          </a:rPr>
                          <m:t>Z</m:t>
                        </m:r>
                        <m:r>
                          <m:rPr>
                            <m:nor/>
                          </m:rPr>
                          <a:rPr lang="en-US" sz="2000">
                            <a:latin typeface="Cambria Math" panose="02040503050406030204" pitchFamily="18" charset="0"/>
                          </a:rPr>
                          <m:t>|</m:t>
                        </m:r>
                        <m:r>
                          <m:rPr>
                            <m:nor/>
                          </m:rPr>
                          <a:rPr lang="en-US" sz="2000">
                            <a:latin typeface="Cambria Math" panose="02040503050406030204" pitchFamily="18" charset="0"/>
                          </a:rPr>
                          <m:t>Y</m:t>
                        </m:r>
                        <m:r>
                          <m:rPr>
                            <m:nor/>
                          </m:rPr>
                          <a:rPr lang="en-US" sz="2000">
                            <a:latin typeface="Cambria Math" panose="02040503050406030204" pitchFamily="18" charset="0"/>
                          </a:rPr>
                          <m:t>)</m:t>
                        </m:r>
                      </m:num>
                      <m:den>
                        <m:r>
                          <a:rPr lang="en-US" sz="2000" i="1">
                            <a:latin typeface="Cambria Math" panose="02040503050406030204" pitchFamily="18" charset="0"/>
                          </a:rPr>
                          <m:t>𝑃</m:t>
                        </m:r>
                        <m:r>
                          <a:rPr lang="en-US" sz="2000" i="1">
                            <a:latin typeface="Cambria Math" panose="02040503050406030204" pitchFamily="18" charset="0"/>
                          </a:rPr>
                          <m:t>(</m:t>
                        </m:r>
                        <m:r>
                          <a:rPr lang="en-US" sz="2000" i="1">
                            <a:latin typeface="Cambria Math" panose="02040503050406030204" pitchFamily="18" charset="0"/>
                          </a:rPr>
                          <m:t>𝑌</m:t>
                        </m:r>
                        <m:r>
                          <a:rPr lang="en-US" sz="2000" i="1">
                            <a:latin typeface="Cambria Math" panose="02040503050406030204" pitchFamily="18" charset="0"/>
                          </a:rPr>
                          <m:t>)</m:t>
                        </m:r>
                      </m:den>
                    </m:f>
                    <m:r>
                      <m:rPr>
                        <m:nor/>
                      </m:rPr>
                      <a:rPr lang="en-US" sz="2000">
                        <a:latin typeface="Cambria Math" panose="02040503050406030204" pitchFamily="18" charset="0"/>
                      </a:rPr>
                      <m:t> </m:t>
                    </m:r>
                  </m:oMath>
                </a14:m>
                <a:br>
                  <a:rPr lang="en-US" sz="2000" dirty="0">
                    <a:latin typeface="Cambria Math" panose="02040503050406030204" pitchFamily="18" charset="0"/>
                  </a:rPr>
                </a:br>
                <a:endParaRPr lang="en-US" sz="2000" dirty="0">
                  <a:latin typeface="Cambria Math" panose="02040503050406030204" pitchFamily="18" charset="0"/>
                </a:endParaRPr>
              </a:p>
              <a:p>
                <a:pPr marL="457200" indent="-457200">
                  <a:buAutoNum type="arabicPeriod"/>
                </a:pPr>
                <a:r>
                  <a:rPr lang="en-US" dirty="0"/>
                  <a:t>Bayes’ rule: 	</a:t>
                </a:r>
                <a:r>
                  <a:rPr lang="en-US" sz="2000" dirty="0">
                    <a:latin typeface="Cambria Math" panose="02040503050406030204" pitchFamily="18" charset="0"/>
                  </a:rPr>
                  <a:t>	     </a:t>
                </a:r>
                <a14:m>
                  <m:oMath xmlns:m="http://schemas.openxmlformats.org/officeDocument/2006/math">
                    <m:r>
                      <m:rPr>
                        <m:nor/>
                      </m:rPr>
                      <a:rPr lang="en-US" sz="2000">
                        <a:latin typeface="Cambria Math" panose="02040503050406030204" pitchFamily="18" charset="0"/>
                      </a:rPr>
                      <m:t>= </m:t>
                    </m:r>
                    <m:f>
                      <m:fPr>
                        <m:ctrlPr>
                          <a:rPr lang="en-US" sz="2000" i="1">
                            <a:latin typeface="Cambria Math" panose="02040503050406030204" pitchFamily="18" charset="0"/>
                          </a:rPr>
                        </m:ctrlPr>
                      </m:fPr>
                      <m:num>
                        <m:r>
                          <a:rPr lang="en-US" sz="2000" i="1">
                            <a:latin typeface="Cambria Math" panose="02040503050406030204" pitchFamily="18" charset="0"/>
                          </a:rPr>
                          <m:t>𝑃</m:t>
                        </m:r>
                        <m:d>
                          <m:dPr>
                            <m:ctrlPr>
                              <a:rPr lang="en-US" sz="2000" i="1">
                                <a:latin typeface="Cambria Math" panose="02040503050406030204" pitchFamily="18" charset="0"/>
                              </a:rPr>
                            </m:ctrlPr>
                          </m:dPr>
                          <m:e>
                            <m:r>
                              <a:rPr lang="en-US" sz="2000" i="1">
                                <a:latin typeface="Cambria Math" panose="02040503050406030204" pitchFamily="18" charset="0"/>
                              </a:rPr>
                              <m:t>𝑋</m:t>
                            </m:r>
                          </m:e>
                        </m:d>
                        <m:f>
                          <m:fPr>
                            <m:ctrlPr>
                              <a:rPr lang="en-US" sz="2000" i="1" smtClean="0">
                                <a:latin typeface="Cambria Math" panose="02040503050406030204" pitchFamily="18" charset="0"/>
                              </a:rPr>
                            </m:ctrlPr>
                          </m:fPr>
                          <m:num>
                            <m:r>
                              <a:rPr lang="en-US" sz="2000" i="1" smtClean="0">
                                <a:latin typeface="Cambria Math" panose="02040503050406030204" pitchFamily="18" charset="0"/>
                              </a:rPr>
                              <m:t>𝑃</m:t>
                            </m:r>
                            <m:r>
                              <a:rPr lang="en-US" sz="2000" i="1" smtClean="0">
                                <a:latin typeface="Cambria Math" panose="02040503050406030204" pitchFamily="18" charset="0"/>
                              </a:rPr>
                              <m:t>(</m:t>
                            </m:r>
                            <m:r>
                              <a:rPr lang="en-US" sz="2000" i="1" smtClean="0">
                                <a:latin typeface="Cambria Math" panose="02040503050406030204" pitchFamily="18" charset="0"/>
                              </a:rPr>
                              <m:t>𝑋</m:t>
                            </m:r>
                            <m:r>
                              <a:rPr lang="en-US" sz="2000" i="1" smtClean="0">
                                <a:latin typeface="Cambria Math" panose="02040503050406030204" pitchFamily="18" charset="0"/>
                              </a:rPr>
                              <m:t>|</m:t>
                            </m:r>
                            <m:r>
                              <a:rPr lang="en-US" sz="2000" i="1" smtClean="0">
                                <a:latin typeface="Cambria Math" panose="02040503050406030204" pitchFamily="18" charset="0"/>
                              </a:rPr>
                              <m:t>𝑌</m:t>
                            </m:r>
                            <m:r>
                              <a:rPr lang="en-US" sz="2000" i="1" smtClean="0">
                                <a:latin typeface="Cambria Math" panose="02040503050406030204" pitchFamily="18" charset="0"/>
                              </a:rPr>
                              <m:t>)</m:t>
                            </m:r>
                            <m:r>
                              <a:rPr lang="en-US" sz="2000" i="1" smtClean="0">
                                <a:latin typeface="Cambria Math" panose="02040503050406030204" pitchFamily="18" charset="0"/>
                              </a:rPr>
                              <m:t>𝑃</m:t>
                            </m:r>
                            <m:d>
                              <m:dPr>
                                <m:ctrlPr>
                                  <a:rPr lang="en-US" sz="2000" i="1">
                                    <a:latin typeface="Cambria Math" panose="02040503050406030204" pitchFamily="18" charset="0"/>
                                  </a:rPr>
                                </m:ctrlPr>
                              </m:dPr>
                              <m:e>
                                <m:r>
                                  <a:rPr lang="en-US" sz="2000" i="1">
                                    <a:latin typeface="Cambria Math" panose="02040503050406030204" pitchFamily="18" charset="0"/>
                                  </a:rPr>
                                  <m:t>𝑌</m:t>
                                </m:r>
                              </m:e>
                            </m:d>
                          </m:num>
                          <m:den>
                            <m:r>
                              <a:rPr lang="en-US" sz="2000" b="0" i="1" smtClean="0">
                                <a:latin typeface="Cambria Math" panose="02040503050406030204" pitchFamily="18" charset="0"/>
                              </a:rPr>
                              <m:t>𝑃</m:t>
                            </m:r>
                            <m:r>
                              <a:rPr lang="en-US" sz="2000" b="0" i="1" smtClean="0">
                                <a:latin typeface="Cambria Math" panose="02040503050406030204" pitchFamily="18" charset="0"/>
                              </a:rPr>
                              <m:t>(</m:t>
                            </m:r>
                            <m:r>
                              <a:rPr lang="en-US" sz="2000" b="0" i="1" smtClean="0">
                                <a:latin typeface="Cambria Math" panose="02040503050406030204" pitchFamily="18" charset="0"/>
                              </a:rPr>
                              <m:t>𝑋</m:t>
                            </m:r>
                            <m:r>
                              <a:rPr lang="en-US" sz="2000" b="0" i="1" smtClean="0">
                                <a:latin typeface="Cambria Math" panose="02040503050406030204" pitchFamily="18" charset="0"/>
                              </a:rPr>
                              <m:t>)</m:t>
                            </m:r>
                          </m:den>
                        </m:f>
                        <m:r>
                          <a:rPr lang="en-US" sz="2000" i="1">
                            <a:latin typeface="Cambria Math" panose="02040503050406030204" pitchFamily="18" charset="0"/>
                          </a:rPr>
                          <m:t>𝑃</m:t>
                        </m:r>
                        <m:r>
                          <a:rPr lang="en-US" sz="2000" i="1">
                            <a:latin typeface="Cambria Math" panose="02040503050406030204" pitchFamily="18" charset="0"/>
                          </a:rPr>
                          <m:t>(</m:t>
                        </m:r>
                        <m:r>
                          <a:rPr lang="en-US" sz="2000" i="1">
                            <a:latin typeface="Cambria Math" panose="02040503050406030204" pitchFamily="18" charset="0"/>
                          </a:rPr>
                          <m:t>𝑍</m:t>
                        </m:r>
                        <m:r>
                          <a:rPr lang="en-US" sz="2000" i="1">
                            <a:latin typeface="Cambria Math" panose="02040503050406030204" pitchFamily="18" charset="0"/>
                          </a:rPr>
                          <m:t>|</m:t>
                        </m:r>
                        <m:r>
                          <a:rPr lang="en-US" sz="2000" i="1">
                            <a:latin typeface="Cambria Math" panose="02040503050406030204" pitchFamily="18" charset="0"/>
                          </a:rPr>
                          <m:t>𝑌</m:t>
                        </m:r>
                        <m:r>
                          <a:rPr lang="en-US" sz="2000" i="1">
                            <a:latin typeface="Cambria Math" panose="02040503050406030204" pitchFamily="18" charset="0"/>
                          </a:rPr>
                          <m:t>)</m:t>
                        </m:r>
                      </m:num>
                      <m:den>
                        <m:r>
                          <a:rPr lang="en-US" sz="2000" i="1">
                            <a:latin typeface="Cambria Math" panose="02040503050406030204" pitchFamily="18" charset="0"/>
                          </a:rPr>
                          <m:t>𝑃</m:t>
                        </m:r>
                        <m:r>
                          <a:rPr lang="en-US" sz="2000" i="1">
                            <a:latin typeface="Cambria Math" panose="02040503050406030204" pitchFamily="18" charset="0"/>
                          </a:rPr>
                          <m:t>(</m:t>
                        </m:r>
                        <m:r>
                          <a:rPr lang="en-US" sz="2000" i="1">
                            <a:latin typeface="Cambria Math" panose="02040503050406030204" pitchFamily="18" charset="0"/>
                          </a:rPr>
                          <m:t>𝑌</m:t>
                        </m:r>
                        <m:r>
                          <a:rPr lang="en-US" sz="2000" i="1">
                            <a:latin typeface="Cambria Math" panose="02040503050406030204" pitchFamily="18" charset="0"/>
                          </a:rPr>
                          <m:t>)</m:t>
                        </m:r>
                      </m:den>
                    </m:f>
                    <m:r>
                      <m:rPr>
                        <m:nor/>
                      </m:rPr>
                      <a:rPr lang="en-US" sz="2000">
                        <a:latin typeface="Cambria Math" panose="02040503050406030204" pitchFamily="18" charset="0"/>
                      </a:rPr>
                      <m:t> = </m:t>
                    </m:r>
                    <m:r>
                      <m:rPr>
                        <m:nor/>
                      </m:rPr>
                      <a:rPr lang="en-US" sz="2000">
                        <a:latin typeface="Cambria Math" panose="02040503050406030204" pitchFamily="18" charset="0"/>
                      </a:rPr>
                      <m:t>P</m:t>
                    </m:r>
                    <m:r>
                      <m:rPr>
                        <m:nor/>
                      </m:rPr>
                      <a:rPr lang="en-US" sz="2000">
                        <a:latin typeface="Cambria Math" panose="02040503050406030204" pitchFamily="18" charset="0"/>
                      </a:rPr>
                      <m:t>(</m:t>
                    </m:r>
                    <m:r>
                      <m:rPr>
                        <m:nor/>
                      </m:rPr>
                      <a:rPr lang="en-US" sz="2000">
                        <a:latin typeface="Cambria Math" panose="02040503050406030204" pitchFamily="18" charset="0"/>
                      </a:rPr>
                      <m:t>X</m:t>
                    </m:r>
                    <m:r>
                      <m:rPr>
                        <m:nor/>
                      </m:rPr>
                      <a:rPr lang="en-US" sz="2000">
                        <a:latin typeface="Cambria Math" panose="02040503050406030204" pitchFamily="18" charset="0"/>
                      </a:rPr>
                      <m:t>|</m:t>
                    </m:r>
                    <m:r>
                      <m:rPr>
                        <m:nor/>
                      </m:rPr>
                      <a:rPr lang="en-US" sz="2000">
                        <a:latin typeface="Cambria Math" panose="02040503050406030204" pitchFamily="18" charset="0"/>
                      </a:rPr>
                      <m:t>Y</m:t>
                    </m:r>
                    <m:r>
                      <m:rPr>
                        <m:nor/>
                      </m:rPr>
                      <a:rPr lang="en-US" sz="2000">
                        <a:latin typeface="Cambria Math" panose="02040503050406030204" pitchFamily="18" charset="0"/>
                      </a:rPr>
                      <m:t>)</m:t>
                    </m:r>
                    <m:r>
                      <m:rPr>
                        <m:nor/>
                      </m:rPr>
                      <a:rPr lang="en-US" sz="2000">
                        <a:latin typeface="Cambria Math" panose="02040503050406030204" pitchFamily="18" charset="0"/>
                      </a:rPr>
                      <m:t>P</m:t>
                    </m:r>
                    <m:r>
                      <m:rPr>
                        <m:nor/>
                      </m:rPr>
                      <a:rPr lang="en-US" sz="2000">
                        <a:latin typeface="Cambria Math" panose="02040503050406030204" pitchFamily="18" charset="0"/>
                      </a:rPr>
                      <m:t>(</m:t>
                    </m:r>
                    <m:r>
                      <m:rPr>
                        <m:nor/>
                      </m:rPr>
                      <a:rPr lang="en-US" sz="2000">
                        <a:latin typeface="Cambria Math" panose="02040503050406030204" pitchFamily="18" charset="0"/>
                      </a:rPr>
                      <m:t>Z</m:t>
                    </m:r>
                    <m:r>
                      <m:rPr>
                        <m:nor/>
                      </m:rPr>
                      <a:rPr lang="en-US" sz="2000">
                        <a:latin typeface="Cambria Math" panose="02040503050406030204" pitchFamily="18" charset="0"/>
                      </a:rPr>
                      <m:t>|</m:t>
                    </m:r>
                    <m:r>
                      <m:rPr>
                        <m:nor/>
                      </m:rPr>
                      <a:rPr lang="en-US" sz="2000">
                        <a:latin typeface="Cambria Math" panose="02040503050406030204" pitchFamily="18" charset="0"/>
                      </a:rPr>
                      <m:t>Y</m:t>
                    </m:r>
                    <m:r>
                      <m:rPr>
                        <m:nor/>
                      </m:rPr>
                      <a:rPr lang="en-US" sz="2000">
                        <a:latin typeface="Cambria Math" panose="02040503050406030204" pitchFamily="18" charset="0"/>
                      </a:rPr>
                      <m:t>)</m:t>
                    </m:r>
                  </m:oMath>
                </a14:m>
                <a:endParaRPr lang="en-US" sz="2000" dirty="0"/>
              </a:p>
              <a:p>
                <a:pPr marL="0" indent="0">
                  <a:buNone/>
                </a:pPr>
                <a:endParaRPr lang="en-US" sz="2400" dirty="0"/>
              </a:p>
            </p:txBody>
          </p:sp>
        </mc:Choice>
        <mc:Fallback xmlns="">
          <p:sp>
            <p:nvSpPr>
              <p:cNvPr id="5123" name="Rectangle 3"/>
              <p:cNvSpPr>
                <a:spLocks noGrp="1" noRot="1" noChangeAspect="1" noMove="1" noResize="1" noEditPoints="1" noAdjustHandles="1" noChangeArrowheads="1" noChangeShapeType="1" noTextEdit="1"/>
              </p:cNvSpPr>
              <p:nvPr>
                <p:ph idx="1"/>
              </p:nvPr>
            </p:nvSpPr>
            <p:spPr>
              <a:xfrm>
                <a:off x="628650" y="1825625"/>
                <a:ext cx="7886700" cy="4117975"/>
              </a:xfrm>
              <a:blipFill>
                <a:blip r:embed="rId4"/>
                <a:stretch>
                  <a:fillRect l="-1005" t="-2811"/>
                </a:stretch>
              </a:blipFill>
            </p:spPr>
            <p:txBody>
              <a:bodyPr/>
              <a:lstStyle/>
              <a:p>
                <a:r>
                  <a:rPr lang="en-US">
                    <a:noFill/>
                  </a:rPr>
                  <a:t> </a:t>
                </a:r>
              </a:p>
            </p:txBody>
          </p:sp>
        </mc:Fallback>
      </mc:AlternateContent>
      <p:sp>
        <p:nvSpPr>
          <p:cNvPr id="5" name="Speech Bubble: Rectangle with Corners Rounded 4">
            <a:extLst>
              <a:ext uri="{FF2B5EF4-FFF2-40B4-BE49-F238E27FC236}">
                <a16:creationId xmlns:a16="http://schemas.microsoft.com/office/drawing/2014/main" id="{7C402E91-FD33-DCB0-90E1-D1FA00966C37}"/>
              </a:ext>
            </a:extLst>
          </p:cNvPr>
          <p:cNvSpPr/>
          <p:nvPr/>
        </p:nvSpPr>
        <p:spPr>
          <a:xfrm>
            <a:off x="7543800" y="3657600"/>
            <a:ext cx="1371600" cy="1068605"/>
          </a:xfrm>
          <a:prstGeom prst="wedgeRoundRectCallout">
            <a:avLst>
              <a:gd name="adj1" fmla="val -77910"/>
              <a:gd name="adj2" fmla="val 91247"/>
              <a:gd name="adj3" fmla="val 16667"/>
            </a:avLst>
          </a:prstGeom>
        </p:spPr>
        <p:style>
          <a:lnRef idx="2">
            <a:schemeClr val="accent1">
              <a:shade val="15000"/>
            </a:schemeClr>
          </a:lnRef>
          <a:fillRef idx="1">
            <a:schemeClr val="accent1"/>
          </a:fillRef>
          <a:effectRef idx="0">
            <a:schemeClr val="accent1"/>
          </a:effectRef>
          <a:fontRef idx="minor">
            <a:schemeClr val="lt1"/>
          </a:fontRef>
        </p:style>
        <p:txBody>
          <a:bodyPr rtlCol="0" anchor="ctr"/>
          <a:lstStyle/>
          <a:p>
            <a:r>
              <a:rPr lang="en-US" sz="1400" dirty="0"/>
              <a:t>= Definition of conditional independence</a:t>
            </a:r>
          </a:p>
        </p:txBody>
      </p:sp>
      <p:grpSp>
        <p:nvGrpSpPr>
          <p:cNvPr id="2" name="Group 1">
            <a:extLst>
              <a:ext uri="{FF2B5EF4-FFF2-40B4-BE49-F238E27FC236}">
                <a16:creationId xmlns:a16="http://schemas.microsoft.com/office/drawing/2014/main" id="{8343E883-CCC5-6904-BA4E-BEC0B2B3F971}"/>
              </a:ext>
            </a:extLst>
          </p:cNvPr>
          <p:cNvGrpSpPr/>
          <p:nvPr/>
        </p:nvGrpSpPr>
        <p:grpSpPr>
          <a:xfrm>
            <a:off x="5618443" y="5613272"/>
            <a:ext cx="2743200" cy="888889"/>
            <a:chOff x="5618443" y="5613272"/>
            <a:chExt cx="2743200" cy="888889"/>
          </a:xfrm>
        </p:grpSpPr>
        <p:sp>
          <p:nvSpPr>
            <p:cNvPr id="10" name="TextBox 9">
              <a:extLst>
                <a:ext uri="{FF2B5EF4-FFF2-40B4-BE49-F238E27FC236}">
                  <a16:creationId xmlns:a16="http://schemas.microsoft.com/office/drawing/2014/main" id="{BB64160A-523C-43B4-BE6E-A3C4AADBF146}"/>
                </a:ext>
              </a:extLst>
            </p:cNvPr>
            <p:cNvSpPr txBox="1"/>
            <p:nvPr/>
          </p:nvSpPr>
          <p:spPr>
            <a:xfrm>
              <a:off x="5618443" y="5855830"/>
              <a:ext cx="2743200" cy="646331"/>
            </a:xfrm>
            <a:prstGeom prst="rect">
              <a:avLst/>
            </a:prstGeom>
            <a:noFill/>
          </p:spPr>
          <p:txBody>
            <a:bodyPr wrap="square">
              <a:spAutoFit/>
            </a:bodyPr>
            <a:lstStyle/>
            <a:p>
              <a:pPr algn="ctr"/>
              <a:r>
                <a:rPr lang="en-US" sz="1800" dirty="0">
                  <a:solidFill>
                    <a:srgbClr val="FF0000"/>
                  </a:solidFill>
                </a:rPr>
                <a:t>X and Z are </a:t>
              </a:r>
              <a:r>
                <a:rPr lang="en-US" dirty="0">
                  <a:solidFill>
                    <a:srgbClr val="FF0000"/>
                  </a:solidFill>
                </a:rPr>
                <a:t>conditionally</a:t>
              </a:r>
              <a:r>
                <a:rPr lang="en-US" sz="1800" dirty="0">
                  <a:solidFill>
                    <a:srgbClr val="FF0000"/>
                  </a:solidFill>
                </a:rPr>
                <a:t> </a:t>
              </a:r>
              <a:br>
                <a:rPr lang="en-US" sz="1800" dirty="0">
                  <a:solidFill>
                    <a:srgbClr val="FF0000"/>
                  </a:solidFill>
                </a:rPr>
              </a:br>
              <a:r>
                <a:rPr lang="en-US" sz="1800" dirty="0">
                  <a:solidFill>
                    <a:srgbClr val="FF0000"/>
                  </a:solidFill>
                </a:rPr>
                <a:t>independent given Y</a:t>
              </a:r>
            </a:p>
          </p:txBody>
        </p:sp>
        <p:sp>
          <p:nvSpPr>
            <p:cNvPr id="11" name="Arrow: Right 10">
              <a:extLst>
                <a:ext uri="{FF2B5EF4-FFF2-40B4-BE49-F238E27FC236}">
                  <a16:creationId xmlns:a16="http://schemas.microsoft.com/office/drawing/2014/main" id="{810EFDF7-8251-4574-827A-A732105D5FA8}"/>
                </a:ext>
                <a:ext uri="{C183D7F6-B498-43B3-948B-1728B52AA6E4}">
                  <adec:decorative xmlns:adec="http://schemas.microsoft.com/office/drawing/2017/decorative" val="1"/>
                </a:ext>
              </a:extLst>
            </p:cNvPr>
            <p:cNvSpPr/>
            <p:nvPr/>
          </p:nvSpPr>
          <p:spPr>
            <a:xfrm rot="5400000">
              <a:off x="6689866" y="5629006"/>
              <a:ext cx="315911" cy="284443"/>
            </a:xfrm>
            <a:prstGeom prst="rightArrow">
              <a:avLst/>
            </a:prstGeom>
          </p:spPr>
          <p:style>
            <a:lnRef idx="2">
              <a:schemeClr val="accent1">
                <a:shade val="50000"/>
              </a:schemeClr>
            </a:lnRef>
            <a:fillRef idx="1">
              <a:schemeClr val="accent1"/>
            </a:fillRef>
            <a:effectRef idx="0">
              <a:schemeClr val="accent1"/>
            </a:effectRef>
            <a:fontRef idx="minor">
              <a:schemeClr val="lt1"/>
            </a:fontRef>
          </p:style>
          <p:txBody>
            <a:bodyPr rtlCol="0" anchor="ctr"/>
            <a:lstStyle/>
            <a:p>
              <a:pPr algn="ctr"/>
              <a:endParaRPr lang="en-US"/>
            </a:p>
          </p:txBody>
        </p:sp>
      </p:grpSp>
    </p:spTree>
    <p:extLst>
      <p:ext uri="{BB962C8B-B14F-4D97-AF65-F5344CB8AC3E}">
        <p14:creationId xmlns:p14="http://schemas.microsoft.com/office/powerpoint/2010/main" val="2959167478"/>
      </p:ext>
    </p:extLst>
  </p:cSld>
  <p:clrMapOvr>
    <a:masterClrMapping/>
  </p:clrMapOvr>
  <p:timing>
    <p:tnLst>
      <p:par>
        <p:cTn id="1" dur="indefinite" restart="never" nodeType="tmRoot">
          <p:childTnLst>
            <p:seq concurrent="1" nextAc="seek">
              <p:cTn id="2" dur="indefinite" nodeType="mainSeq">
                <p:childTnLst>
                  <p:par>
                    <p:cTn id="3" fill="hold">
                      <p:stCondLst>
                        <p:cond delay="indefinite"/>
                      </p:stCondLst>
                      <p:childTnLst>
                        <p:par>
                          <p:cTn id="4" fill="hold">
                            <p:stCondLst>
                              <p:cond delay="0"/>
                            </p:stCondLst>
                            <p:childTnLst>
                              <p:par>
                                <p:cTn id="5" presetID="1" presetClass="entr" presetSubtype="0" fill="hold" grpId="0" nodeType="clickEffect">
                                  <p:stCondLst>
                                    <p:cond delay="0"/>
                                  </p:stCondLst>
                                  <p:childTnLst>
                                    <p:set>
                                      <p:cBhvr>
                                        <p:cTn id="6" dur="1" fill="hold">
                                          <p:stCondLst>
                                            <p:cond delay="0"/>
                                          </p:stCondLst>
                                        </p:cTn>
                                        <p:tgtEl>
                                          <p:spTgt spid="5"/>
                                        </p:tgtEl>
                                        <p:attrNameLst>
                                          <p:attrName>style.visibility</p:attrName>
                                        </p:attrNameLst>
                                      </p:cBhvr>
                                      <p:to>
                                        <p:strVal val="visible"/>
                                      </p:to>
                                    </p:set>
                                  </p:childTnLst>
                                </p:cTn>
                              </p:par>
                              <p:par>
                                <p:cTn id="7" presetID="1" presetClass="entr" presetSubtype="0" fill="hold" nodeType="withEffect">
                                  <p:stCondLst>
                                    <p:cond delay="0"/>
                                  </p:stCondLst>
                                  <p:childTnLst>
                                    <p:set>
                                      <p:cBhvr>
                                        <p:cTn id="8" dur="1" fill="hold">
                                          <p:stCondLst>
                                            <p:cond delay="0"/>
                                          </p:stCondLst>
                                        </p:cTn>
                                        <p:tgtEl>
                                          <p:spTgt spid="2"/>
                                        </p:tgtEl>
                                        <p:attrNameLst>
                                          <p:attrName>style.visibility</p:attrName>
                                        </p:attrNameLst>
                                      </p:cBhvr>
                                      <p:to>
                                        <p:strVal val="visible"/>
                                      </p:to>
                                    </p:set>
                                  </p:childTnLst>
                                </p:cTn>
                              </p:par>
                              <p:par>
                                <p:cTn id="9" presetID="1" presetClass="entr" presetSubtype="0" fill="hold" nodeType="withEffect">
                                  <p:stCondLst>
                                    <p:cond delay="0"/>
                                  </p:stCondLst>
                                  <p:childTnLst>
                                    <p:set>
                                      <p:cBhvr>
                                        <p:cTn id="10" dur="1" fill="hold">
                                          <p:stCondLst>
                                            <p:cond delay="0"/>
                                          </p:stCondLst>
                                        </p:cTn>
                                        <p:tgtEl>
                                          <p:spTgt spid="5123">
                                            <p:txEl>
                                              <p:pRg st="6" end="6"/>
                                            </p:txEl>
                                          </p:spTgt>
                                        </p:tgtEl>
                                        <p:attrNameLst>
                                          <p:attrName>style.visibility</p:attrName>
                                        </p:attrNameLst>
                                      </p:cBhvr>
                                      <p:to>
                                        <p:strVal val="visible"/>
                                      </p:to>
                                    </p:set>
                                  </p:childTnLst>
                                </p:cTn>
                              </p:par>
                              <p:par>
                                <p:cTn id="11" presetID="1" presetClass="entr" presetSubtype="0" fill="hold" nodeType="withEffect">
                                  <p:stCondLst>
                                    <p:cond delay="0"/>
                                  </p:stCondLst>
                                  <p:childTnLst>
                                    <p:set>
                                      <p:cBhvr>
                                        <p:cTn id="12" dur="1" fill="hold">
                                          <p:stCondLst>
                                            <p:cond delay="0"/>
                                          </p:stCondLst>
                                        </p:cTn>
                                        <p:tgtEl>
                                          <p:spTgt spid="5123">
                                            <p:txEl>
                                              <p:pRg st="7" end="7"/>
                                            </p:txEl>
                                          </p:spTgt>
                                        </p:tgtEl>
                                        <p:attrNameLst>
                                          <p:attrName>style.visibility</p:attrName>
                                        </p:attrNameLst>
                                      </p:cBhvr>
                                      <p:to>
                                        <p:strVal val="visible"/>
                                      </p:to>
                                    </p:set>
                                  </p:childTnLst>
                                </p:cTn>
                              </p:par>
                            </p:childTnLst>
                          </p:cTn>
                        </p:par>
                      </p:childTnLst>
                    </p:cTn>
                  </p:par>
                </p:childTnLst>
              </p:cTn>
              <p:prevCondLst>
                <p:cond evt="onPrev" delay="0">
                  <p:tgtEl>
                    <p:sldTgt/>
                  </p:tgtEl>
                </p:cond>
              </p:prevCondLst>
              <p:nextCondLst>
                <p:cond evt="onNext" delay="0">
                  <p:tgtEl>
                    <p:sldTgt/>
                  </p:tgtEl>
                </p:cond>
              </p:nextCondLst>
            </p:seq>
          </p:childTnLst>
        </p:cTn>
      </p:par>
    </p:tnLst>
    <p:bldLst>
      <p:bldP spid="5" grpId="0" animBg="1"/>
    </p:bldLst>
  </p:timing>
</p:sld>
</file>

<file path=ppt/slides/slide12.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Title 1"/>
          <p:cNvSpPr>
            <a:spLocks noGrp="1"/>
          </p:cNvSpPr>
          <p:nvPr>
            <p:ph type="title"/>
          </p:nvPr>
        </p:nvSpPr>
        <p:spPr>
          <a:xfrm>
            <a:off x="457200" y="345783"/>
            <a:ext cx="8229600" cy="715962"/>
          </a:xfrm>
        </p:spPr>
        <p:txBody>
          <a:bodyPr/>
          <a:lstStyle/>
          <a:p>
            <a:r>
              <a:rPr lang="en-US" dirty="0"/>
              <a:t>Common Cause vs. Common Effect</a:t>
            </a:r>
          </a:p>
        </p:txBody>
      </p:sp>
      <p:pic>
        <p:nvPicPr>
          <p:cNvPr id="22530" name="Picture 2" descr="A network where X and Z depend on Y."/>
          <p:cNvPicPr>
            <a:picLocks noChangeAspect="1" noChangeArrowheads="1"/>
          </p:cNvPicPr>
          <p:nvPr/>
        </p:nvPicPr>
        <p:blipFill>
          <a:blip r:embed="rId3" cstate="print"/>
          <a:srcRect/>
          <a:stretch>
            <a:fillRect/>
          </a:stretch>
        </p:blipFill>
        <p:spPr bwMode="auto">
          <a:xfrm>
            <a:off x="1607874" y="1646405"/>
            <a:ext cx="1592526" cy="2667000"/>
          </a:xfrm>
          <a:prstGeom prst="rect">
            <a:avLst/>
          </a:prstGeom>
          <a:noFill/>
          <a:ln w="9525">
            <a:noFill/>
            <a:miter lim="800000"/>
            <a:headEnd/>
            <a:tailEnd/>
          </a:ln>
        </p:spPr>
      </p:pic>
      <p:sp>
        <p:nvSpPr>
          <p:cNvPr id="3" name="Content Placeholder 2"/>
          <p:cNvSpPr>
            <a:spLocks noGrp="1"/>
          </p:cNvSpPr>
          <p:nvPr>
            <p:ph sz="half" idx="1"/>
          </p:nvPr>
        </p:nvSpPr>
        <p:spPr>
          <a:xfrm>
            <a:off x="457200" y="1295400"/>
            <a:ext cx="4038600" cy="5216817"/>
          </a:xfrm>
        </p:spPr>
        <p:txBody>
          <a:bodyPr>
            <a:noAutofit/>
          </a:bodyPr>
          <a:lstStyle/>
          <a:p>
            <a:r>
              <a:rPr lang="en-US" sz="1800" i="1" dirty="0"/>
              <a:t>Common cause</a:t>
            </a:r>
          </a:p>
          <a:p>
            <a:endParaRPr lang="en-US" sz="1800" dirty="0"/>
          </a:p>
          <a:p>
            <a:endParaRPr lang="en-US" sz="1800" dirty="0"/>
          </a:p>
          <a:p>
            <a:endParaRPr lang="en-US" sz="1800" dirty="0"/>
          </a:p>
          <a:p>
            <a:endParaRPr lang="en-US" sz="1800" dirty="0"/>
          </a:p>
          <a:p>
            <a:endParaRPr lang="en-US" sz="1800" dirty="0"/>
          </a:p>
          <a:p>
            <a:endParaRPr lang="en-US" sz="1800" dirty="0"/>
          </a:p>
          <a:p>
            <a:endParaRPr lang="en-US" sz="1800" dirty="0"/>
          </a:p>
          <a:p>
            <a:pPr marL="0" indent="0">
              <a:buNone/>
            </a:pPr>
            <a:endParaRPr lang="en-US" sz="1800" dirty="0"/>
          </a:p>
          <a:p>
            <a:r>
              <a:rPr lang="en-US" sz="1800" dirty="0"/>
              <a:t>Are X and Z independent?</a:t>
            </a:r>
          </a:p>
          <a:p>
            <a:pPr lvl="1"/>
            <a:r>
              <a:rPr lang="en-US" dirty="0">
                <a:solidFill>
                  <a:srgbClr val="0066FF"/>
                </a:solidFill>
              </a:rPr>
              <a:t>No. If Y is unknown, then it will influence both in the same way.</a:t>
            </a:r>
          </a:p>
          <a:p>
            <a:r>
              <a:rPr lang="en-US" sz="1800" dirty="0"/>
              <a:t>Are they conditionally independent given Y?</a:t>
            </a:r>
          </a:p>
          <a:p>
            <a:pPr lvl="1"/>
            <a:r>
              <a:rPr lang="en-US" dirty="0">
                <a:solidFill>
                  <a:srgbClr val="0066FF"/>
                </a:solidFill>
              </a:rPr>
              <a:t>Yes, the only variation comes from other, not shared, causes.</a:t>
            </a:r>
          </a:p>
        </p:txBody>
      </p:sp>
      <p:pic>
        <p:nvPicPr>
          <p:cNvPr id="22531" name="Picture 3" descr="A network where Y depends on X and Z."/>
          <p:cNvPicPr>
            <a:picLocks noChangeAspect="1" noChangeArrowheads="1"/>
          </p:cNvPicPr>
          <p:nvPr/>
        </p:nvPicPr>
        <p:blipFill>
          <a:blip r:embed="rId4" cstate="print"/>
          <a:srcRect/>
          <a:stretch>
            <a:fillRect/>
          </a:stretch>
        </p:blipFill>
        <p:spPr bwMode="auto">
          <a:xfrm>
            <a:off x="5410200" y="1570205"/>
            <a:ext cx="1728019" cy="2819400"/>
          </a:xfrm>
          <a:prstGeom prst="rect">
            <a:avLst/>
          </a:prstGeom>
          <a:noFill/>
          <a:ln w="9525">
            <a:noFill/>
            <a:miter lim="800000"/>
            <a:headEnd/>
            <a:tailEnd/>
          </a:ln>
        </p:spPr>
      </p:pic>
      <p:sp>
        <p:nvSpPr>
          <p:cNvPr id="5" name="Content Placeholder 4"/>
          <p:cNvSpPr>
            <a:spLocks noGrp="1"/>
          </p:cNvSpPr>
          <p:nvPr>
            <p:ph sz="half" idx="2"/>
          </p:nvPr>
        </p:nvSpPr>
        <p:spPr>
          <a:xfrm>
            <a:off x="4648200" y="1295400"/>
            <a:ext cx="4038600" cy="5216816"/>
          </a:xfrm>
        </p:spPr>
        <p:txBody>
          <a:bodyPr>
            <a:noAutofit/>
          </a:bodyPr>
          <a:lstStyle/>
          <a:p>
            <a:r>
              <a:rPr lang="en-US" sz="1800" i="1" dirty="0"/>
              <a:t>Common effect</a:t>
            </a:r>
          </a:p>
          <a:p>
            <a:endParaRPr lang="en-US" sz="1800" dirty="0"/>
          </a:p>
          <a:p>
            <a:endParaRPr lang="en-US" sz="1800" dirty="0"/>
          </a:p>
          <a:p>
            <a:endParaRPr lang="en-US" sz="1800" dirty="0"/>
          </a:p>
          <a:p>
            <a:endParaRPr lang="en-US" sz="1800" dirty="0"/>
          </a:p>
          <a:p>
            <a:pPr marL="0" indent="0">
              <a:buNone/>
            </a:pPr>
            <a:endParaRPr lang="en-US" sz="1800" dirty="0"/>
          </a:p>
          <a:p>
            <a:endParaRPr lang="en-US" sz="1800" dirty="0"/>
          </a:p>
          <a:p>
            <a:endParaRPr lang="en-US" sz="1800" dirty="0"/>
          </a:p>
          <a:p>
            <a:endParaRPr lang="en-US" sz="1800" dirty="0"/>
          </a:p>
          <a:p>
            <a:r>
              <a:rPr lang="en-US" sz="1800" dirty="0"/>
              <a:t>Are X and Z independent?</a:t>
            </a:r>
          </a:p>
          <a:p>
            <a:pPr lvl="1"/>
            <a:r>
              <a:rPr lang="en-US" dirty="0">
                <a:solidFill>
                  <a:srgbClr val="0066FF"/>
                </a:solidFill>
              </a:rPr>
              <a:t>Yes, they do not share a parent.</a:t>
            </a:r>
          </a:p>
          <a:p>
            <a:r>
              <a:rPr lang="en-US" sz="1800" dirty="0"/>
              <a:t>Are they conditionally independent given Y?</a:t>
            </a:r>
          </a:p>
          <a:p>
            <a:pPr lvl="1"/>
            <a:r>
              <a:rPr lang="en-US" dirty="0">
                <a:solidFill>
                  <a:srgbClr val="0066FF"/>
                </a:solidFill>
              </a:rPr>
              <a:t>No. The observed Y can now be seen as a common cause for X and Z resulting in dependence.</a:t>
            </a:r>
          </a:p>
        </p:txBody>
      </p:sp>
    </p:spTree>
    <p:extLst>
      <p:ext uri="{BB962C8B-B14F-4D97-AF65-F5344CB8AC3E}">
        <p14:creationId xmlns:p14="http://schemas.microsoft.com/office/powerpoint/2010/main" val="1155990852"/>
      </p:ext>
    </p:extLst>
  </p:cSld>
  <p:clrMapOvr>
    <a:masterClrMapping/>
  </p:clrMapOvr>
  <p:timing>
    <p:tnLst>
      <p:par>
        <p:cTn id="1" dur="indefinite" restart="never" nodeType="tmRoot">
          <p:childTnLst>
            <p:seq concurrent="1" nextAc="seek">
              <p:cTn id="2" dur="indefinite" nodeType="mainSeq">
                <p:childTnLst>
                  <p:par>
                    <p:cTn id="3" fill="hold">
                      <p:stCondLst>
                        <p:cond delay="indefinite"/>
                      </p:stCondLst>
                      <p:childTnLst>
                        <p:par>
                          <p:cTn id="4" fill="hold">
                            <p:stCondLst>
                              <p:cond delay="0"/>
                            </p:stCondLst>
                            <p:childTnLst>
                              <p:par>
                                <p:cTn id="5" presetID="1" presetClass="entr" presetSubtype="0" fill="hold" nodeType="clickEffect">
                                  <p:stCondLst>
                                    <p:cond delay="0"/>
                                  </p:stCondLst>
                                  <p:childTnLst>
                                    <p:set>
                                      <p:cBhvr>
                                        <p:cTn id="6" dur="1" fill="hold">
                                          <p:stCondLst>
                                            <p:cond delay="0"/>
                                          </p:stCondLst>
                                        </p:cTn>
                                        <p:tgtEl>
                                          <p:spTgt spid="22531"/>
                                        </p:tgtEl>
                                        <p:attrNameLst>
                                          <p:attrName>style.visibility</p:attrName>
                                        </p:attrNameLst>
                                      </p:cBhvr>
                                      <p:to>
                                        <p:strVal val="visible"/>
                                      </p:to>
                                    </p:set>
                                  </p:childTnLst>
                                </p:cTn>
                              </p:par>
                              <p:par>
                                <p:cTn id="7" presetID="1" presetClass="entr" presetSubtype="0" fill="hold" grpId="0" nodeType="withEffect">
                                  <p:stCondLst>
                                    <p:cond delay="0"/>
                                  </p:stCondLst>
                                  <p:childTnLst>
                                    <p:set>
                                      <p:cBhvr>
                                        <p:cTn id="8" dur="1" fill="hold">
                                          <p:stCondLst>
                                            <p:cond delay="0"/>
                                          </p:stCondLst>
                                        </p:cTn>
                                        <p:tgtEl>
                                          <p:spTgt spid="5">
                                            <p:txEl>
                                              <p:pRg st="0" end="0"/>
                                            </p:txEl>
                                          </p:spTgt>
                                        </p:tgtEl>
                                        <p:attrNameLst>
                                          <p:attrName>style.visibility</p:attrName>
                                        </p:attrNameLst>
                                      </p:cBhvr>
                                      <p:to>
                                        <p:strVal val="visible"/>
                                      </p:to>
                                    </p:set>
                                  </p:childTnLst>
                                </p:cTn>
                              </p:par>
                              <p:par>
                                <p:cTn id="9" presetID="1" presetClass="entr" presetSubtype="0" fill="hold" grpId="0" nodeType="withEffect">
                                  <p:stCondLst>
                                    <p:cond delay="0"/>
                                  </p:stCondLst>
                                  <p:childTnLst>
                                    <p:set>
                                      <p:cBhvr>
                                        <p:cTn id="10" dur="1" fill="hold">
                                          <p:stCondLst>
                                            <p:cond delay="0"/>
                                          </p:stCondLst>
                                        </p:cTn>
                                        <p:tgtEl>
                                          <p:spTgt spid="5">
                                            <p:txEl>
                                              <p:pRg st="9" end="9"/>
                                            </p:txEl>
                                          </p:spTgt>
                                        </p:tgtEl>
                                        <p:attrNameLst>
                                          <p:attrName>style.visibility</p:attrName>
                                        </p:attrNameLst>
                                      </p:cBhvr>
                                      <p:to>
                                        <p:strVal val="visible"/>
                                      </p:to>
                                    </p:set>
                                  </p:childTnLst>
                                </p:cTn>
                              </p:par>
                              <p:par>
                                <p:cTn id="11" presetID="1" presetClass="entr" presetSubtype="0" fill="hold" grpId="0" nodeType="withEffect">
                                  <p:stCondLst>
                                    <p:cond delay="0"/>
                                  </p:stCondLst>
                                  <p:childTnLst>
                                    <p:set>
                                      <p:cBhvr>
                                        <p:cTn id="12" dur="1" fill="hold">
                                          <p:stCondLst>
                                            <p:cond delay="0"/>
                                          </p:stCondLst>
                                        </p:cTn>
                                        <p:tgtEl>
                                          <p:spTgt spid="5">
                                            <p:txEl>
                                              <p:pRg st="10" end="10"/>
                                            </p:txEl>
                                          </p:spTgt>
                                        </p:tgtEl>
                                        <p:attrNameLst>
                                          <p:attrName>style.visibility</p:attrName>
                                        </p:attrNameLst>
                                      </p:cBhvr>
                                      <p:to>
                                        <p:strVal val="visible"/>
                                      </p:to>
                                    </p:set>
                                  </p:childTnLst>
                                </p:cTn>
                              </p:par>
                              <p:par>
                                <p:cTn id="13" presetID="1" presetClass="entr" presetSubtype="0" fill="hold" grpId="0" nodeType="withEffect">
                                  <p:stCondLst>
                                    <p:cond delay="0"/>
                                  </p:stCondLst>
                                  <p:childTnLst>
                                    <p:set>
                                      <p:cBhvr>
                                        <p:cTn id="14" dur="1" fill="hold">
                                          <p:stCondLst>
                                            <p:cond delay="0"/>
                                          </p:stCondLst>
                                        </p:cTn>
                                        <p:tgtEl>
                                          <p:spTgt spid="5">
                                            <p:txEl>
                                              <p:pRg st="11" end="11"/>
                                            </p:txEl>
                                          </p:spTgt>
                                        </p:tgtEl>
                                        <p:attrNameLst>
                                          <p:attrName>style.visibility</p:attrName>
                                        </p:attrNameLst>
                                      </p:cBhvr>
                                      <p:to>
                                        <p:strVal val="visible"/>
                                      </p:to>
                                    </p:set>
                                  </p:childTnLst>
                                </p:cTn>
                              </p:par>
                              <p:par>
                                <p:cTn id="15" presetID="1" presetClass="entr" presetSubtype="0" fill="hold" grpId="0" nodeType="withEffect">
                                  <p:stCondLst>
                                    <p:cond delay="0"/>
                                  </p:stCondLst>
                                  <p:childTnLst>
                                    <p:set>
                                      <p:cBhvr>
                                        <p:cTn id="16" dur="1" fill="hold">
                                          <p:stCondLst>
                                            <p:cond delay="0"/>
                                          </p:stCondLst>
                                        </p:cTn>
                                        <p:tgtEl>
                                          <p:spTgt spid="5">
                                            <p:txEl>
                                              <p:pRg st="12" end="12"/>
                                            </p:txEl>
                                          </p:spTgt>
                                        </p:tgtEl>
                                        <p:attrNameLst>
                                          <p:attrName>style.visibility</p:attrName>
                                        </p:attrNameLst>
                                      </p:cBhvr>
                                      <p:to>
                                        <p:strVal val="visible"/>
                                      </p:to>
                                    </p:set>
                                  </p:childTnLst>
                                </p:cTn>
                              </p:par>
                            </p:childTnLst>
                          </p:cTn>
                        </p:par>
                      </p:childTnLst>
                    </p:cTn>
                  </p:par>
                </p:childTnLst>
              </p:cTn>
              <p:prevCondLst>
                <p:cond evt="onPrev" delay="0">
                  <p:tgtEl>
                    <p:sldTgt/>
                  </p:tgtEl>
                </p:cond>
              </p:prevCondLst>
              <p:nextCondLst>
                <p:cond evt="onNext" delay="0">
                  <p:tgtEl>
                    <p:sldTgt/>
                  </p:tgtEl>
                </p:cond>
              </p:nextCondLst>
            </p:seq>
          </p:childTnLst>
        </p:cTn>
      </p:par>
    </p:tnLst>
    <p:bldLst>
      <p:bldP spid="5" grpId="0" uiExpand="1" build="p"/>
    </p:bldLst>
  </p:timing>
</p:sld>
</file>

<file path=ppt/slides/slide13.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7170" name="Rectangle 2"/>
          <p:cNvSpPr>
            <a:spLocks noGrp="1" noChangeArrowheads="1"/>
          </p:cNvSpPr>
          <p:nvPr>
            <p:ph type="title"/>
          </p:nvPr>
        </p:nvSpPr>
        <p:spPr/>
        <p:txBody>
          <a:bodyPr/>
          <a:lstStyle/>
          <a:p>
            <a:r>
              <a:rPr lang="en-US" dirty="0"/>
              <a:t>Example: Burglar Alarm</a:t>
            </a:r>
          </a:p>
        </p:txBody>
      </p:sp>
      <p:sp>
        <p:nvSpPr>
          <p:cNvPr id="7171" name="Rectangle 3"/>
          <p:cNvSpPr>
            <a:spLocks noGrp="1" noChangeArrowheads="1"/>
          </p:cNvSpPr>
          <p:nvPr>
            <p:ph idx="1"/>
          </p:nvPr>
        </p:nvSpPr>
        <p:spPr>
          <a:xfrm>
            <a:off x="628650" y="1825625"/>
            <a:ext cx="7886700" cy="4575176"/>
          </a:xfrm>
        </p:spPr>
        <p:txBody>
          <a:bodyPr>
            <a:normAutofit lnSpcReduction="10000"/>
          </a:bodyPr>
          <a:lstStyle/>
          <a:p>
            <a:r>
              <a:rPr lang="en-US" b="1" dirty="0"/>
              <a:t>Description</a:t>
            </a:r>
            <a:r>
              <a:rPr lang="en-US" dirty="0"/>
              <a:t>: I have a </a:t>
            </a:r>
            <a:r>
              <a:rPr lang="en-US" b="1" dirty="0"/>
              <a:t>burglar</a:t>
            </a:r>
            <a:r>
              <a:rPr lang="en-US" dirty="0"/>
              <a:t> </a:t>
            </a:r>
            <a:r>
              <a:rPr lang="en-US" b="1" dirty="0"/>
              <a:t>alarm</a:t>
            </a:r>
            <a:r>
              <a:rPr lang="en-US" dirty="0"/>
              <a:t> that is sometimes set off by minor </a:t>
            </a:r>
            <a:r>
              <a:rPr lang="en-US" b="1" dirty="0"/>
              <a:t>earthquakes</a:t>
            </a:r>
            <a:r>
              <a:rPr lang="en-US" dirty="0"/>
              <a:t>. My two neighbors, </a:t>
            </a:r>
            <a:r>
              <a:rPr lang="en-US" b="1" dirty="0"/>
              <a:t>John</a:t>
            </a:r>
            <a:r>
              <a:rPr lang="en-US" dirty="0"/>
              <a:t> and </a:t>
            </a:r>
            <a:r>
              <a:rPr lang="en-US" b="1" dirty="0"/>
              <a:t>Mary</a:t>
            </a:r>
            <a:r>
              <a:rPr lang="en-US" dirty="0"/>
              <a:t>, promised to call me at work if they hear the alarm.</a:t>
            </a:r>
          </a:p>
          <a:p>
            <a:r>
              <a:rPr lang="en-US" dirty="0"/>
              <a:t>Example inference task: Suppose Mary calls, and John doesn’t call. What is the probability of a burglary?</a:t>
            </a:r>
          </a:p>
          <a:p>
            <a:endParaRPr lang="en-US" dirty="0"/>
          </a:p>
          <a:p>
            <a:r>
              <a:rPr lang="en-US" dirty="0"/>
              <a:t>What are the random variables? </a:t>
            </a:r>
          </a:p>
          <a:p>
            <a:pPr lvl="1"/>
            <a:r>
              <a:rPr lang="en-US" dirty="0">
                <a:solidFill>
                  <a:schemeClr val="accent5">
                    <a:lumMod val="75000"/>
                  </a:schemeClr>
                </a:solidFill>
              </a:rPr>
              <a:t>Burglary, Earthquake, Alarm, </a:t>
            </a:r>
            <a:r>
              <a:rPr lang="en-US" dirty="0" err="1">
                <a:solidFill>
                  <a:schemeClr val="accent5">
                    <a:lumMod val="75000"/>
                  </a:schemeClr>
                </a:solidFill>
              </a:rPr>
              <a:t>JohnCalls</a:t>
            </a:r>
            <a:r>
              <a:rPr lang="en-US" dirty="0">
                <a:solidFill>
                  <a:schemeClr val="accent5">
                    <a:lumMod val="75000"/>
                  </a:schemeClr>
                </a:solidFill>
              </a:rPr>
              <a:t>, </a:t>
            </a:r>
            <a:r>
              <a:rPr lang="en-US" dirty="0" err="1">
                <a:solidFill>
                  <a:schemeClr val="accent5">
                    <a:lumMod val="75000"/>
                  </a:schemeClr>
                </a:solidFill>
              </a:rPr>
              <a:t>MaryCalls</a:t>
            </a:r>
            <a:endParaRPr lang="en-US" dirty="0">
              <a:solidFill>
                <a:schemeClr val="accent5">
                  <a:lumMod val="75000"/>
                </a:schemeClr>
              </a:solidFill>
            </a:endParaRPr>
          </a:p>
          <a:p>
            <a:endParaRPr lang="en-US" dirty="0"/>
          </a:p>
          <a:p>
            <a:r>
              <a:rPr lang="en-US" dirty="0"/>
              <a:t>What are the direct influence relationships?</a:t>
            </a:r>
          </a:p>
          <a:p>
            <a:pPr lvl="1"/>
            <a:r>
              <a:rPr lang="en-US" dirty="0"/>
              <a:t>A burglar can set off the alarm</a:t>
            </a:r>
          </a:p>
          <a:p>
            <a:pPr lvl="1"/>
            <a:r>
              <a:rPr lang="en-US" dirty="0"/>
              <a:t>An earthquake can set off the alarm</a:t>
            </a:r>
          </a:p>
          <a:p>
            <a:pPr lvl="1"/>
            <a:r>
              <a:rPr lang="en-US" dirty="0"/>
              <a:t>The alarm can cause Mary to call</a:t>
            </a:r>
          </a:p>
          <a:p>
            <a:pPr lvl="1"/>
            <a:r>
              <a:rPr lang="en-US" dirty="0"/>
              <a:t>The alarm can cause John to call</a:t>
            </a:r>
          </a:p>
        </p:txBody>
      </p:sp>
    </p:spTree>
  </p:cSld>
  <p:clrMapOvr>
    <a:masterClrMapping/>
  </p:clrMapOvr>
  <p:timing>
    <p:tnLst>
      <p:par>
        <p:cTn id="1" dur="indefinite" restart="never" nodeType="tmRoot">
          <p:childTnLst>
            <p:seq concurrent="1" nextAc="seek">
              <p:cTn id="2" dur="indefinite" nodeType="mainSeq">
                <p:childTnLst>
                  <p:par>
                    <p:cTn id="3" fill="hold">
                      <p:stCondLst>
                        <p:cond delay="indefinite"/>
                      </p:stCondLst>
                      <p:childTnLst>
                        <p:par>
                          <p:cTn id="4" fill="hold">
                            <p:stCondLst>
                              <p:cond delay="0"/>
                            </p:stCondLst>
                            <p:childTnLst>
                              <p:par>
                                <p:cTn id="5" presetID="1" presetClass="entr" presetSubtype="0" fill="hold" grpId="0" nodeType="clickEffect">
                                  <p:stCondLst>
                                    <p:cond delay="0"/>
                                  </p:stCondLst>
                                  <p:childTnLst>
                                    <p:set>
                                      <p:cBhvr>
                                        <p:cTn id="6" dur="1" fill="hold">
                                          <p:stCondLst>
                                            <p:cond delay="0"/>
                                          </p:stCondLst>
                                        </p:cTn>
                                        <p:tgtEl>
                                          <p:spTgt spid="7171">
                                            <p:txEl>
                                              <p:pRg st="0" end="0"/>
                                            </p:txEl>
                                          </p:spTgt>
                                        </p:tgtEl>
                                        <p:attrNameLst>
                                          <p:attrName>style.visibility</p:attrName>
                                        </p:attrNameLst>
                                      </p:cBhvr>
                                      <p:to>
                                        <p:strVal val="visible"/>
                                      </p:to>
                                    </p:set>
                                  </p:childTnLst>
                                </p:cTn>
                              </p:par>
                            </p:childTnLst>
                          </p:cTn>
                        </p:par>
                      </p:childTnLst>
                    </p:cTn>
                  </p:par>
                  <p:par>
                    <p:cTn id="7" fill="hold">
                      <p:stCondLst>
                        <p:cond delay="indefinite"/>
                      </p:stCondLst>
                      <p:childTnLst>
                        <p:par>
                          <p:cTn id="8" fill="hold">
                            <p:stCondLst>
                              <p:cond delay="0"/>
                            </p:stCondLst>
                            <p:childTnLst>
                              <p:par>
                                <p:cTn id="9" presetID="1" presetClass="entr" presetSubtype="0" fill="hold" grpId="0" nodeType="clickEffect">
                                  <p:stCondLst>
                                    <p:cond delay="0"/>
                                  </p:stCondLst>
                                  <p:childTnLst>
                                    <p:set>
                                      <p:cBhvr>
                                        <p:cTn id="10" dur="1" fill="hold">
                                          <p:stCondLst>
                                            <p:cond delay="0"/>
                                          </p:stCondLst>
                                        </p:cTn>
                                        <p:tgtEl>
                                          <p:spTgt spid="7171">
                                            <p:txEl>
                                              <p:pRg st="1" end="1"/>
                                            </p:txEl>
                                          </p:spTgt>
                                        </p:tgtEl>
                                        <p:attrNameLst>
                                          <p:attrName>style.visibility</p:attrName>
                                        </p:attrNameLst>
                                      </p:cBhvr>
                                      <p:to>
                                        <p:strVal val="visible"/>
                                      </p:to>
                                    </p:set>
                                  </p:childTnLst>
                                </p:cTn>
                              </p:par>
                            </p:childTnLst>
                          </p:cTn>
                        </p:par>
                      </p:childTnLst>
                    </p:cTn>
                  </p:par>
                  <p:par>
                    <p:cTn id="11" fill="hold">
                      <p:stCondLst>
                        <p:cond delay="indefinite"/>
                      </p:stCondLst>
                      <p:childTnLst>
                        <p:par>
                          <p:cTn id="12" fill="hold">
                            <p:stCondLst>
                              <p:cond delay="0"/>
                            </p:stCondLst>
                            <p:childTnLst>
                              <p:par>
                                <p:cTn id="13" presetID="1" presetClass="entr" presetSubtype="0" fill="hold" grpId="0" nodeType="clickEffect">
                                  <p:stCondLst>
                                    <p:cond delay="0"/>
                                  </p:stCondLst>
                                  <p:childTnLst>
                                    <p:set>
                                      <p:cBhvr>
                                        <p:cTn id="14" dur="1" fill="hold">
                                          <p:stCondLst>
                                            <p:cond delay="0"/>
                                          </p:stCondLst>
                                        </p:cTn>
                                        <p:tgtEl>
                                          <p:spTgt spid="7171">
                                            <p:txEl>
                                              <p:pRg st="3" end="3"/>
                                            </p:txEl>
                                          </p:spTgt>
                                        </p:tgtEl>
                                        <p:attrNameLst>
                                          <p:attrName>style.visibility</p:attrName>
                                        </p:attrNameLst>
                                      </p:cBhvr>
                                      <p:to>
                                        <p:strVal val="visible"/>
                                      </p:to>
                                    </p:set>
                                  </p:childTnLst>
                                </p:cTn>
                              </p:par>
                              <p:par>
                                <p:cTn id="15" presetID="1" presetClass="entr" presetSubtype="0" fill="hold" grpId="0" nodeType="withEffect">
                                  <p:stCondLst>
                                    <p:cond delay="0"/>
                                  </p:stCondLst>
                                  <p:childTnLst>
                                    <p:set>
                                      <p:cBhvr>
                                        <p:cTn id="16" dur="1" fill="hold">
                                          <p:stCondLst>
                                            <p:cond delay="0"/>
                                          </p:stCondLst>
                                        </p:cTn>
                                        <p:tgtEl>
                                          <p:spTgt spid="7171">
                                            <p:txEl>
                                              <p:pRg st="4" end="4"/>
                                            </p:txEl>
                                          </p:spTgt>
                                        </p:tgtEl>
                                        <p:attrNameLst>
                                          <p:attrName>style.visibility</p:attrName>
                                        </p:attrNameLst>
                                      </p:cBhvr>
                                      <p:to>
                                        <p:strVal val="visible"/>
                                      </p:to>
                                    </p:set>
                                  </p:childTnLst>
                                </p:cTn>
                              </p:par>
                            </p:childTnLst>
                          </p:cTn>
                        </p:par>
                      </p:childTnLst>
                    </p:cTn>
                  </p:par>
                  <p:par>
                    <p:cTn id="17" fill="hold">
                      <p:stCondLst>
                        <p:cond delay="indefinite"/>
                      </p:stCondLst>
                      <p:childTnLst>
                        <p:par>
                          <p:cTn id="18" fill="hold">
                            <p:stCondLst>
                              <p:cond delay="0"/>
                            </p:stCondLst>
                            <p:childTnLst>
                              <p:par>
                                <p:cTn id="19" presetID="1" presetClass="entr" presetSubtype="0" fill="hold" grpId="0" nodeType="clickEffect">
                                  <p:stCondLst>
                                    <p:cond delay="0"/>
                                  </p:stCondLst>
                                  <p:childTnLst>
                                    <p:set>
                                      <p:cBhvr>
                                        <p:cTn id="20" dur="1" fill="hold">
                                          <p:stCondLst>
                                            <p:cond delay="0"/>
                                          </p:stCondLst>
                                        </p:cTn>
                                        <p:tgtEl>
                                          <p:spTgt spid="7171">
                                            <p:txEl>
                                              <p:pRg st="6" end="6"/>
                                            </p:txEl>
                                          </p:spTgt>
                                        </p:tgtEl>
                                        <p:attrNameLst>
                                          <p:attrName>style.visibility</p:attrName>
                                        </p:attrNameLst>
                                      </p:cBhvr>
                                      <p:to>
                                        <p:strVal val="visible"/>
                                      </p:to>
                                    </p:set>
                                  </p:childTnLst>
                                </p:cTn>
                              </p:par>
                              <p:par>
                                <p:cTn id="21" presetID="1" presetClass="entr" presetSubtype="0" fill="hold" grpId="0" nodeType="withEffect">
                                  <p:stCondLst>
                                    <p:cond delay="0"/>
                                  </p:stCondLst>
                                  <p:childTnLst>
                                    <p:set>
                                      <p:cBhvr>
                                        <p:cTn id="22" dur="1" fill="hold">
                                          <p:stCondLst>
                                            <p:cond delay="0"/>
                                          </p:stCondLst>
                                        </p:cTn>
                                        <p:tgtEl>
                                          <p:spTgt spid="7171">
                                            <p:txEl>
                                              <p:pRg st="7" end="7"/>
                                            </p:txEl>
                                          </p:spTgt>
                                        </p:tgtEl>
                                        <p:attrNameLst>
                                          <p:attrName>style.visibility</p:attrName>
                                        </p:attrNameLst>
                                      </p:cBhvr>
                                      <p:to>
                                        <p:strVal val="visible"/>
                                      </p:to>
                                    </p:set>
                                  </p:childTnLst>
                                </p:cTn>
                              </p:par>
                              <p:par>
                                <p:cTn id="23" presetID="1" presetClass="entr" presetSubtype="0" fill="hold" grpId="0" nodeType="withEffect">
                                  <p:stCondLst>
                                    <p:cond delay="0"/>
                                  </p:stCondLst>
                                  <p:childTnLst>
                                    <p:set>
                                      <p:cBhvr>
                                        <p:cTn id="24" dur="1" fill="hold">
                                          <p:stCondLst>
                                            <p:cond delay="0"/>
                                          </p:stCondLst>
                                        </p:cTn>
                                        <p:tgtEl>
                                          <p:spTgt spid="7171">
                                            <p:txEl>
                                              <p:pRg st="8" end="8"/>
                                            </p:txEl>
                                          </p:spTgt>
                                        </p:tgtEl>
                                        <p:attrNameLst>
                                          <p:attrName>style.visibility</p:attrName>
                                        </p:attrNameLst>
                                      </p:cBhvr>
                                      <p:to>
                                        <p:strVal val="visible"/>
                                      </p:to>
                                    </p:set>
                                  </p:childTnLst>
                                </p:cTn>
                              </p:par>
                              <p:par>
                                <p:cTn id="25" presetID="1" presetClass="entr" presetSubtype="0" fill="hold" grpId="0" nodeType="withEffect">
                                  <p:stCondLst>
                                    <p:cond delay="0"/>
                                  </p:stCondLst>
                                  <p:childTnLst>
                                    <p:set>
                                      <p:cBhvr>
                                        <p:cTn id="26" dur="1" fill="hold">
                                          <p:stCondLst>
                                            <p:cond delay="0"/>
                                          </p:stCondLst>
                                        </p:cTn>
                                        <p:tgtEl>
                                          <p:spTgt spid="7171">
                                            <p:txEl>
                                              <p:pRg st="9" end="9"/>
                                            </p:txEl>
                                          </p:spTgt>
                                        </p:tgtEl>
                                        <p:attrNameLst>
                                          <p:attrName>style.visibility</p:attrName>
                                        </p:attrNameLst>
                                      </p:cBhvr>
                                      <p:to>
                                        <p:strVal val="visible"/>
                                      </p:to>
                                    </p:set>
                                  </p:childTnLst>
                                </p:cTn>
                              </p:par>
                              <p:par>
                                <p:cTn id="27" presetID="1" presetClass="entr" presetSubtype="0" fill="hold" grpId="0" nodeType="withEffect">
                                  <p:stCondLst>
                                    <p:cond delay="0"/>
                                  </p:stCondLst>
                                  <p:childTnLst>
                                    <p:set>
                                      <p:cBhvr>
                                        <p:cTn id="28" dur="1" fill="hold">
                                          <p:stCondLst>
                                            <p:cond delay="0"/>
                                          </p:stCondLst>
                                        </p:cTn>
                                        <p:tgtEl>
                                          <p:spTgt spid="7171">
                                            <p:txEl>
                                              <p:pRg st="10" end="10"/>
                                            </p:txEl>
                                          </p:spTgt>
                                        </p:tgtEl>
                                        <p:attrNameLst>
                                          <p:attrName>style.visibility</p:attrName>
                                        </p:attrNameLst>
                                      </p:cBhvr>
                                      <p:to>
                                        <p:strVal val="visible"/>
                                      </p:to>
                                    </p:set>
                                  </p:childTnLst>
                                </p:cTn>
                              </p:par>
                            </p:childTnLst>
                          </p:cTn>
                        </p:par>
                      </p:childTnLst>
                    </p:cTn>
                  </p:par>
                </p:childTnLst>
              </p:cTn>
              <p:prevCondLst>
                <p:cond evt="onPrev" delay="0">
                  <p:tgtEl>
                    <p:sldTgt/>
                  </p:tgtEl>
                </p:cond>
              </p:prevCondLst>
              <p:nextCondLst>
                <p:cond evt="onNext" delay="0">
                  <p:tgtEl>
                    <p:sldTgt/>
                  </p:tgtEl>
                </p:cond>
              </p:nextCondLst>
            </p:seq>
          </p:childTnLst>
        </p:cTn>
      </p:par>
    </p:tnLst>
    <p:bldLst>
      <p:bldP spid="7171" grpId="0" build="p"/>
    </p:bldLst>
  </p:timing>
</p:sld>
</file>

<file path=ppt/slides/slide14.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8194" name="Rectangle 2"/>
          <p:cNvSpPr>
            <a:spLocks noGrp="1" noChangeArrowheads="1"/>
          </p:cNvSpPr>
          <p:nvPr>
            <p:ph type="title"/>
          </p:nvPr>
        </p:nvSpPr>
        <p:spPr/>
        <p:txBody>
          <a:bodyPr/>
          <a:lstStyle/>
          <a:p>
            <a:r>
              <a:rPr lang="en-US" dirty="0"/>
              <a:t>Example: Burglar Alarm as a Network</a:t>
            </a:r>
          </a:p>
        </p:txBody>
      </p:sp>
      <p:sp>
        <p:nvSpPr>
          <p:cNvPr id="8" name="Rectangle 7">
            <a:extLst>
              <a:ext uri="{C183D7F6-B498-43B3-948B-1728B52AA6E4}">
                <adec:decorative xmlns:adec="http://schemas.microsoft.com/office/drawing/2017/decorative" val="1"/>
              </a:ext>
            </a:extLst>
          </p:cNvPr>
          <p:cNvSpPr/>
          <p:nvPr/>
        </p:nvSpPr>
        <p:spPr>
          <a:xfrm>
            <a:off x="6248401" y="1413428"/>
            <a:ext cx="863600" cy="742315"/>
          </a:xfrm>
          <a:prstGeom prst="rect">
            <a:avLst/>
          </a:prstGeom>
          <a:solidFill>
            <a:schemeClr val="bg1"/>
          </a:solidFill>
          <a:ln>
            <a:noFill/>
          </a:ln>
        </p:spPr>
        <p:style>
          <a:lnRef idx="2">
            <a:schemeClr val="accent1">
              <a:shade val="50000"/>
            </a:schemeClr>
          </a:lnRef>
          <a:fillRef idx="1">
            <a:schemeClr val="accent1"/>
          </a:fillRef>
          <a:effectRef idx="0">
            <a:schemeClr val="accent1"/>
          </a:effectRef>
          <a:fontRef idx="minor">
            <a:schemeClr val="lt1"/>
          </a:fontRef>
        </p:style>
        <p:txBody>
          <a:bodyPr rtlCol="0" anchor="ctr"/>
          <a:lstStyle/>
          <a:p>
            <a:pPr algn="ctr"/>
            <a:endParaRPr lang="en-US"/>
          </a:p>
        </p:txBody>
      </p:sp>
      <p:sp>
        <p:nvSpPr>
          <p:cNvPr id="11" name="Rectangle 10">
            <a:extLst>
              <a:ext uri="{C183D7F6-B498-43B3-948B-1728B52AA6E4}">
                <adec:decorative xmlns:adec="http://schemas.microsoft.com/office/drawing/2017/decorative" val="1"/>
              </a:ext>
            </a:extLst>
          </p:cNvPr>
          <p:cNvSpPr/>
          <p:nvPr/>
        </p:nvSpPr>
        <p:spPr>
          <a:xfrm>
            <a:off x="6781800" y="5010452"/>
            <a:ext cx="1117600" cy="1007428"/>
          </a:xfrm>
          <a:prstGeom prst="rect">
            <a:avLst/>
          </a:prstGeom>
          <a:solidFill>
            <a:schemeClr val="bg1"/>
          </a:solidFill>
          <a:ln>
            <a:noFill/>
          </a:ln>
        </p:spPr>
        <p:style>
          <a:lnRef idx="2">
            <a:schemeClr val="accent1">
              <a:shade val="50000"/>
            </a:schemeClr>
          </a:lnRef>
          <a:fillRef idx="1">
            <a:schemeClr val="accent1"/>
          </a:fillRef>
          <a:effectRef idx="0">
            <a:schemeClr val="accent1"/>
          </a:effectRef>
          <a:fontRef idx="minor">
            <a:schemeClr val="lt1"/>
          </a:fontRef>
        </p:style>
        <p:txBody>
          <a:bodyPr rtlCol="0" anchor="ctr"/>
          <a:lstStyle/>
          <a:p>
            <a:pPr algn="ctr"/>
            <a:endParaRPr lang="en-US"/>
          </a:p>
        </p:txBody>
      </p:sp>
      <p:sp>
        <p:nvSpPr>
          <p:cNvPr id="2" name="TextBox 1">
            <a:extLst>
              <a:ext uri="{FF2B5EF4-FFF2-40B4-BE49-F238E27FC236}">
                <a16:creationId xmlns:a16="http://schemas.microsoft.com/office/drawing/2014/main" id="{D1A1931F-FFA3-D912-11B2-59693BA1F39C}"/>
              </a:ext>
            </a:extLst>
          </p:cNvPr>
          <p:cNvSpPr txBox="1"/>
          <p:nvPr/>
        </p:nvSpPr>
        <p:spPr>
          <a:xfrm>
            <a:off x="1617887" y="5868537"/>
            <a:ext cx="6261100" cy="369332"/>
          </a:xfrm>
          <a:prstGeom prst="rect">
            <a:avLst/>
          </a:prstGeom>
          <a:noFill/>
        </p:spPr>
        <p:txBody>
          <a:bodyPr wrap="square" rtlCol="0">
            <a:spAutoFit/>
          </a:bodyPr>
          <a:lstStyle/>
          <a:p>
            <a:pPr algn="ctr"/>
            <a:r>
              <a:rPr lang="en-US" dirty="0">
                <a:solidFill>
                  <a:srgbClr val="FF0000"/>
                </a:solidFill>
              </a:rPr>
              <a:t>What are the probabilities?</a:t>
            </a:r>
          </a:p>
        </p:txBody>
      </p:sp>
      <p:grpSp>
        <p:nvGrpSpPr>
          <p:cNvPr id="12" name="Group 11">
            <a:extLst>
              <a:ext uri="{FF2B5EF4-FFF2-40B4-BE49-F238E27FC236}">
                <a16:creationId xmlns:a16="http://schemas.microsoft.com/office/drawing/2014/main" id="{B3084BE9-5D41-7BFB-AFF4-64A2486E175E}"/>
              </a:ext>
            </a:extLst>
          </p:cNvPr>
          <p:cNvGrpSpPr/>
          <p:nvPr/>
        </p:nvGrpSpPr>
        <p:grpSpPr>
          <a:xfrm>
            <a:off x="-76200" y="1371600"/>
            <a:ext cx="6569425" cy="3867205"/>
            <a:chOff x="-533400" y="1381612"/>
            <a:chExt cx="6569425" cy="3867205"/>
          </a:xfrm>
        </p:grpSpPr>
        <p:pic>
          <p:nvPicPr>
            <p:cNvPr id="8197" name="Picture 5" descr="A network showing that alarm depends on burglary and earthquake, and that johncalls and marycalls each depend on only alarm. "/>
            <p:cNvPicPr>
              <a:picLocks noChangeAspect="1" noChangeArrowheads="1"/>
            </p:cNvPicPr>
            <p:nvPr/>
          </p:nvPicPr>
          <p:blipFill>
            <a:blip r:embed="rId3" cstate="print"/>
            <a:srcRect/>
            <a:stretch>
              <a:fillRect/>
            </a:stretch>
          </p:blipFill>
          <p:spPr bwMode="auto">
            <a:xfrm>
              <a:off x="-533400" y="1511925"/>
              <a:ext cx="6472530" cy="3568477"/>
            </a:xfrm>
            <a:prstGeom prst="rect">
              <a:avLst/>
            </a:prstGeom>
            <a:noFill/>
            <a:ln w="9525">
              <a:noFill/>
              <a:miter lim="800000"/>
              <a:headEnd/>
              <a:tailEnd/>
            </a:ln>
          </p:spPr>
        </p:pic>
        <p:sp>
          <p:nvSpPr>
            <p:cNvPr id="7" name="Rectangle 6">
              <a:extLst>
                <a:ext uri="{C183D7F6-B498-43B3-948B-1728B52AA6E4}">
                  <adec:decorative xmlns:adec="http://schemas.microsoft.com/office/drawing/2017/decorative" val="1"/>
                </a:ext>
              </a:extLst>
            </p:cNvPr>
            <p:cNvSpPr/>
            <p:nvPr/>
          </p:nvSpPr>
          <p:spPr>
            <a:xfrm>
              <a:off x="1676400" y="1538423"/>
              <a:ext cx="838200" cy="742315"/>
            </a:xfrm>
            <a:prstGeom prst="rect">
              <a:avLst/>
            </a:prstGeom>
            <a:solidFill>
              <a:schemeClr val="bg1"/>
            </a:solidFill>
            <a:ln>
              <a:noFill/>
            </a:ln>
          </p:spPr>
          <p:style>
            <a:lnRef idx="2">
              <a:schemeClr val="accent1">
                <a:shade val="50000"/>
              </a:schemeClr>
            </a:lnRef>
            <a:fillRef idx="1">
              <a:schemeClr val="accent1"/>
            </a:fillRef>
            <a:effectRef idx="0">
              <a:schemeClr val="accent1"/>
            </a:effectRef>
            <a:fontRef idx="minor">
              <a:schemeClr val="lt1"/>
            </a:fontRef>
          </p:style>
          <p:txBody>
            <a:bodyPr rtlCol="0" anchor="ctr"/>
            <a:lstStyle/>
            <a:p>
              <a:pPr algn="ctr"/>
              <a:endParaRPr lang="en-US"/>
            </a:p>
          </p:txBody>
        </p:sp>
        <p:sp>
          <p:nvSpPr>
            <p:cNvPr id="9" name="Rectangle 8">
              <a:extLst>
                <a:ext uri="{C183D7F6-B498-43B3-948B-1728B52AA6E4}">
                  <adec:decorative xmlns:adec="http://schemas.microsoft.com/office/drawing/2017/decorative" val="1"/>
                </a:ext>
              </a:extLst>
            </p:cNvPr>
            <p:cNvSpPr/>
            <p:nvPr/>
          </p:nvSpPr>
          <p:spPr>
            <a:xfrm>
              <a:off x="-525588" y="2514600"/>
              <a:ext cx="1897188" cy="1383201"/>
            </a:xfrm>
            <a:prstGeom prst="rect">
              <a:avLst/>
            </a:prstGeom>
            <a:solidFill>
              <a:schemeClr val="bg1"/>
            </a:solidFill>
            <a:ln>
              <a:noFill/>
            </a:ln>
          </p:spPr>
          <p:style>
            <a:lnRef idx="2">
              <a:schemeClr val="accent1">
                <a:shade val="50000"/>
              </a:schemeClr>
            </a:lnRef>
            <a:fillRef idx="1">
              <a:schemeClr val="accent1"/>
            </a:fillRef>
            <a:effectRef idx="0">
              <a:schemeClr val="accent1"/>
            </a:effectRef>
            <a:fontRef idx="minor">
              <a:schemeClr val="lt1"/>
            </a:fontRef>
          </p:style>
          <p:txBody>
            <a:bodyPr rtlCol="0" anchor="ctr"/>
            <a:lstStyle/>
            <a:p>
              <a:pPr algn="ctr"/>
              <a:endParaRPr lang="en-US"/>
            </a:p>
          </p:txBody>
        </p:sp>
        <p:sp>
          <p:nvSpPr>
            <p:cNvPr id="4" name="Rectangle 3">
              <a:extLst>
                <a:ext uri="{FF2B5EF4-FFF2-40B4-BE49-F238E27FC236}">
                  <a16:creationId xmlns:a16="http://schemas.microsoft.com/office/drawing/2014/main" id="{627E4B53-E53F-57CE-FEAD-696A20C9E41A}"/>
                </a:ext>
                <a:ext uri="{C183D7F6-B498-43B3-948B-1728B52AA6E4}">
                  <adec:decorative xmlns:adec="http://schemas.microsoft.com/office/drawing/2017/decorative" val="1"/>
                </a:ext>
              </a:extLst>
            </p:cNvPr>
            <p:cNvSpPr/>
            <p:nvPr/>
          </p:nvSpPr>
          <p:spPr>
            <a:xfrm>
              <a:off x="1722121" y="3999962"/>
              <a:ext cx="1287588" cy="1154601"/>
            </a:xfrm>
            <a:prstGeom prst="rect">
              <a:avLst/>
            </a:prstGeom>
            <a:solidFill>
              <a:schemeClr val="bg1"/>
            </a:solidFill>
            <a:ln>
              <a:noFill/>
            </a:ln>
          </p:spPr>
          <p:style>
            <a:lnRef idx="2">
              <a:schemeClr val="accent1">
                <a:shade val="50000"/>
              </a:schemeClr>
            </a:lnRef>
            <a:fillRef idx="1">
              <a:schemeClr val="accent1"/>
            </a:fillRef>
            <a:effectRef idx="0">
              <a:schemeClr val="accent1"/>
            </a:effectRef>
            <a:fontRef idx="minor">
              <a:schemeClr val="lt1"/>
            </a:fontRef>
          </p:style>
          <p:txBody>
            <a:bodyPr rtlCol="0" anchor="ctr"/>
            <a:lstStyle/>
            <a:p>
              <a:pPr algn="ctr"/>
              <a:endParaRPr lang="en-US"/>
            </a:p>
          </p:txBody>
        </p:sp>
        <p:sp>
          <p:nvSpPr>
            <p:cNvPr id="5" name="Rectangle 4">
              <a:extLst>
                <a:ext uri="{FF2B5EF4-FFF2-40B4-BE49-F238E27FC236}">
                  <a16:creationId xmlns:a16="http://schemas.microsoft.com/office/drawing/2014/main" id="{A8DC76A8-3189-3491-F236-8F60BF384594}"/>
                </a:ext>
                <a:ext uri="{C183D7F6-B498-43B3-948B-1728B52AA6E4}">
                  <adec:decorative xmlns:adec="http://schemas.microsoft.com/office/drawing/2017/decorative" val="1"/>
                </a:ext>
              </a:extLst>
            </p:cNvPr>
            <p:cNvSpPr/>
            <p:nvPr/>
          </p:nvSpPr>
          <p:spPr>
            <a:xfrm>
              <a:off x="4748437" y="4094216"/>
              <a:ext cx="1287588" cy="1154601"/>
            </a:xfrm>
            <a:prstGeom prst="rect">
              <a:avLst/>
            </a:prstGeom>
            <a:solidFill>
              <a:schemeClr val="bg1"/>
            </a:solidFill>
            <a:ln>
              <a:noFill/>
            </a:ln>
          </p:spPr>
          <p:style>
            <a:lnRef idx="2">
              <a:schemeClr val="accent1">
                <a:shade val="50000"/>
              </a:schemeClr>
            </a:lnRef>
            <a:fillRef idx="1">
              <a:schemeClr val="accent1"/>
            </a:fillRef>
            <a:effectRef idx="0">
              <a:schemeClr val="accent1"/>
            </a:effectRef>
            <a:fontRef idx="minor">
              <a:schemeClr val="lt1"/>
            </a:fontRef>
          </p:style>
          <p:txBody>
            <a:bodyPr rtlCol="0" anchor="ctr"/>
            <a:lstStyle/>
            <a:p>
              <a:pPr algn="ctr"/>
              <a:endParaRPr lang="en-US"/>
            </a:p>
          </p:txBody>
        </p:sp>
        <p:sp>
          <p:nvSpPr>
            <p:cNvPr id="6" name="Rectangle 5">
              <a:extLst>
                <a:ext uri="{FF2B5EF4-FFF2-40B4-BE49-F238E27FC236}">
                  <a16:creationId xmlns:a16="http://schemas.microsoft.com/office/drawing/2014/main" id="{9F7B8875-7F62-C5DF-C821-88012215C7B6}"/>
                </a:ext>
                <a:ext uri="{C183D7F6-B498-43B3-948B-1728B52AA6E4}">
                  <adec:decorative xmlns:adec="http://schemas.microsoft.com/office/drawing/2017/decorative" val="1"/>
                </a:ext>
              </a:extLst>
            </p:cNvPr>
            <p:cNvSpPr/>
            <p:nvPr/>
          </p:nvSpPr>
          <p:spPr>
            <a:xfrm>
              <a:off x="4379788" y="1381612"/>
              <a:ext cx="1182812" cy="1154601"/>
            </a:xfrm>
            <a:prstGeom prst="rect">
              <a:avLst/>
            </a:prstGeom>
            <a:solidFill>
              <a:schemeClr val="bg1"/>
            </a:solidFill>
            <a:ln>
              <a:noFill/>
            </a:ln>
          </p:spPr>
          <p:style>
            <a:lnRef idx="2">
              <a:schemeClr val="accent1">
                <a:shade val="50000"/>
              </a:schemeClr>
            </a:lnRef>
            <a:fillRef idx="1">
              <a:schemeClr val="accent1"/>
            </a:fillRef>
            <a:effectRef idx="0">
              <a:schemeClr val="accent1"/>
            </a:effectRef>
            <a:fontRef idx="minor">
              <a:schemeClr val="lt1"/>
            </a:fontRef>
          </p:style>
          <p:txBody>
            <a:bodyPr rtlCol="0" anchor="ctr"/>
            <a:lstStyle/>
            <a:p>
              <a:pPr algn="ctr"/>
              <a:endParaRPr lang="en-US"/>
            </a:p>
          </p:txBody>
        </p:sp>
      </p:grpSp>
      <p:sp>
        <p:nvSpPr>
          <p:cNvPr id="3" name="TextBox 2">
            <a:extLst>
              <a:ext uri="{FF2B5EF4-FFF2-40B4-BE49-F238E27FC236}">
                <a16:creationId xmlns:a16="http://schemas.microsoft.com/office/drawing/2014/main" id="{3FBACF19-D6A1-8E29-A2EB-684DE0E2FBDC}"/>
              </a:ext>
            </a:extLst>
          </p:cNvPr>
          <p:cNvSpPr txBox="1"/>
          <p:nvPr/>
        </p:nvSpPr>
        <p:spPr>
          <a:xfrm>
            <a:off x="5029200" y="2526201"/>
            <a:ext cx="3933922" cy="1477328"/>
          </a:xfrm>
          <a:prstGeom prst="rect">
            <a:avLst/>
          </a:prstGeom>
          <a:noFill/>
        </p:spPr>
        <p:txBody>
          <a:bodyPr wrap="square">
            <a:spAutoFit/>
          </a:bodyPr>
          <a:lstStyle/>
          <a:p>
            <a:r>
              <a:rPr lang="en-US" dirty="0"/>
              <a:t>Direct influence relationships:</a:t>
            </a:r>
          </a:p>
          <a:p>
            <a:pPr marL="285750" indent="-285750">
              <a:buFont typeface="Arial" panose="020B0604020202020204" pitchFamily="34" charset="0"/>
              <a:buChar char="•"/>
            </a:pPr>
            <a:r>
              <a:rPr lang="en-US" dirty="0"/>
              <a:t>A burglar can set off the alarm</a:t>
            </a:r>
          </a:p>
          <a:p>
            <a:pPr marL="285750" indent="-285750">
              <a:buFont typeface="Arial" panose="020B0604020202020204" pitchFamily="34" charset="0"/>
              <a:buChar char="•"/>
            </a:pPr>
            <a:r>
              <a:rPr lang="en-US" dirty="0"/>
              <a:t>An earthquake can set off the alarm</a:t>
            </a:r>
          </a:p>
          <a:p>
            <a:pPr marL="285750" indent="-285750">
              <a:buFont typeface="Arial" panose="020B0604020202020204" pitchFamily="34" charset="0"/>
              <a:buChar char="•"/>
            </a:pPr>
            <a:r>
              <a:rPr lang="en-US" dirty="0"/>
              <a:t>The alarm can cause Mary to call</a:t>
            </a:r>
          </a:p>
          <a:p>
            <a:pPr marL="285750" indent="-285750">
              <a:buFont typeface="Arial" panose="020B0604020202020204" pitchFamily="34" charset="0"/>
              <a:buChar char="•"/>
            </a:pPr>
            <a:r>
              <a:rPr lang="en-US" dirty="0"/>
              <a:t>The alarm can cause John to call</a:t>
            </a:r>
          </a:p>
        </p:txBody>
      </p:sp>
    </p:spTree>
  </p:cSld>
  <p:clrMapOvr>
    <a:masterClrMapping/>
  </p:clrMapOvr>
  <p:timing>
    <p:tnLst>
      <p:par>
        <p:cTn id="1" dur="indefinite" restart="never" nodeType="tmRoot">
          <p:childTnLst>
            <p:seq concurrent="1" nextAc="seek">
              <p:cTn id="2" dur="indefinite" nodeType="mainSeq">
                <p:childTnLst>
                  <p:par>
                    <p:cTn id="3" fill="hold">
                      <p:stCondLst>
                        <p:cond delay="indefinite"/>
                      </p:stCondLst>
                      <p:childTnLst>
                        <p:par>
                          <p:cTn id="4" fill="hold">
                            <p:stCondLst>
                              <p:cond delay="0"/>
                            </p:stCondLst>
                            <p:childTnLst>
                              <p:par>
                                <p:cTn id="5" presetID="1" presetClass="entr" presetSubtype="0" fill="hold" grpId="0" nodeType="clickEffect">
                                  <p:stCondLst>
                                    <p:cond delay="0"/>
                                  </p:stCondLst>
                                  <p:childTnLst>
                                    <p:set>
                                      <p:cBhvr>
                                        <p:cTn id="6" dur="1" fill="hold">
                                          <p:stCondLst>
                                            <p:cond delay="0"/>
                                          </p:stCondLst>
                                        </p:cTn>
                                        <p:tgtEl>
                                          <p:spTgt spid="2"/>
                                        </p:tgtEl>
                                        <p:attrNameLst>
                                          <p:attrName>style.visibility</p:attrName>
                                        </p:attrNameLst>
                                      </p:cBhvr>
                                      <p:to>
                                        <p:strVal val="visible"/>
                                      </p:to>
                                    </p:set>
                                  </p:childTnLst>
                                </p:cTn>
                              </p:par>
                            </p:childTnLst>
                          </p:cTn>
                        </p:par>
                      </p:childTnLst>
                    </p:cTn>
                  </p:par>
                </p:childTnLst>
              </p:cTn>
              <p:prevCondLst>
                <p:cond evt="onPrev" delay="0">
                  <p:tgtEl>
                    <p:sldTgt/>
                  </p:tgtEl>
                </p:cond>
              </p:prevCondLst>
              <p:nextCondLst>
                <p:cond evt="onNext" delay="0">
                  <p:tgtEl>
                    <p:sldTgt/>
                  </p:tgtEl>
                </p:cond>
              </p:nextCondLst>
            </p:seq>
          </p:childTnLst>
        </p:cTn>
      </p:par>
    </p:tnLst>
    <p:bldLst>
      <p:bldP spid="2" grpId="0"/>
    </p:bldLst>
  </p:timing>
</p:sld>
</file>

<file path=ppt/slides/slide15.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5122" name="Rectangle 2"/>
          <p:cNvSpPr>
            <a:spLocks noGrp="1" noChangeArrowheads="1"/>
          </p:cNvSpPr>
          <p:nvPr>
            <p:ph type="title"/>
          </p:nvPr>
        </p:nvSpPr>
        <p:spPr/>
        <p:txBody>
          <a:bodyPr/>
          <a:lstStyle/>
          <a:p>
            <a:r>
              <a:rPr lang="en-US" dirty="0"/>
              <a:t>Model Parameters: </a:t>
            </a:r>
            <a:br>
              <a:rPr lang="en-US" dirty="0"/>
            </a:br>
            <a:r>
              <a:rPr lang="en-US" dirty="0"/>
              <a:t>Conditional Probability Tables (CPTs)</a:t>
            </a:r>
          </a:p>
        </p:txBody>
      </p:sp>
      <mc:AlternateContent xmlns:mc="http://schemas.openxmlformats.org/markup-compatibility/2006" xmlns:a14="http://schemas.microsoft.com/office/drawing/2010/main">
        <mc:Choice Requires="a14">
          <p:sp>
            <p:nvSpPr>
              <p:cNvPr id="5123" name="Rectangle 3"/>
              <p:cNvSpPr>
                <a:spLocks noGrp="1" noChangeArrowheads="1"/>
              </p:cNvSpPr>
              <p:nvPr>
                <p:ph idx="1"/>
              </p:nvPr>
            </p:nvSpPr>
            <p:spPr>
              <a:xfrm>
                <a:off x="649224" y="1828800"/>
                <a:ext cx="7886700" cy="4351338"/>
              </a:xfrm>
            </p:spPr>
            <p:txBody>
              <a:bodyPr>
                <a:normAutofit/>
              </a:bodyPr>
              <a:lstStyle/>
              <a:p>
                <a:pPr marL="0" indent="0">
                  <a:buNone/>
                </a:pPr>
                <a:r>
                  <a:rPr lang="en-US" sz="2000" dirty="0"/>
                  <a:t>The full joint distribution, can be broken down into </a:t>
                </a:r>
                <a:r>
                  <a:rPr lang="en-US" sz="2000" i="1" dirty="0"/>
                  <a:t>conditional</a:t>
                </a:r>
                <a:r>
                  <a:rPr lang="en-US" sz="2000" dirty="0"/>
                  <a:t> distribution for each node given its parents: 				</a:t>
                </a:r>
                <a:br>
                  <a:rPr lang="en-US" sz="2000" dirty="0"/>
                </a:br>
                <a14:m>
                  <m:oMathPara xmlns:m="http://schemas.openxmlformats.org/officeDocument/2006/math">
                    <m:oMathParaPr>
                      <m:jc m:val="centerGroup"/>
                    </m:oMathParaPr>
                    <m:oMath xmlns:m="http://schemas.openxmlformats.org/officeDocument/2006/math">
                      <m:r>
                        <a:rPr lang="en-US" sz="2000" i="1" dirty="0" smtClean="0">
                          <a:solidFill>
                            <a:srgbClr val="0066FF"/>
                          </a:solidFill>
                          <a:latin typeface="Cambria Math" panose="02040503050406030204" pitchFamily="18" charset="0"/>
                        </a:rPr>
                        <m:t>𝑃</m:t>
                      </m:r>
                      <m:r>
                        <a:rPr lang="en-US" sz="2000" i="1" dirty="0">
                          <a:solidFill>
                            <a:srgbClr val="0066FF"/>
                          </a:solidFill>
                          <a:latin typeface="Cambria Math" panose="02040503050406030204" pitchFamily="18" charset="0"/>
                        </a:rPr>
                        <m:t>(</m:t>
                      </m:r>
                      <m:r>
                        <a:rPr lang="en-US" sz="2000" i="1" dirty="0">
                          <a:solidFill>
                            <a:srgbClr val="0066FF"/>
                          </a:solidFill>
                          <a:latin typeface="Cambria Math" panose="02040503050406030204" pitchFamily="18" charset="0"/>
                        </a:rPr>
                        <m:t>𝑋</m:t>
                      </m:r>
                      <m:r>
                        <a:rPr lang="en-US" sz="2000" i="1" baseline="-25000" dirty="0">
                          <a:solidFill>
                            <a:srgbClr val="0066FF"/>
                          </a:solidFill>
                          <a:latin typeface="Cambria Math" panose="02040503050406030204" pitchFamily="18" charset="0"/>
                        </a:rPr>
                        <m:t> </m:t>
                      </m:r>
                      <m:r>
                        <a:rPr lang="en-US" sz="2000" i="1" dirty="0">
                          <a:solidFill>
                            <a:srgbClr val="0066FF"/>
                          </a:solidFill>
                          <a:latin typeface="Cambria Math" panose="02040503050406030204" pitchFamily="18" charset="0"/>
                        </a:rPr>
                        <m:t>| </m:t>
                      </m:r>
                      <m:r>
                        <a:rPr lang="en-US" sz="2000" i="1" dirty="0">
                          <a:solidFill>
                            <a:srgbClr val="0066FF"/>
                          </a:solidFill>
                          <a:latin typeface="Cambria Math" panose="02040503050406030204" pitchFamily="18" charset="0"/>
                        </a:rPr>
                        <m:t>𝑃𝑎𝑟𝑒𝑛𝑡𝑠</m:t>
                      </m:r>
                      <m:r>
                        <a:rPr lang="en-US" sz="2000" i="1" dirty="0">
                          <a:solidFill>
                            <a:srgbClr val="0066FF"/>
                          </a:solidFill>
                          <a:latin typeface="Cambria Math" panose="02040503050406030204" pitchFamily="18" charset="0"/>
                        </a:rPr>
                        <m:t>(</m:t>
                      </m:r>
                      <m:r>
                        <a:rPr lang="en-US" sz="2000" i="1" dirty="0">
                          <a:solidFill>
                            <a:srgbClr val="0066FF"/>
                          </a:solidFill>
                          <a:latin typeface="Cambria Math" panose="02040503050406030204" pitchFamily="18" charset="0"/>
                        </a:rPr>
                        <m:t>𝑋</m:t>
                      </m:r>
                      <m:r>
                        <a:rPr lang="en-US" sz="2000" i="1" dirty="0">
                          <a:solidFill>
                            <a:srgbClr val="0066FF"/>
                          </a:solidFill>
                          <a:latin typeface="Cambria Math" panose="02040503050406030204" pitchFamily="18" charset="0"/>
                        </a:rPr>
                        <m:t>))</m:t>
                      </m:r>
                    </m:oMath>
                  </m:oMathPara>
                </a14:m>
                <a:endParaRPr lang="en-US" sz="2000" dirty="0"/>
              </a:p>
              <a:p>
                <a:pPr marL="0" indent="0">
                  <a:buNone/>
                </a:pPr>
                <a:r>
                  <a:rPr lang="en-US" sz="2000" dirty="0"/>
                  <a:t>These distributions are stored in conditional probability tables (CPTs)</a:t>
                </a:r>
                <a:endParaRPr lang="en-US" sz="2000" dirty="0">
                  <a:solidFill>
                    <a:srgbClr val="0066FF"/>
                  </a:solidFill>
                </a:endParaRPr>
              </a:p>
            </p:txBody>
          </p:sp>
        </mc:Choice>
        <mc:Fallback xmlns="">
          <p:sp>
            <p:nvSpPr>
              <p:cNvPr id="5123" name="Rectangle 3"/>
              <p:cNvSpPr>
                <a:spLocks noGrp="1" noRot="1" noChangeAspect="1" noMove="1" noResize="1" noEditPoints="1" noAdjustHandles="1" noChangeArrowheads="1" noChangeShapeType="1" noTextEdit="1"/>
              </p:cNvSpPr>
              <p:nvPr>
                <p:ph idx="1"/>
              </p:nvPr>
            </p:nvSpPr>
            <p:spPr>
              <a:xfrm>
                <a:off x="649224" y="1828800"/>
                <a:ext cx="7886700" cy="4351338"/>
              </a:xfrm>
              <a:blipFill>
                <a:blip r:embed="rId3"/>
                <a:stretch>
                  <a:fillRect l="-851" t="-1401" r="-1392"/>
                </a:stretch>
              </a:blipFill>
            </p:spPr>
            <p:txBody>
              <a:bodyPr/>
              <a:lstStyle/>
              <a:p>
                <a:r>
                  <a:rPr lang="en-US">
                    <a:noFill/>
                  </a:rPr>
                  <a:t> </a:t>
                </a:r>
              </a:p>
            </p:txBody>
          </p:sp>
        </mc:Fallback>
      </mc:AlternateContent>
      <p:grpSp>
        <p:nvGrpSpPr>
          <p:cNvPr id="7" name="Group 6">
            <a:extLst>
              <a:ext uri="{FF2B5EF4-FFF2-40B4-BE49-F238E27FC236}">
                <a16:creationId xmlns:a16="http://schemas.microsoft.com/office/drawing/2014/main" id="{A0ADF8BF-0AE1-9AE1-744E-4E13885DF2BC}"/>
              </a:ext>
            </a:extLst>
          </p:cNvPr>
          <p:cNvGrpSpPr/>
          <p:nvPr/>
        </p:nvGrpSpPr>
        <p:grpSpPr>
          <a:xfrm>
            <a:off x="681194" y="3429000"/>
            <a:ext cx="6307481" cy="2514600"/>
            <a:chOff x="681194" y="3581400"/>
            <a:chExt cx="6307481" cy="2514600"/>
          </a:xfrm>
        </p:grpSpPr>
        <p:grpSp>
          <p:nvGrpSpPr>
            <p:cNvPr id="2" name="Group 1">
              <a:extLst>
                <a:ext uri="{FF2B5EF4-FFF2-40B4-BE49-F238E27FC236}">
                  <a16:creationId xmlns:a16="http://schemas.microsoft.com/office/drawing/2014/main" id="{E4E7CEA8-0FC5-640F-14A1-DB16BA2626DE}"/>
                </a:ext>
                <a:ext uri="{C183D7F6-B498-43B3-948B-1728B52AA6E4}">
                  <adec:decorative xmlns:adec="http://schemas.microsoft.com/office/drawing/2017/decorative" val="1"/>
                </a:ext>
              </a:extLst>
            </p:cNvPr>
            <p:cNvGrpSpPr/>
            <p:nvPr/>
          </p:nvGrpSpPr>
          <p:grpSpPr>
            <a:xfrm>
              <a:off x="2743200" y="3581400"/>
              <a:ext cx="4245475" cy="2514600"/>
              <a:chOff x="1143000" y="3505200"/>
              <a:chExt cx="4245475" cy="2514600"/>
            </a:xfrm>
          </p:grpSpPr>
          <mc:AlternateContent xmlns:mc="http://schemas.openxmlformats.org/markup-compatibility/2006" xmlns:a14="http://schemas.microsoft.com/office/drawing/2010/main">
            <mc:Choice Requires="a14">
              <p:sp>
                <p:nvSpPr>
                  <p:cNvPr id="4" name="Oval 3"/>
                  <p:cNvSpPr/>
                  <p:nvPr/>
                </p:nvSpPr>
                <p:spPr>
                  <a:xfrm>
                    <a:off x="1143000" y="3810000"/>
                    <a:ext cx="533400" cy="533400"/>
                  </a:xfrm>
                  <a:prstGeom prst="ellipse">
                    <a:avLst/>
                  </a:prstGeom>
                  <a:noFill/>
                  <a:ln w="22225">
                    <a:solidFill>
                      <a:schemeClr val="tx1"/>
                    </a:solidFill>
                  </a:ln>
                </p:spPr>
                <p:style>
                  <a:lnRef idx="2">
                    <a:schemeClr val="accent1">
                      <a:shade val="50000"/>
                    </a:schemeClr>
                  </a:lnRef>
                  <a:fillRef idx="1">
                    <a:schemeClr val="accent1"/>
                  </a:fillRef>
                  <a:effectRef idx="0">
                    <a:schemeClr val="accent1"/>
                  </a:effectRef>
                  <a:fontRef idx="minor">
                    <a:schemeClr val="lt1"/>
                  </a:fontRef>
                </p:style>
                <p:txBody>
                  <a:bodyPr rtlCol="0" anchor="ctr"/>
                  <a:lstStyle/>
                  <a:p>
                    <a:pPr algn="ctr"/>
                    <a14:m>
                      <m:oMathPara xmlns:m="http://schemas.openxmlformats.org/officeDocument/2006/math">
                        <m:oMathParaPr>
                          <m:jc m:val="centerGroup"/>
                        </m:oMathParaPr>
                        <m:oMath xmlns:m="http://schemas.openxmlformats.org/officeDocument/2006/math">
                          <m:r>
                            <a:rPr lang="en-US" sz="1400" i="1" dirty="0" smtClean="0">
                              <a:solidFill>
                                <a:schemeClr val="tx1"/>
                              </a:solidFill>
                              <a:latin typeface="Cambria Math" panose="02040503050406030204" pitchFamily="18" charset="0"/>
                            </a:rPr>
                            <m:t>𝑍</m:t>
                          </m:r>
                          <m:r>
                            <a:rPr lang="en-US" sz="1400" i="1" baseline="-25000" dirty="0">
                              <a:solidFill>
                                <a:schemeClr val="tx1"/>
                              </a:solidFill>
                              <a:latin typeface="Cambria Math" panose="02040503050406030204" pitchFamily="18" charset="0"/>
                            </a:rPr>
                            <m:t>1</m:t>
                          </m:r>
                        </m:oMath>
                      </m:oMathPara>
                    </a14:m>
                    <a:endParaRPr lang="en-US" sz="1400" baseline="-25000" dirty="0">
                      <a:solidFill>
                        <a:schemeClr val="tx1"/>
                      </a:solidFill>
                    </a:endParaRPr>
                  </a:p>
                </p:txBody>
              </p:sp>
            </mc:Choice>
            <mc:Fallback xmlns="">
              <p:sp>
                <p:nvSpPr>
                  <p:cNvPr id="4" name="Oval 3"/>
                  <p:cNvSpPr>
                    <a:spLocks noRot="1" noChangeAspect="1" noMove="1" noResize="1" noEditPoints="1" noAdjustHandles="1" noChangeArrowheads="1" noChangeShapeType="1" noTextEdit="1"/>
                  </p:cNvSpPr>
                  <p:nvPr/>
                </p:nvSpPr>
                <p:spPr>
                  <a:xfrm>
                    <a:off x="1143000" y="3810000"/>
                    <a:ext cx="533400" cy="533400"/>
                  </a:xfrm>
                  <a:prstGeom prst="ellipse">
                    <a:avLst/>
                  </a:prstGeom>
                  <a:blipFill>
                    <a:blip r:embed="rId4"/>
                    <a:stretch>
                      <a:fillRect/>
                    </a:stretch>
                  </a:blipFill>
                  <a:ln w="22225">
                    <a:solidFill>
                      <a:schemeClr val="tx1"/>
                    </a:solidFill>
                  </a:ln>
                </p:spPr>
                <p:txBody>
                  <a:bodyPr/>
                  <a:lstStyle/>
                  <a:p>
                    <a:r>
                      <a:rPr lang="en-US">
                        <a:noFill/>
                      </a:rPr>
                      <a:t> </a:t>
                    </a:r>
                  </a:p>
                </p:txBody>
              </p:sp>
            </mc:Fallback>
          </mc:AlternateContent>
          <mc:AlternateContent xmlns:mc="http://schemas.openxmlformats.org/markup-compatibility/2006" xmlns:a14="http://schemas.microsoft.com/office/drawing/2010/main">
            <mc:Choice Requires="a14">
              <p:sp>
                <p:nvSpPr>
                  <p:cNvPr id="5" name="Oval 4"/>
                  <p:cNvSpPr/>
                  <p:nvPr/>
                </p:nvSpPr>
                <p:spPr>
                  <a:xfrm>
                    <a:off x="2209800" y="3810000"/>
                    <a:ext cx="533400" cy="533400"/>
                  </a:xfrm>
                  <a:prstGeom prst="ellipse">
                    <a:avLst/>
                  </a:prstGeom>
                  <a:noFill/>
                  <a:ln w="22225">
                    <a:solidFill>
                      <a:schemeClr val="tx1"/>
                    </a:solidFill>
                  </a:ln>
                </p:spPr>
                <p:style>
                  <a:lnRef idx="2">
                    <a:schemeClr val="accent1">
                      <a:shade val="50000"/>
                    </a:schemeClr>
                  </a:lnRef>
                  <a:fillRef idx="1">
                    <a:schemeClr val="accent1"/>
                  </a:fillRef>
                  <a:effectRef idx="0">
                    <a:schemeClr val="accent1"/>
                  </a:effectRef>
                  <a:fontRef idx="minor">
                    <a:schemeClr val="lt1"/>
                  </a:fontRef>
                </p:style>
                <p:txBody>
                  <a:bodyPr rtlCol="0" anchor="ctr"/>
                  <a:lstStyle/>
                  <a:p>
                    <a:pPr algn="ctr"/>
                    <a14:m>
                      <m:oMathPara xmlns:m="http://schemas.openxmlformats.org/officeDocument/2006/math">
                        <m:oMathParaPr>
                          <m:jc m:val="centerGroup"/>
                        </m:oMathParaPr>
                        <m:oMath xmlns:m="http://schemas.openxmlformats.org/officeDocument/2006/math">
                          <m:r>
                            <a:rPr lang="en-US" sz="1400" i="1" dirty="0" smtClean="0">
                              <a:solidFill>
                                <a:schemeClr val="tx1"/>
                              </a:solidFill>
                              <a:latin typeface="Cambria Math" panose="02040503050406030204" pitchFamily="18" charset="0"/>
                            </a:rPr>
                            <m:t>𝑍</m:t>
                          </m:r>
                          <m:r>
                            <a:rPr lang="en-US" sz="1400" i="1" baseline="-25000" dirty="0">
                              <a:solidFill>
                                <a:schemeClr val="tx1"/>
                              </a:solidFill>
                              <a:latin typeface="Cambria Math" panose="02040503050406030204" pitchFamily="18" charset="0"/>
                            </a:rPr>
                            <m:t>2</m:t>
                          </m:r>
                        </m:oMath>
                      </m:oMathPara>
                    </a14:m>
                    <a:endParaRPr lang="en-US" sz="1400" baseline="-25000" dirty="0">
                      <a:solidFill>
                        <a:schemeClr val="tx1"/>
                      </a:solidFill>
                    </a:endParaRPr>
                  </a:p>
                </p:txBody>
              </p:sp>
            </mc:Choice>
            <mc:Fallback xmlns="">
              <p:sp>
                <p:nvSpPr>
                  <p:cNvPr id="5" name="Oval 4"/>
                  <p:cNvSpPr>
                    <a:spLocks noRot="1" noChangeAspect="1" noMove="1" noResize="1" noEditPoints="1" noAdjustHandles="1" noChangeArrowheads="1" noChangeShapeType="1" noTextEdit="1"/>
                  </p:cNvSpPr>
                  <p:nvPr/>
                </p:nvSpPr>
                <p:spPr>
                  <a:xfrm>
                    <a:off x="2209800" y="3810000"/>
                    <a:ext cx="533400" cy="533400"/>
                  </a:xfrm>
                  <a:prstGeom prst="ellipse">
                    <a:avLst/>
                  </a:prstGeom>
                  <a:blipFill>
                    <a:blip r:embed="rId5"/>
                    <a:stretch>
                      <a:fillRect/>
                    </a:stretch>
                  </a:blipFill>
                  <a:ln w="22225">
                    <a:solidFill>
                      <a:schemeClr val="tx1"/>
                    </a:solidFill>
                  </a:ln>
                </p:spPr>
                <p:txBody>
                  <a:bodyPr/>
                  <a:lstStyle/>
                  <a:p>
                    <a:r>
                      <a:rPr lang="en-US">
                        <a:noFill/>
                      </a:rPr>
                      <a:t> </a:t>
                    </a:r>
                  </a:p>
                </p:txBody>
              </p:sp>
            </mc:Fallback>
          </mc:AlternateContent>
          <mc:AlternateContent xmlns:mc="http://schemas.openxmlformats.org/markup-compatibility/2006" xmlns:a14="http://schemas.microsoft.com/office/drawing/2010/main">
            <mc:Choice Requires="a14">
              <p:sp>
                <p:nvSpPr>
                  <p:cNvPr id="6" name="Oval 5"/>
                  <p:cNvSpPr/>
                  <p:nvPr/>
                </p:nvSpPr>
                <p:spPr>
                  <a:xfrm>
                    <a:off x="3810000" y="3810000"/>
                    <a:ext cx="533400" cy="533400"/>
                  </a:xfrm>
                  <a:prstGeom prst="ellipse">
                    <a:avLst/>
                  </a:prstGeom>
                  <a:noFill/>
                  <a:ln w="22225">
                    <a:solidFill>
                      <a:schemeClr val="tx1"/>
                    </a:solidFill>
                  </a:ln>
                </p:spPr>
                <p:style>
                  <a:lnRef idx="2">
                    <a:schemeClr val="accent1">
                      <a:shade val="50000"/>
                    </a:schemeClr>
                  </a:lnRef>
                  <a:fillRef idx="1">
                    <a:schemeClr val="accent1"/>
                  </a:fillRef>
                  <a:effectRef idx="0">
                    <a:schemeClr val="accent1"/>
                  </a:effectRef>
                  <a:fontRef idx="minor">
                    <a:schemeClr val="lt1"/>
                  </a:fontRef>
                </p:style>
                <p:txBody>
                  <a:bodyPr rtlCol="0" anchor="ctr"/>
                  <a:lstStyle/>
                  <a:p>
                    <a:pPr algn="ctr"/>
                    <a14:m>
                      <m:oMathPara xmlns:m="http://schemas.openxmlformats.org/officeDocument/2006/math">
                        <m:oMathParaPr>
                          <m:jc m:val="centerGroup"/>
                        </m:oMathParaPr>
                        <m:oMath xmlns:m="http://schemas.openxmlformats.org/officeDocument/2006/math">
                          <m:r>
                            <a:rPr lang="en-US" sz="1400" i="1" dirty="0" smtClean="0">
                              <a:solidFill>
                                <a:schemeClr val="tx1"/>
                              </a:solidFill>
                              <a:latin typeface="Cambria Math" panose="02040503050406030204" pitchFamily="18" charset="0"/>
                            </a:rPr>
                            <m:t>𝑍</m:t>
                          </m:r>
                          <m:r>
                            <a:rPr lang="en-US" sz="1400" i="1" baseline="-25000" dirty="0">
                              <a:solidFill>
                                <a:schemeClr val="tx1"/>
                              </a:solidFill>
                              <a:latin typeface="Cambria Math" panose="02040503050406030204" pitchFamily="18" charset="0"/>
                            </a:rPr>
                            <m:t>𝑛</m:t>
                          </m:r>
                        </m:oMath>
                      </m:oMathPara>
                    </a14:m>
                    <a:endParaRPr lang="en-US" sz="1400" baseline="-25000" dirty="0">
                      <a:solidFill>
                        <a:schemeClr val="tx1"/>
                      </a:solidFill>
                    </a:endParaRPr>
                  </a:p>
                </p:txBody>
              </p:sp>
            </mc:Choice>
            <mc:Fallback xmlns="">
              <p:sp>
                <p:nvSpPr>
                  <p:cNvPr id="6" name="Oval 5"/>
                  <p:cNvSpPr>
                    <a:spLocks noRot="1" noChangeAspect="1" noMove="1" noResize="1" noEditPoints="1" noAdjustHandles="1" noChangeArrowheads="1" noChangeShapeType="1" noTextEdit="1"/>
                  </p:cNvSpPr>
                  <p:nvPr/>
                </p:nvSpPr>
                <p:spPr>
                  <a:xfrm>
                    <a:off x="3810000" y="3810000"/>
                    <a:ext cx="533400" cy="533400"/>
                  </a:xfrm>
                  <a:prstGeom prst="ellipse">
                    <a:avLst/>
                  </a:prstGeom>
                  <a:blipFill>
                    <a:blip r:embed="rId6"/>
                    <a:stretch>
                      <a:fillRect/>
                    </a:stretch>
                  </a:blipFill>
                  <a:ln w="22225">
                    <a:solidFill>
                      <a:schemeClr val="tx1"/>
                    </a:solidFill>
                  </a:ln>
                </p:spPr>
                <p:txBody>
                  <a:bodyPr/>
                  <a:lstStyle/>
                  <a:p>
                    <a:r>
                      <a:rPr lang="en-US">
                        <a:noFill/>
                      </a:rPr>
                      <a:t> </a:t>
                    </a:r>
                  </a:p>
                </p:txBody>
              </p:sp>
            </mc:Fallback>
          </mc:AlternateContent>
          <p:cxnSp>
            <p:nvCxnSpPr>
              <p:cNvPr id="8" name="Straight Arrow Connector 7"/>
              <p:cNvCxnSpPr>
                <a:stCxn id="4" idx="4"/>
                <a:endCxn id="15" idx="1"/>
              </p:cNvCxnSpPr>
              <p:nvPr/>
            </p:nvCxnSpPr>
            <p:spPr>
              <a:xfrm rot="16200000" flipH="1">
                <a:off x="1390650" y="4362449"/>
                <a:ext cx="1221115" cy="1183015"/>
              </a:xfrm>
              <a:prstGeom prst="straightConnector1">
                <a:avLst/>
              </a:prstGeom>
              <a:ln w="22225">
                <a:solidFill>
                  <a:schemeClr val="tx1"/>
                </a:solidFill>
                <a:headEnd type="none" w="med" len="med"/>
                <a:tailEnd type="triangle" w="med" len="med"/>
              </a:ln>
            </p:spPr>
            <p:style>
              <a:lnRef idx="1">
                <a:schemeClr val="accent1"/>
              </a:lnRef>
              <a:fillRef idx="0">
                <a:schemeClr val="accent1"/>
              </a:fillRef>
              <a:effectRef idx="0">
                <a:schemeClr val="accent1"/>
              </a:effectRef>
              <a:fontRef idx="minor">
                <a:schemeClr val="tx1"/>
              </a:fontRef>
            </p:style>
          </p:cxnSp>
          <p:cxnSp>
            <p:nvCxnSpPr>
              <p:cNvPr id="10" name="Straight Arrow Connector 9"/>
              <p:cNvCxnSpPr>
                <a:stCxn id="5" idx="4"/>
                <a:endCxn id="15" idx="0"/>
              </p:cNvCxnSpPr>
              <p:nvPr/>
            </p:nvCxnSpPr>
            <p:spPr>
              <a:xfrm rot="16200000" flipH="1">
                <a:off x="2057400" y="4762500"/>
                <a:ext cx="1143000" cy="304800"/>
              </a:xfrm>
              <a:prstGeom prst="straightConnector1">
                <a:avLst/>
              </a:prstGeom>
              <a:ln w="22225">
                <a:solidFill>
                  <a:schemeClr val="tx1"/>
                </a:solidFill>
                <a:headEnd type="none" w="med" len="med"/>
                <a:tailEnd type="triangle" w="med" len="med"/>
              </a:ln>
            </p:spPr>
            <p:style>
              <a:lnRef idx="1">
                <a:schemeClr val="accent1"/>
              </a:lnRef>
              <a:fillRef idx="0">
                <a:schemeClr val="accent1"/>
              </a:fillRef>
              <a:effectRef idx="0">
                <a:schemeClr val="accent1"/>
              </a:effectRef>
              <a:fontRef idx="minor">
                <a:schemeClr val="tx1"/>
              </a:fontRef>
            </p:style>
          </p:cxnSp>
          <p:cxnSp>
            <p:nvCxnSpPr>
              <p:cNvPr id="12" name="Straight Arrow Connector 11"/>
              <p:cNvCxnSpPr>
                <a:stCxn id="6" idx="4"/>
                <a:endCxn id="15" idx="7"/>
              </p:cNvCxnSpPr>
              <p:nvPr/>
            </p:nvCxnSpPr>
            <p:spPr>
              <a:xfrm rot="5400000">
                <a:off x="2912736" y="4400550"/>
                <a:ext cx="1221115" cy="1106815"/>
              </a:xfrm>
              <a:prstGeom prst="straightConnector1">
                <a:avLst/>
              </a:prstGeom>
              <a:ln w="22225">
                <a:solidFill>
                  <a:schemeClr val="tx1"/>
                </a:solidFill>
                <a:headEnd type="none" w="med" len="med"/>
                <a:tailEnd type="triangle" w="med" len="med"/>
              </a:ln>
            </p:spPr>
            <p:style>
              <a:lnRef idx="1">
                <a:schemeClr val="accent1"/>
              </a:lnRef>
              <a:fillRef idx="0">
                <a:schemeClr val="accent1"/>
              </a:fillRef>
              <a:effectRef idx="0">
                <a:schemeClr val="accent1"/>
              </a:effectRef>
              <a:fontRef idx="minor">
                <a:schemeClr val="tx1"/>
              </a:fontRef>
            </p:style>
          </p:cxnSp>
          <mc:AlternateContent xmlns:mc="http://schemas.openxmlformats.org/markup-compatibility/2006" xmlns:a14="http://schemas.microsoft.com/office/drawing/2010/main">
            <mc:Choice Requires="a14">
              <p:sp>
                <p:nvSpPr>
                  <p:cNvPr id="15" name="Oval 14"/>
                  <p:cNvSpPr/>
                  <p:nvPr/>
                </p:nvSpPr>
                <p:spPr>
                  <a:xfrm>
                    <a:off x="2514600" y="5486400"/>
                    <a:ext cx="533400" cy="533400"/>
                  </a:xfrm>
                  <a:prstGeom prst="ellipse">
                    <a:avLst/>
                  </a:prstGeom>
                  <a:noFill/>
                  <a:ln w="22225">
                    <a:solidFill>
                      <a:schemeClr val="tx1"/>
                    </a:solidFill>
                  </a:ln>
                </p:spPr>
                <p:style>
                  <a:lnRef idx="2">
                    <a:schemeClr val="accent1">
                      <a:shade val="50000"/>
                    </a:schemeClr>
                  </a:lnRef>
                  <a:fillRef idx="1">
                    <a:schemeClr val="accent1"/>
                  </a:fillRef>
                  <a:effectRef idx="0">
                    <a:schemeClr val="accent1"/>
                  </a:effectRef>
                  <a:fontRef idx="minor">
                    <a:schemeClr val="lt1"/>
                  </a:fontRef>
                </p:style>
                <p:txBody>
                  <a:bodyPr rtlCol="0" anchor="ctr"/>
                  <a:lstStyle/>
                  <a:p>
                    <a:pPr algn="ctr"/>
                    <a14:m>
                      <m:oMathPara xmlns:m="http://schemas.openxmlformats.org/officeDocument/2006/math">
                        <m:oMathParaPr>
                          <m:jc m:val="centerGroup"/>
                        </m:oMathParaPr>
                        <m:oMath xmlns:m="http://schemas.openxmlformats.org/officeDocument/2006/math">
                          <m:r>
                            <a:rPr lang="en-US" i="1" dirty="0" smtClean="0">
                              <a:solidFill>
                                <a:schemeClr val="tx1"/>
                              </a:solidFill>
                              <a:latin typeface="Cambria Math" panose="02040503050406030204" pitchFamily="18" charset="0"/>
                            </a:rPr>
                            <m:t>𝑋</m:t>
                          </m:r>
                        </m:oMath>
                      </m:oMathPara>
                    </a14:m>
                    <a:endParaRPr lang="en-US" dirty="0"/>
                  </a:p>
                </p:txBody>
              </p:sp>
            </mc:Choice>
            <mc:Fallback xmlns="">
              <p:sp>
                <p:nvSpPr>
                  <p:cNvPr id="15" name="Oval 14"/>
                  <p:cNvSpPr>
                    <a:spLocks noRot="1" noChangeAspect="1" noMove="1" noResize="1" noEditPoints="1" noAdjustHandles="1" noChangeArrowheads="1" noChangeShapeType="1" noTextEdit="1"/>
                  </p:cNvSpPr>
                  <p:nvPr/>
                </p:nvSpPr>
                <p:spPr>
                  <a:xfrm>
                    <a:off x="2514600" y="5486400"/>
                    <a:ext cx="533400" cy="533400"/>
                  </a:xfrm>
                  <a:prstGeom prst="ellipse">
                    <a:avLst/>
                  </a:prstGeom>
                  <a:blipFill>
                    <a:blip r:embed="rId7"/>
                    <a:stretch>
                      <a:fillRect/>
                    </a:stretch>
                  </a:blipFill>
                  <a:ln w="22225">
                    <a:solidFill>
                      <a:schemeClr val="tx1"/>
                    </a:solidFill>
                  </a:ln>
                </p:spPr>
                <p:txBody>
                  <a:bodyPr/>
                  <a:lstStyle/>
                  <a:p>
                    <a:r>
                      <a:rPr lang="en-US">
                        <a:noFill/>
                      </a:rPr>
                      <a:t> </a:t>
                    </a:r>
                  </a:p>
                </p:txBody>
              </p:sp>
            </mc:Fallback>
          </mc:AlternateContent>
          <p:sp>
            <p:nvSpPr>
              <p:cNvPr id="16" name="Rectangle 15"/>
              <p:cNvSpPr/>
              <p:nvPr/>
            </p:nvSpPr>
            <p:spPr>
              <a:xfrm>
                <a:off x="2960717" y="3505200"/>
                <a:ext cx="748923" cy="769441"/>
              </a:xfrm>
              <a:prstGeom prst="rect">
                <a:avLst/>
              </a:prstGeom>
            </p:spPr>
            <p:txBody>
              <a:bodyPr wrap="none">
                <a:spAutoFit/>
              </a:bodyPr>
              <a:lstStyle/>
              <a:p>
                <a:r>
                  <a:rPr lang="en-US" sz="4400" dirty="0"/>
                  <a:t>…</a:t>
                </a:r>
              </a:p>
            </p:txBody>
          </p:sp>
          <mc:AlternateContent xmlns:mc="http://schemas.openxmlformats.org/markup-compatibility/2006" xmlns:a14="http://schemas.microsoft.com/office/drawing/2010/main">
            <mc:Choice Requires="a14">
              <p:sp>
                <p:nvSpPr>
                  <p:cNvPr id="23" name="Rectangle 22"/>
                  <p:cNvSpPr/>
                  <p:nvPr/>
                </p:nvSpPr>
                <p:spPr>
                  <a:xfrm>
                    <a:off x="2743200" y="5511991"/>
                    <a:ext cx="2645275" cy="430887"/>
                  </a:xfrm>
                  <a:prstGeom prst="rect">
                    <a:avLst/>
                  </a:prstGeom>
                </p:spPr>
                <p:txBody>
                  <a:bodyPr wrap="none">
                    <a:spAutoFit/>
                  </a:bodyPr>
                  <a:lstStyle/>
                  <a:p>
                    <a:pPr lvl="1" algn="ctr">
                      <a:buFontTx/>
                      <a:buNone/>
                    </a:pPr>
                    <a14:m>
                      <m:oMathPara xmlns:m="http://schemas.openxmlformats.org/officeDocument/2006/math">
                        <m:oMathParaPr>
                          <m:jc m:val="centerGroup"/>
                        </m:oMathParaPr>
                        <m:oMath xmlns:m="http://schemas.openxmlformats.org/officeDocument/2006/math">
                          <m:r>
                            <a:rPr lang="en-US" sz="2200" i="1" dirty="0" smtClean="0">
                              <a:solidFill>
                                <a:srgbClr val="0066FF"/>
                              </a:solidFill>
                              <a:latin typeface="Cambria Math" panose="02040503050406030204" pitchFamily="18" charset="0"/>
                            </a:rPr>
                            <m:t>𝑃</m:t>
                          </m:r>
                          <m:r>
                            <a:rPr lang="en-US" sz="2200" i="1" dirty="0">
                              <a:solidFill>
                                <a:srgbClr val="0066FF"/>
                              </a:solidFill>
                              <a:latin typeface="Cambria Math" panose="02040503050406030204" pitchFamily="18" charset="0"/>
                            </a:rPr>
                            <m:t>(</m:t>
                          </m:r>
                          <m:r>
                            <a:rPr lang="en-US" sz="2200" i="1" dirty="0">
                              <a:solidFill>
                                <a:srgbClr val="0066FF"/>
                              </a:solidFill>
                              <a:latin typeface="Cambria Math" panose="02040503050406030204" pitchFamily="18" charset="0"/>
                            </a:rPr>
                            <m:t>𝑋</m:t>
                          </m:r>
                          <m:r>
                            <a:rPr lang="en-US" sz="2200" i="1" baseline="-25000" dirty="0">
                              <a:solidFill>
                                <a:srgbClr val="0066FF"/>
                              </a:solidFill>
                              <a:latin typeface="Cambria Math" panose="02040503050406030204" pitchFamily="18" charset="0"/>
                            </a:rPr>
                            <m:t> </m:t>
                          </m:r>
                          <m:r>
                            <a:rPr lang="en-US" sz="2200" i="1" dirty="0">
                              <a:solidFill>
                                <a:srgbClr val="0066FF"/>
                              </a:solidFill>
                              <a:latin typeface="Cambria Math" panose="02040503050406030204" pitchFamily="18" charset="0"/>
                            </a:rPr>
                            <m:t>| </m:t>
                          </m:r>
                          <m:r>
                            <a:rPr lang="en-US" sz="2200" i="1" dirty="0">
                              <a:solidFill>
                                <a:srgbClr val="0066FF"/>
                              </a:solidFill>
                              <a:latin typeface="Cambria Math" panose="02040503050406030204" pitchFamily="18" charset="0"/>
                            </a:rPr>
                            <m:t>𝑍</m:t>
                          </m:r>
                          <m:r>
                            <a:rPr lang="en-US" sz="2200" i="1" baseline="-25000" dirty="0">
                              <a:solidFill>
                                <a:srgbClr val="0066FF"/>
                              </a:solidFill>
                              <a:latin typeface="Cambria Math" panose="02040503050406030204" pitchFamily="18" charset="0"/>
                            </a:rPr>
                            <m:t>1</m:t>
                          </m:r>
                          <m:r>
                            <a:rPr lang="en-US" sz="2200" i="1" dirty="0">
                              <a:solidFill>
                                <a:srgbClr val="0066FF"/>
                              </a:solidFill>
                              <a:latin typeface="Cambria Math" panose="02040503050406030204" pitchFamily="18" charset="0"/>
                            </a:rPr>
                            <m:t>, …, </m:t>
                          </m:r>
                          <m:r>
                            <a:rPr lang="en-US" sz="2200" i="1" dirty="0">
                              <a:solidFill>
                                <a:srgbClr val="0066FF"/>
                              </a:solidFill>
                              <a:latin typeface="Cambria Math" panose="02040503050406030204" pitchFamily="18" charset="0"/>
                            </a:rPr>
                            <m:t>𝑍𝑛</m:t>
                          </m:r>
                          <m:r>
                            <a:rPr lang="en-US" sz="2200" i="1" dirty="0">
                              <a:solidFill>
                                <a:srgbClr val="0066FF"/>
                              </a:solidFill>
                              <a:latin typeface="Cambria Math" panose="02040503050406030204" pitchFamily="18" charset="0"/>
                            </a:rPr>
                            <m:t>)</m:t>
                          </m:r>
                        </m:oMath>
                      </m:oMathPara>
                    </a14:m>
                    <a:endParaRPr lang="en-US" sz="2200" dirty="0">
                      <a:solidFill>
                        <a:srgbClr val="0066FF"/>
                      </a:solidFill>
                    </a:endParaRPr>
                  </a:p>
                </p:txBody>
              </p:sp>
            </mc:Choice>
            <mc:Fallback xmlns="">
              <p:sp>
                <p:nvSpPr>
                  <p:cNvPr id="23" name="Rectangle 22"/>
                  <p:cNvSpPr>
                    <a:spLocks noRot="1" noChangeAspect="1" noMove="1" noResize="1" noEditPoints="1" noAdjustHandles="1" noChangeArrowheads="1" noChangeShapeType="1" noTextEdit="1"/>
                  </p:cNvSpPr>
                  <p:nvPr/>
                </p:nvSpPr>
                <p:spPr>
                  <a:xfrm>
                    <a:off x="2743200" y="5511991"/>
                    <a:ext cx="2645275" cy="430887"/>
                  </a:xfrm>
                  <a:prstGeom prst="rect">
                    <a:avLst/>
                  </a:prstGeom>
                  <a:blipFill>
                    <a:blip r:embed="rId8"/>
                    <a:stretch>
                      <a:fillRect b="-17143"/>
                    </a:stretch>
                  </a:blipFill>
                </p:spPr>
                <p:txBody>
                  <a:bodyPr/>
                  <a:lstStyle/>
                  <a:p>
                    <a:r>
                      <a:rPr lang="en-US">
                        <a:noFill/>
                      </a:rPr>
                      <a:t> </a:t>
                    </a:r>
                  </a:p>
                </p:txBody>
              </p:sp>
            </mc:Fallback>
          </mc:AlternateContent>
        </p:grpSp>
        <p:sp>
          <p:nvSpPr>
            <p:cNvPr id="3" name="TextBox 2">
              <a:extLst>
                <a:ext uri="{FF2B5EF4-FFF2-40B4-BE49-F238E27FC236}">
                  <a16:creationId xmlns:a16="http://schemas.microsoft.com/office/drawing/2014/main" id="{3D64F3BB-CA68-80F1-B261-651C47427A9B}"/>
                </a:ext>
              </a:extLst>
            </p:cNvPr>
            <p:cNvSpPr txBox="1"/>
            <p:nvPr/>
          </p:nvSpPr>
          <p:spPr>
            <a:xfrm>
              <a:off x="681194" y="3804414"/>
              <a:ext cx="1287399" cy="400110"/>
            </a:xfrm>
            <a:prstGeom prst="rect">
              <a:avLst/>
            </a:prstGeom>
            <a:noFill/>
          </p:spPr>
          <p:txBody>
            <a:bodyPr wrap="square" rtlCol="0">
              <a:spAutoFit/>
            </a:bodyPr>
            <a:lstStyle/>
            <a:p>
              <a:r>
                <a:rPr lang="en-US" sz="2000" dirty="0"/>
                <a:t>Example:</a:t>
              </a:r>
            </a:p>
          </p:txBody>
        </p:sp>
      </p:grpSp>
    </p:spTree>
  </p:cSld>
  <p:clrMapOvr>
    <a:masterClrMapping/>
  </p:clrMapOvr>
</p:sld>
</file>

<file path=ppt/slides/slide16.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8194" name="Rectangle 2"/>
          <p:cNvSpPr>
            <a:spLocks noGrp="1" noChangeArrowheads="1"/>
          </p:cNvSpPr>
          <p:nvPr>
            <p:ph type="title"/>
          </p:nvPr>
        </p:nvSpPr>
        <p:spPr/>
        <p:txBody>
          <a:bodyPr/>
          <a:lstStyle/>
          <a:p>
            <a:r>
              <a:rPr lang="en-US" dirty="0"/>
              <a:t>Example: Burglar Alarm with CPTs</a:t>
            </a:r>
          </a:p>
        </p:txBody>
      </p:sp>
      <p:grpSp>
        <p:nvGrpSpPr>
          <p:cNvPr id="8" name="Group 7">
            <a:extLst>
              <a:ext uri="{FF2B5EF4-FFF2-40B4-BE49-F238E27FC236}">
                <a16:creationId xmlns:a16="http://schemas.microsoft.com/office/drawing/2014/main" id="{9CB77059-3E76-30A4-8C05-DDB393C4CEE8}"/>
              </a:ext>
            </a:extLst>
          </p:cNvPr>
          <p:cNvGrpSpPr/>
          <p:nvPr/>
        </p:nvGrpSpPr>
        <p:grpSpPr>
          <a:xfrm>
            <a:off x="838200" y="2057400"/>
            <a:ext cx="7808976" cy="3673474"/>
            <a:chOff x="838200" y="2057400"/>
            <a:chExt cx="7808976" cy="3673474"/>
          </a:xfrm>
        </p:grpSpPr>
        <p:grpSp>
          <p:nvGrpSpPr>
            <p:cNvPr id="7" name="Group 6">
              <a:extLst>
                <a:ext uri="{FF2B5EF4-FFF2-40B4-BE49-F238E27FC236}">
                  <a16:creationId xmlns:a16="http://schemas.microsoft.com/office/drawing/2014/main" id="{414C653E-6C81-2234-6DFB-FAE9EBE00A54}"/>
                </a:ext>
              </a:extLst>
            </p:cNvPr>
            <p:cNvGrpSpPr/>
            <p:nvPr/>
          </p:nvGrpSpPr>
          <p:grpSpPr>
            <a:xfrm>
              <a:off x="7199376" y="2295565"/>
              <a:ext cx="1447800" cy="3435309"/>
              <a:chOff x="7543800" y="1981200"/>
              <a:chExt cx="1447800" cy="3435309"/>
            </a:xfrm>
          </p:grpSpPr>
          <p:sp>
            <p:nvSpPr>
              <p:cNvPr id="3" name="TextBox 2">
                <a:extLst>
                  <a:ext uri="{FF2B5EF4-FFF2-40B4-BE49-F238E27FC236}">
                    <a16:creationId xmlns:a16="http://schemas.microsoft.com/office/drawing/2014/main" id="{4ED3375A-30A1-4A1C-B294-2CE70AEB8BBE}"/>
                  </a:ext>
                </a:extLst>
              </p:cNvPr>
              <p:cNvSpPr txBox="1"/>
              <p:nvPr/>
            </p:nvSpPr>
            <p:spPr>
              <a:xfrm>
                <a:off x="7543800" y="1981200"/>
                <a:ext cx="1371600" cy="369332"/>
              </a:xfrm>
              <a:prstGeom prst="rect">
                <a:avLst/>
              </a:prstGeom>
              <a:noFill/>
            </p:spPr>
            <p:txBody>
              <a:bodyPr wrap="square" rtlCol="0">
                <a:spAutoFit/>
              </a:bodyPr>
              <a:lstStyle/>
              <a:p>
                <a:r>
                  <a:rPr lang="en-US" dirty="0"/>
                  <a:t>No parents</a:t>
                </a:r>
              </a:p>
            </p:txBody>
          </p:sp>
          <p:sp>
            <p:nvSpPr>
              <p:cNvPr id="12" name="TextBox 11">
                <a:extLst>
                  <a:ext uri="{FF2B5EF4-FFF2-40B4-BE49-F238E27FC236}">
                    <a16:creationId xmlns:a16="http://schemas.microsoft.com/office/drawing/2014/main" id="{7FDD55BE-1752-4544-9C72-3D53419C8933}"/>
                  </a:ext>
                </a:extLst>
              </p:cNvPr>
              <p:cNvSpPr txBox="1"/>
              <p:nvPr/>
            </p:nvSpPr>
            <p:spPr>
              <a:xfrm>
                <a:off x="7609332" y="3267035"/>
                <a:ext cx="1371600" cy="369332"/>
              </a:xfrm>
              <a:prstGeom prst="rect">
                <a:avLst/>
              </a:prstGeom>
              <a:noFill/>
            </p:spPr>
            <p:txBody>
              <a:bodyPr wrap="square" rtlCol="0">
                <a:spAutoFit/>
              </a:bodyPr>
              <a:lstStyle/>
              <a:p>
                <a:r>
                  <a:rPr lang="en-US" dirty="0"/>
                  <a:t>2 parents</a:t>
                </a:r>
              </a:p>
            </p:txBody>
          </p:sp>
          <p:sp>
            <p:nvSpPr>
              <p:cNvPr id="13" name="TextBox 12">
                <a:extLst>
                  <a:ext uri="{FF2B5EF4-FFF2-40B4-BE49-F238E27FC236}">
                    <a16:creationId xmlns:a16="http://schemas.microsoft.com/office/drawing/2014/main" id="{B843393B-F349-4FCE-B840-037BC8577130}"/>
                  </a:ext>
                </a:extLst>
              </p:cNvPr>
              <p:cNvSpPr txBox="1"/>
              <p:nvPr/>
            </p:nvSpPr>
            <p:spPr>
              <a:xfrm>
                <a:off x="7620000" y="5047177"/>
                <a:ext cx="1371600" cy="369332"/>
              </a:xfrm>
              <a:prstGeom prst="rect">
                <a:avLst/>
              </a:prstGeom>
              <a:noFill/>
            </p:spPr>
            <p:txBody>
              <a:bodyPr wrap="square" rtlCol="0">
                <a:spAutoFit/>
              </a:bodyPr>
              <a:lstStyle/>
              <a:p>
                <a:r>
                  <a:rPr lang="en-US" dirty="0"/>
                  <a:t>1 parent</a:t>
                </a:r>
              </a:p>
            </p:txBody>
          </p:sp>
        </p:grpSp>
        <p:pic>
          <p:nvPicPr>
            <p:cNvPr id="4" name="Picture 3">
              <a:extLst>
                <a:ext uri="{FF2B5EF4-FFF2-40B4-BE49-F238E27FC236}">
                  <a16:creationId xmlns:a16="http://schemas.microsoft.com/office/drawing/2014/main" id="{1084D752-4A74-41F7-9BE6-6997A5CB7DA1}"/>
                </a:ext>
              </a:extLst>
            </p:cNvPr>
            <p:cNvPicPr>
              <a:picLocks noChangeAspect="1"/>
            </p:cNvPicPr>
            <p:nvPr/>
          </p:nvPicPr>
          <p:blipFill>
            <a:blip r:embed="rId3"/>
            <a:stretch>
              <a:fillRect/>
            </a:stretch>
          </p:blipFill>
          <p:spPr>
            <a:xfrm>
              <a:off x="838200" y="2057400"/>
              <a:ext cx="6031889" cy="3673474"/>
            </a:xfrm>
            <a:prstGeom prst="rect">
              <a:avLst/>
            </a:prstGeom>
          </p:spPr>
        </p:pic>
      </p:grpSp>
    </p:spTree>
  </p:cSld>
  <p:clrMapOvr>
    <a:masterClrMapping/>
  </p:clrMapOvr>
</p:sld>
</file>

<file path=ppt/slides/slide17.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10242" name="Rectangle 2"/>
          <p:cNvSpPr>
            <a:spLocks noGrp="1" noChangeArrowheads="1"/>
          </p:cNvSpPr>
          <p:nvPr>
            <p:ph type="title"/>
          </p:nvPr>
        </p:nvSpPr>
        <p:spPr/>
        <p:txBody>
          <a:bodyPr/>
          <a:lstStyle/>
          <a:p>
            <a:r>
              <a:rPr lang="en-US" dirty="0"/>
              <a:t>Extracting the Joint Probability Distribution</a:t>
            </a:r>
          </a:p>
        </p:txBody>
      </p:sp>
      <mc:AlternateContent xmlns:mc="http://schemas.openxmlformats.org/markup-compatibility/2006" xmlns:a14="http://schemas.microsoft.com/office/drawing/2010/main">
        <mc:Choice Requires="a14">
          <p:sp>
            <p:nvSpPr>
              <p:cNvPr id="10243" name="Rectangle 3"/>
              <p:cNvSpPr>
                <a:spLocks noGrp="1" noChangeArrowheads="1"/>
              </p:cNvSpPr>
              <p:nvPr>
                <p:ph idx="1"/>
              </p:nvPr>
            </p:nvSpPr>
            <p:spPr>
              <a:xfrm>
                <a:off x="628650" y="1664955"/>
                <a:ext cx="7886700" cy="2034380"/>
              </a:xfrm>
            </p:spPr>
            <p:txBody>
              <a:bodyPr>
                <a:normAutofit fontScale="85000" lnSpcReduction="10000"/>
              </a:bodyPr>
              <a:lstStyle/>
              <a:p>
                <a:r>
                  <a:rPr lang="en-US" sz="2400" dirty="0"/>
                  <a:t>For each node </a:t>
                </a:r>
                <a14:m>
                  <m:oMath xmlns:m="http://schemas.openxmlformats.org/officeDocument/2006/math">
                    <m:r>
                      <a:rPr lang="en-US" sz="2400" i="1" dirty="0" smtClean="0">
                        <a:latin typeface="Cambria Math" panose="02040503050406030204" pitchFamily="18" charset="0"/>
                      </a:rPr>
                      <m:t>𝑋</m:t>
                    </m:r>
                    <m:r>
                      <a:rPr lang="en-US" sz="2400" i="1" baseline="-25000" dirty="0">
                        <a:latin typeface="Cambria Math" panose="02040503050406030204" pitchFamily="18" charset="0"/>
                      </a:rPr>
                      <m:t>𝑖</m:t>
                    </m:r>
                  </m:oMath>
                </a14:m>
                <a:r>
                  <a:rPr lang="en-US" sz="2400" dirty="0"/>
                  <a:t>, we know the CPT </a:t>
                </a:r>
                <a14:m>
                  <m:oMath xmlns:m="http://schemas.openxmlformats.org/officeDocument/2006/math">
                    <m:r>
                      <a:rPr lang="en-US" sz="2400" b="0" i="1" dirty="0" smtClean="0">
                        <a:solidFill>
                          <a:srgbClr val="0066FF"/>
                        </a:solidFill>
                        <a:latin typeface="Cambria Math" panose="02040503050406030204" pitchFamily="18" charset="0"/>
                      </a:rPr>
                      <m:t>𝑃</m:t>
                    </m:r>
                    <m:r>
                      <a:rPr lang="en-US" sz="2400" i="1" dirty="0" smtClean="0">
                        <a:solidFill>
                          <a:srgbClr val="0066FF"/>
                        </a:solidFill>
                        <a:latin typeface="Cambria Math" panose="02040503050406030204" pitchFamily="18" charset="0"/>
                      </a:rPr>
                      <m:t>(</m:t>
                    </m:r>
                    <m:sSub>
                      <m:sSubPr>
                        <m:ctrlPr>
                          <a:rPr lang="en-US" sz="2400" b="0" i="1" dirty="0" smtClean="0">
                            <a:solidFill>
                              <a:srgbClr val="0066FF"/>
                            </a:solidFill>
                            <a:latin typeface="Cambria Math" panose="02040503050406030204" pitchFamily="18" charset="0"/>
                          </a:rPr>
                        </m:ctrlPr>
                      </m:sSubPr>
                      <m:e>
                        <m:r>
                          <a:rPr lang="en-US" sz="2400" i="1" dirty="0" smtClean="0">
                            <a:solidFill>
                              <a:srgbClr val="0066FF"/>
                            </a:solidFill>
                            <a:latin typeface="Cambria Math" panose="02040503050406030204" pitchFamily="18" charset="0"/>
                          </a:rPr>
                          <m:t>𝑋</m:t>
                        </m:r>
                      </m:e>
                      <m:sub>
                        <m:r>
                          <a:rPr lang="en-US" sz="2400" b="0" i="1" dirty="0" smtClean="0">
                            <a:solidFill>
                              <a:srgbClr val="0066FF"/>
                            </a:solidFill>
                            <a:latin typeface="Cambria Math" panose="02040503050406030204" pitchFamily="18" charset="0"/>
                          </a:rPr>
                          <m:t>𝑖</m:t>
                        </m:r>
                      </m:sub>
                    </m:sSub>
                    <m:r>
                      <a:rPr lang="en-US" sz="2400" i="1" dirty="0">
                        <a:solidFill>
                          <a:srgbClr val="0066FF"/>
                        </a:solidFill>
                        <a:latin typeface="Cambria Math" panose="02040503050406030204" pitchFamily="18" charset="0"/>
                      </a:rPr>
                      <m:t> | </m:t>
                    </m:r>
                    <m:r>
                      <a:rPr lang="en-US" sz="2400" i="1" dirty="0">
                        <a:solidFill>
                          <a:srgbClr val="0066FF"/>
                        </a:solidFill>
                        <a:latin typeface="Cambria Math" panose="02040503050406030204" pitchFamily="18" charset="0"/>
                      </a:rPr>
                      <m:t>𝑃𝑎𝑟𝑒𝑛𝑡𝑠</m:t>
                    </m:r>
                    <m:r>
                      <a:rPr lang="en-US" sz="2400" i="1" dirty="0">
                        <a:solidFill>
                          <a:srgbClr val="0066FF"/>
                        </a:solidFill>
                        <a:latin typeface="Cambria Math" panose="02040503050406030204" pitchFamily="18" charset="0"/>
                      </a:rPr>
                      <m:t>(</m:t>
                    </m:r>
                    <m:sSub>
                      <m:sSubPr>
                        <m:ctrlPr>
                          <a:rPr lang="en-US" sz="2400" b="0" i="1" dirty="0" smtClean="0">
                            <a:solidFill>
                              <a:srgbClr val="0066FF"/>
                            </a:solidFill>
                            <a:latin typeface="Cambria Math" panose="02040503050406030204" pitchFamily="18" charset="0"/>
                          </a:rPr>
                        </m:ctrlPr>
                      </m:sSubPr>
                      <m:e>
                        <m:r>
                          <a:rPr lang="en-US" sz="2400" i="1" dirty="0">
                            <a:solidFill>
                              <a:srgbClr val="0066FF"/>
                            </a:solidFill>
                            <a:latin typeface="Cambria Math" panose="02040503050406030204" pitchFamily="18" charset="0"/>
                          </a:rPr>
                          <m:t>𝑋</m:t>
                        </m:r>
                      </m:e>
                      <m:sub>
                        <m:r>
                          <a:rPr lang="en-US" sz="2400" b="0" i="1" dirty="0" smtClean="0">
                            <a:solidFill>
                              <a:srgbClr val="0066FF"/>
                            </a:solidFill>
                            <a:latin typeface="Cambria Math" panose="02040503050406030204" pitchFamily="18" charset="0"/>
                          </a:rPr>
                          <m:t>𝑖</m:t>
                        </m:r>
                      </m:sub>
                    </m:sSub>
                    <m:r>
                      <a:rPr lang="en-US" sz="2400" i="1" dirty="0">
                        <a:solidFill>
                          <a:srgbClr val="0066FF"/>
                        </a:solidFill>
                        <a:latin typeface="Cambria Math" panose="02040503050406030204" pitchFamily="18" charset="0"/>
                      </a:rPr>
                      <m:t>))</m:t>
                    </m:r>
                  </m:oMath>
                </a14:m>
                <a:endParaRPr lang="en-US" sz="2400" dirty="0">
                  <a:solidFill>
                    <a:srgbClr val="0066FF"/>
                  </a:solidFill>
                </a:endParaRPr>
              </a:p>
              <a:p>
                <a:r>
                  <a:rPr lang="en-US" sz="2400" dirty="0"/>
                  <a:t>How do we get the full joint distribution </a:t>
                </a:r>
                <a14:m>
                  <m:oMath xmlns:m="http://schemas.openxmlformats.org/officeDocument/2006/math">
                    <m:r>
                      <a:rPr lang="en-US" sz="2400" i="1" dirty="0" smtClean="0">
                        <a:solidFill>
                          <a:srgbClr val="0066FF"/>
                        </a:solidFill>
                        <a:latin typeface="Cambria Math" panose="02040503050406030204" pitchFamily="18" charset="0"/>
                      </a:rPr>
                      <m:t>𝑃</m:t>
                    </m:r>
                    <m:r>
                      <a:rPr lang="en-US" sz="2400" i="1" dirty="0" smtClean="0">
                        <a:solidFill>
                          <a:srgbClr val="0066FF"/>
                        </a:solidFill>
                        <a:latin typeface="Cambria Math" panose="02040503050406030204" pitchFamily="18" charset="0"/>
                      </a:rPr>
                      <m:t>(</m:t>
                    </m:r>
                    <m:r>
                      <a:rPr lang="en-US" sz="2400" i="1" dirty="0" smtClean="0">
                        <a:solidFill>
                          <a:srgbClr val="0066FF"/>
                        </a:solidFill>
                        <a:latin typeface="Cambria Math" panose="02040503050406030204" pitchFamily="18" charset="0"/>
                      </a:rPr>
                      <m:t>𝑋</m:t>
                    </m:r>
                    <m:r>
                      <a:rPr lang="en-US" sz="2400" i="1" baseline="-25000" dirty="0">
                        <a:solidFill>
                          <a:srgbClr val="0066FF"/>
                        </a:solidFill>
                        <a:latin typeface="Cambria Math" panose="02040503050406030204" pitchFamily="18" charset="0"/>
                      </a:rPr>
                      <m:t>1</m:t>
                    </m:r>
                    <m:r>
                      <a:rPr lang="en-US" sz="2400" i="1" dirty="0">
                        <a:solidFill>
                          <a:srgbClr val="0066FF"/>
                        </a:solidFill>
                        <a:latin typeface="Cambria Math" panose="02040503050406030204" pitchFamily="18" charset="0"/>
                      </a:rPr>
                      <m:t>, …, </m:t>
                    </m:r>
                    <m:r>
                      <a:rPr lang="en-US" sz="2400" i="1" dirty="0">
                        <a:solidFill>
                          <a:srgbClr val="0066FF"/>
                        </a:solidFill>
                        <a:latin typeface="Cambria Math" panose="02040503050406030204" pitchFamily="18" charset="0"/>
                      </a:rPr>
                      <m:t>𝑋𝑛</m:t>
                    </m:r>
                    <m:r>
                      <a:rPr lang="en-US" sz="2400" i="1" dirty="0">
                        <a:solidFill>
                          <a:srgbClr val="0066FF"/>
                        </a:solidFill>
                        <a:latin typeface="Cambria Math" panose="02040503050406030204" pitchFamily="18" charset="0"/>
                      </a:rPr>
                      <m:t>)</m:t>
                    </m:r>
                  </m:oMath>
                </a14:m>
                <a:r>
                  <a:rPr lang="en-US" sz="2400" dirty="0"/>
                  <a:t>?</a:t>
                </a:r>
              </a:p>
              <a:p>
                <a:endParaRPr lang="en-US" sz="2400" dirty="0"/>
              </a:p>
              <a:p>
                <a:r>
                  <a:rPr lang="en-US" sz="2400" dirty="0"/>
                  <a:t>Using chain rule, but only depends on parents:</a:t>
                </a:r>
              </a:p>
              <a:p>
                <a:pPr marL="0" indent="0">
                  <a:buNone/>
                </a:pPr>
                <a14:m>
                  <m:oMathPara xmlns:m="http://schemas.openxmlformats.org/officeDocument/2006/math">
                    <m:oMathParaPr>
                      <m:jc m:val="centerGroup"/>
                    </m:oMathParaPr>
                    <m:oMath xmlns:m="http://schemas.openxmlformats.org/officeDocument/2006/math">
                      <m:r>
                        <a:rPr lang="en-US" sz="2000" i="1" smtClean="0">
                          <a:solidFill>
                            <a:srgbClr val="000000"/>
                          </a:solidFill>
                          <a:latin typeface="Cambria Math" panose="02040503050406030204" pitchFamily="18" charset="0"/>
                        </a:rPr>
                        <m:t>𝑃</m:t>
                      </m:r>
                      <m:r>
                        <a:rPr lang="en-US" sz="2000" i="1" smtClean="0">
                          <a:solidFill>
                            <a:srgbClr val="000000"/>
                          </a:solidFill>
                          <a:latin typeface="Cambria Math" panose="02040503050406030204" pitchFamily="18" charset="0"/>
                        </a:rPr>
                        <m:t>(</m:t>
                      </m:r>
                      <m:sSub>
                        <m:sSubPr>
                          <m:ctrlPr>
                            <a:rPr lang="en-US" sz="2000" i="1">
                              <a:solidFill>
                                <a:srgbClr val="000000"/>
                              </a:solidFill>
                              <a:latin typeface="Cambria Math" panose="02040503050406030204" pitchFamily="18" charset="0"/>
                            </a:rPr>
                          </m:ctrlPr>
                        </m:sSubPr>
                        <m:e>
                          <m:r>
                            <a:rPr lang="en-US" sz="2000" i="1">
                              <a:solidFill>
                                <a:srgbClr val="000000"/>
                              </a:solidFill>
                              <a:latin typeface="Cambria Math" panose="02040503050406030204" pitchFamily="18" charset="0"/>
                            </a:rPr>
                            <m:t>𝑋</m:t>
                          </m:r>
                        </m:e>
                        <m:sub>
                          <m:r>
                            <a:rPr lang="en-US" sz="2000" i="1">
                              <a:solidFill>
                                <a:srgbClr val="000000"/>
                              </a:solidFill>
                              <a:latin typeface="Cambria Math" panose="02040503050406030204" pitchFamily="18" charset="0"/>
                            </a:rPr>
                            <m:t>1</m:t>
                          </m:r>
                        </m:sub>
                      </m:sSub>
                      <m:r>
                        <a:rPr lang="en-US" sz="2000" i="1">
                          <a:solidFill>
                            <a:srgbClr val="000000"/>
                          </a:solidFill>
                          <a:latin typeface="Cambria Math" panose="02040503050406030204" pitchFamily="18" charset="0"/>
                        </a:rPr>
                        <m:t>,…,</m:t>
                      </m:r>
                      <m:sSub>
                        <m:sSubPr>
                          <m:ctrlPr>
                            <a:rPr lang="en-US" sz="2000" i="1">
                              <a:solidFill>
                                <a:srgbClr val="000000"/>
                              </a:solidFill>
                              <a:latin typeface="Cambria Math" panose="02040503050406030204" pitchFamily="18" charset="0"/>
                            </a:rPr>
                          </m:ctrlPr>
                        </m:sSubPr>
                        <m:e>
                          <m:r>
                            <a:rPr lang="en-US" sz="2000" i="1">
                              <a:solidFill>
                                <a:srgbClr val="000000"/>
                              </a:solidFill>
                              <a:latin typeface="Cambria Math" panose="02040503050406030204" pitchFamily="18" charset="0"/>
                            </a:rPr>
                            <m:t>𝑋</m:t>
                          </m:r>
                        </m:e>
                        <m:sub>
                          <m:r>
                            <a:rPr lang="en-US" sz="2000" i="1">
                              <a:solidFill>
                                <a:srgbClr val="000000"/>
                              </a:solidFill>
                              <a:latin typeface="Cambria Math" panose="02040503050406030204" pitchFamily="18" charset="0"/>
                            </a:rPr>
                            <m:t>𝑛</m:t>
                          </m:r>
                        </m:sub>
                      </m:sSub>
                      <m:r>
                        <a:rPr lang="en-US" sz="2000" i="1">
                          <a:solidFill>
                            <a:srgbClr val="000000"/>
                          </a:solidFill>
                          <a:latin typeface="Cambria Math" panose="02040503050406030204" pitchFamily="18" charset="0"/>
                        </a:rPr>
                        <m:t>)=</m:t>
                      </m:r>
                      <m:nary>
                        <m:naryPr>
                          <m:chr m:val="∏"/>
                          <m:ctrlPr>
                            <a:rPr lang="en-US" sz="2000" i="1">
                              <a:solidFill>
                                <a:srgbClr val="000000"/>
                              </a:solidFill>
                              <a:latin typeface="Cambria Math" panose="02040503050406030204" pitchFamily="18" charset="0"/>
                            </a:rPr>
                          </m:ctrlPr>
                        </m:naryPr>
                        <m:sub>
                          <m:r>
                            <a:rPr lang="en-US" sz="2000" i="1">
                              <a:solidFill>
                                <a:srgbClr val="000000"/>
                              </a:solidFill>
                              <a:latin typeface="Cambria Math" panose="02040503050406030204" pitchFamily="18" charset="0"/>
                            </a:rPr>
                            <m:t>𝑖</m:t>
                          </m:r>
                          <m:r>
                            <a:rPr lang="en-US" sz="2000" i="1">
                              <a:solidFill>
                                <a:srgbClr val="000000"/>
                              </a:solidFill>
                              <a:latin typeface="Cambria Math" panose="02040503050406030204" pitchFamily="18" charset="0"/>
                            </a:rPr>
                            <m:t>=1</m:t>
                          </m:r>
                        </m:sub>
                        <m:sup>
                          <m:r>
                            <a:rPr lang="en-US" sz="2000" i="1">
                              <a:solidFill>
                                <a:srgbClr val="000000"/>
                              </a:solidFill>
                              <a:latin typeface="Cambria Math" panose="02040503050406030204" pitchFamily="18" charset="0"/>
                            </a:rPr>
                            <m:t>𝑛</m:t>
                          </m:r>
                        </m:sup>
                        <m:e>
                          <m:r>
                            <a:rPr lang="en-US" sz="2000" i="1">
                              <a:solidFill>
                                <a:srgbClr val="000000"/>
                              </a:solidFill>
                              <a:latin typeface="Cambria Math" panose="02040503050406030204" pitchFamily="18" charset="0"/>
                            </a:rPr>
                            <m:t>𝑃</m:t>
                          </m:r>
                          <m:d>
                            <m:dPr>
                              <m:ctrlPr>
                                <a:rPr lang="en-US" sz="2000" i="1">
                                  <a:solidFill>
                                    <a:srgbClr val="000000"/>
                                  </a:solidFill>
                                  <a:latin typeface="Cambria Math" panose="02040503050406030204" pitchFamily="18" charset="0"/>
                                </a:rPr>
                              </m:ctrlPr>
                            </m:dPr>
                            <m:e>
                              <m:sSub>
                                <m:sSubPr>
                                  <m:ctrlPr>
                                    <a:rPr lang="en-US" sz="2000" i="1">
                                      <a:solidFill>
                                        <a:srgbClr val="000000"/>
                                      </a:solidFill>
                                      <a:latin typeface="Cambria Math" panose="02040503050406030204" pitchFamily="18" charset="0"/>
                                    </a:rPr>
                                  </m:ctrlPr>
                                </m:sSubPr>
                                <m:e>
                                  <m:r>
                                    <a:rPr lang="en-US" sz="2000" i="1">
                                      <a:solidFill>
                                        <a:srgbClr val="000000"/>
                                      </a:solidFill>
                                      <a:latin typeface="Cambria Math" panose="02040503050406030204" pitchFamily="18" charset="0"/>
                                    </a:rPr>
                                    <m:t>𝑋</m:t>
                                  </m:r>
                                </m:e>
                                <m:sub>
                                  <m:r>
                                    <a:rPr lang="en-US" sz="2000" i="1">
                                      <a:solidFill>
                                        <a:srgbClr val="000000"/>
                                      </a:solidFill>
                                      <a:latin typeface="Cambria Math" panose="02040503050406030204" pitchFamily="18" charset="0"/>
                                    </a:rPr>
                                    <m:t>𝑖</m:t>
                                  </m:r>
                                </m:sub>
                              </m:sSub>
                              <m:r>
                                <a:rPr lang="en-US" sz="2000" i="1">
                                  <a:solidFill>
                                    <a:srgbClr val="000000"/>
                                  </a:solidFill>
                                  <a:latin typeface="Cambria Math" panose="02040503050406030204" pitchFamily="18" charset="0"/>
                                </a:rPr>
                                <m:t>|</m:t>
                              </m:r>
                              <m:r>
                                <a:rPr lang="en-US" sz="2000" i="1">
                                  <a:solidFill>
                                    <a:srgbClr val="000000"/>
                                  </a:solidFill>
                                  <a:latin typeface="Cambria Math" panose="02040503050406030204" pitchFamily="18" charset="0"/>
                                </a:rPr>
                                <m:t>𝑃𝑎𝑟𝑒𝑛𝑡𝑠</m:t>
                              </m:r>
                              <m:r>
                                <a:rPr lang="en-US" sz="2000" i="1">
                                  <a:solidFill>
                                    <a:srgbClr val="000000"/>
                                  </a:solidFill>
                                  <a:latin typeface="Cambria Math" panose="02040503050406030204" pitchFamily="18" charset="0"/>
                                </a:rPr>
                                <m:t>(</m:t>
                              </m:r>
                              <m:sSub>
                                <m:sSubPr>
                                  <m:ctrlPr>
                                    <a:rPr lang="en-US" sz="2000" i="1">
                                      <a:solidFill>
                                        <a:srgbClr val="000000"/>
                                      </a:solidFill>
                                      <a:latin typeface="Cambria Math" panose="02040503050406030204" pitchFamily="18" charset="0"/>
                                    </a:rPr>
                                  </m:ctrlPr>
                                </m:sSubPr>
                                <m:e>
                                  <m:r>
                                    <a:rPr lang="en-US" sz="2000" i="1">
                                      <a:solidFill>
                                        <a:srgbClr val="000000"/>
                                      </a:solidFill>
                                      <a:latin typeface="Cambria Math" panose="02040503050406030204" pitchFamily="18" charset="0"/>
                                    </a:rPr>
                                    <m:t>𝑋</m:t>
                                  </m:r>
                                </m:e>
                                <m:sub>
                                  <m:r>
                                    <a:rPr lang="en-US" sz="2000" i="1">
                                      <a:solidFill>
                                        <a:srgbClr val="000000"/>
                                      </a:solidFill>
                                      <a:latin typeface="Cambria Math" panose="02040503050406030204" pitchFamily="18" charset="0"/>
                                    </a:rPr>
                                    <m:t>𝑖</m:t>
                                  </m:r>
                                </m:sub>
                              </m:sSub>
                              <m:r>
                                <a:rPr lang="en-US" sz="2000" i="1">
                                  <a:solidFill>
                                    <a:srgbClr val="000000"/>
                                  </a:solidFill>
                                  <a:latin typeface="Cambria Math" panose="02040503050406030204" pitchFamily="18" charset="0"/>
                                </a:rPr>
                                <m:t>)</m:t>
                              </m:r>
                            </m:e>
                          </m:d>
                        </m:e>
                      </m:nary>
                    </m:oMath>
                  </m:oMathPara>
                </a14:m>
                <a:endParaRPr lang="en-US" sz="2400" dirty="0"/>
              </a:p>
              <a:p>
                <a:pPr marL="0" indent="0">
                  <a:buNone/>
                </a:pPr>
                <a:endParaRPr lang="en-US" sz="2400" dirty="0"/>
              </a:p>
              <a:p>
                <a:pPr marL="0" indent="0">
                  <a:buNone/>
                </a:pPr>
                <a:endParaRPr lang="en-US" sz="2400" dirty="0">
                  <a:solidFill>
                    <a:srgbClr val="0066FF"/>
                  </a:solidFill>
                </a:endParaRPr>
              </a:p>
              <a:p>
                <a:pPr marL="0" indent="0">
                  <a:buNone/>
                </a:pPr>
                <a:endParaRPr lang="en-US" sz="2400" dirty="0">
                  <a:solidFill>
                    <a:srgbClr val="0066FF"/>
                  </a:solidFill>
                </a:endParaRPr>
              </a:p>
              <a:p>
                <a:pPr marL="0" indent="0">
                  <a:buNone/>
                </a:pPr>
                <a:endParaRPr lang="en-US" sz="2400" dirty="0">
                  <a:solidFill>
                    <a:srgbClr val="0066FF"/>
                  </a:solidFill>
                </a:endParaRPr>
              </a:p>
              <a:p>
                <a:pPr marL="0" indent="0">
                  <a:buNone/>
                </a:pPr>
                <a:endParaRPr lang="en-US" sz="2400" dirty="0">
                  <a:solidFill>
                    <a:srgbClr val="0066FF"/>
                  </a:solidFill>
                </a:endParaRPr>
              </a:p>
              <a:p>
                <a:pPr marL="0" indent="0">
                  <a:buNone/>
                </a:pPr>
                <a:endParaRPr lang="en-US" sz="2400" dirty="0">
                  <a:solidFill>
                    <a:srgbClr val="0066FF"/>
                  </a:solidFill>
                </a:endParaRPr>
              </a:p>
            </p:txBody>
          </p:sp>
        </mc:Choice>
        <mc:Fallback xmlns="">
          <p:sp>
            <p:nvSpPr>
              <p:cNvPr id="10243" name="Rectangle 3"/>
              <p:cNvSpPr>
                <a:spLocks noGrp="1" noRot="1" noChangeAspect="1" noMove="1" noResize="1" noEditPoints="1" noAdjustHandles="1" noChangeArrowheads="1" noChangeShapeType="1" noTextEdit="1"/>
              </p:cNvSpPr>
              <p:nvPr>
                <p:ph idx="1"/>
              </p:nvPr>
            </p:nvSpPr>
            <p:spPr>
              <a:xfrm>
                <a:off x="628650" y="1664955"/>
                <a:ext cx="7886700" cy="2034380"/>
              </a:xfrm>
              <a:blipFill>
                <a:blip r:embed="rId3"/>
                <a:stretch>
                  <a:fillRect l="-696" t="-4192"/>
                </a:stretch>
              </a:blipFill>
            </p:spPr>
            <p:txBody>
              <a:bodyPr/>
              <a:lstStyle/>
              <a:p>
                <a:r>
                  <a:rPr lang="en-US">
                    <a:noFill/>
                  </a:rPr>
                  <a:t> </a:t>
                </a:r>
              </a:p>
            </p:txBody>
          </p:sp>
        </mc:Fallback>
      </mc:AlternateContent>
      <p:grpSp>
        <p:nvGrpSpPr>
          <p:cNvPr id="11" name="Group 10">
            <a:extLst>
              <a:ext uri="{FF2B5EF4-FFF2-40B4-BE49-F238E27FC236}">
                <a16:creationId xmlns:a16="http://schemas.microsoft.com/office/drawing/2014/main" id="{0821E76E-CAAA-67CA-9753-F3C317A57904}"/>
              </a:ext>
            </a:extLst>
          </p:cNvPr>
          <p:cNvGrpSpPr/>
          <p:nvPr/>
        </p:nvGrpSpPr>
        <p:grpSpPr>
          <a:xfrm>
            <a:off x="1143000" y="3946659"/>
            <a:ext cx="6858000" cy="2552077"/>
            <a:chOff x="1555708" y="3810275"/>
            <a:chExt cx="6858000" cy="2552077"/>
          </a:xfrm>
        </p:grpSpPr>
        <p:grpSp>
          <p:nvGrpSpPr>
            <p:cNvPr id="6" name="Group 5">
              <a:extLst>
                <a:ext uri="{FF2B5EF4-FFF2-40B4-BE49-F238E27FC236}">
                  <a16:creationId xmlns:a16="http://schemas.microsoft.com/office/drawing/2014/main" id="{8858A1F2-34F6-6D18-5BBB-2FD8DEB9F506}"/>
                </a:ext>
                <a:ext uri="{C183D7F6-B498-43B3-948B-1728B52AA6E4}">
                  <adec:decorative xmlns:adec="http://schemas.microsoft.com/office/drawing/2017/decorative" val="1"/>
                </a:ext>
              </a:extLst>
            </p:cNvPr>
            <p:cNvGrpSpPr/>
            <p:nvPr/>
          </p:nvGrpSpPr>
          <p:grpSpPr>
            <a:xfrm>
              <a:off x="6173651" y="4191000"/>
              <a:ext cx="1676400" cy="1302544"/>
              <a:chOff x="4724400" y="4488656"/>
              <a:chExt cx="1676400" cy="1302544"/>
            </a:xfrm>
          </p:grpSpPr>
          <p:sp>
            <p:nvSpPr>
              <p:cNvPr id="2" name="Arrow: Down 1">
                <a:extLst>
                  <a:ext uri="{FF2B5EF4-FFF2-40B4-BE49-F238E27FC236}">
                    <a16:creationId xmlns:a16="http://schemas.microsoft.com/office/drawing/2014/main" id="{F56116CA-F804-4AC3-91F0-CEE199689833}"/>
                  </a:ext>
                </a:extLst>
              </p:cNvPr>
              <p:cNvSpPr/>
              <p:nvPr/>
            </p:nvSpPr>
            <p:spPr>
              <a:xfrm>
                <a:off x="4724400" y="4488656"/>
                <a:ext cx="381000" cy="1302544"/>
              </a:xfrm>
              <a:prstGeom prst="downArrow">
                <a:avLst/>
              </a:prstGeom>
            </p:spPr>
            <p:style>
              <a:lnRef idx="2">
                <a:schemeClr val="accent1">
                  <a:shade val="50000"/>
                </a:schemeClr>
              </a:lnRef>
              <a:fillRef idx="1">
                <a:schemeClr val="accent1"/>
              </a:fillRef>
              <a:effectRef idx="0">
                <a:schemeClr val="accent1"/>
              </a:effectRef>
              <a:fontRef idx="minor">
                <a:schemeClr val="lt1"/>
              </a:fontRef>
            </p:style>
            <p:txBody>
              <a:bodyPr rtlCol="0" anchor="ctr"/>
              <a:lstStyle/>
              <a:p>
                <a:pPr algn="ctr"/>
                <a:endParaRPr lang="en-US" dirty="0"/>
              </a:p>
            </p:txBody>
          </p:sp>
          <p:sp>
            <p:nvSpPr>
              <p:cNvPr id="3" name="TextBox 2">
                <a:extLst>
                  <a:ext uri="{FF2B5EF4-FFF2-40B4-BE49-F238E27FC236}">
                    <a16:creationId xmlns:a16="http://schemas.microsoft.com/office/drawing/2014/main" id="{998769C2-CB76-4D1D-B127-0440724FA643}"/>
                  </a:ext>
                </a:extLst>
              </p:cNvPr>
              <p:cNvSpPr txBox="1"/>
              <p:nvPr/>
            </p:nvSpPr>
            <p:spPr>
              <a:xfrm>
                <a:off x="5181600" y="4566278"/>
                <a:ext cx="1219200" cy="923330"/>
              </a:xfrm>
              <a:prstGeom prst="rect">
                <a:avLst/>
              </a:prstGeom>
              <a:noFill/>
            </p:spPr>
            <p:txBody>
              <a:bodyPr wrap="square" rtlCol="0">
                <a:spAutoFit/>
              </a:bodyPr>
              <a:lstStyle/>
              <a:p>
                <a:r>
                  <a:rPr lang="en-US" dirty="0"/>
                  <a:t>Construct following arrows</a:t>
                </a:r>
              </a:p>
            </p:txBody>
          </p:sp>
        </p:grpSp>
        <p:pic>
          <p:nvPicPr>
            <p:cNvPr id="4" name="Picture 3">
              <a:extLst>
                <a:ext uri="{FF2B5EF4-FFF2-40B4-BE49-F238E27FC236}">
                  <a16:creationId xmlns:a16="http://schemas.microsoft.com/office/drawing/2014/main" id="{F8DD59E2-655D-6529-E79F-0648886247EB}"/>
                </a:ext>
              </a:extLst>
            </p:cNvPr>
            <p:cNvPicPr>
              <a:picLocks noChangeAspect="1"/>
            </p:cNvPicPr>
            <p:nvPr/>
          </p:nvPicPr>
          <p:blipFill>
            <a:blip r:embed="rId4"/>
            <a:stretch>
              <a:fillRect/>
            </a:stretch>
          </p:blipFill>
          <p:spPr>
            <a:xfrm>
              <a:off x="2553788" y="3899693"/>
              <a:ext cx="3371125" cy="2034380"/>
            </a:xfrm>
            <a:prstGeom prst="rect">
              <a:avLst/>
            </a:prstGeom>
          </p:spPr>
        </p:pic>
        <p:sp>
          <p:nvSpPr>
            <p:cNvPr id="7" name="TextBox 6">
              <a:extLst>
                <a:ext uri="{FF2B5EF4-FFF2-40B4-BE49-F238E27FC236}">
                  <a16:creationId xmlns:a16="http://schemas.microsoft.com/office/drawing/2014/main" id="{EA4F8C34-414D-F129-5C65-E71CC8A6B8CA}"/>
                </a:ext>
              </a:extLst>
            </p:cNvPr>
            <p:cNvSpPr txBox="1"/>
            <p:nvPr/>
          </p:nvSpPr>
          <p:spPr>
            <a:xfrm>
              <a:off x="1568268" y="3810275"/>
              <a:ext cx="1473563" cy="369332"/>
            </a:xfrm>
            <a:prstGeom prst="rect">
              <a:avLst/>
            </a:prstGeom>
            <a:noFill/>
          </p:spPr>
          <p:txBody>
            <a:bodyPr wrap="square">
              <a:spAutoFit/>
            </a:bodyPr>
            <a:lstStyle/>
            <a:p>
              <a:r>
                <a:rPr lang="en-US" sz="1800" dirty="0"/>
                <a:t>Example:</a:t>
              </a:r>
            </a:p>
          </p:txBody>
        </p:sp>
        <mc:AlternateContent xmlns:mc="http://schemas.openxmlformats.org/markup-compatibility/2006" xmlns:a14="http://schemas.microsoft.com/office/drawing/2010/main">
          <mc:Choice Requires="a14">
            <p:sp>
              <p:nvSpPr>
                <p:cNvPr id="10" name="TextBox 9">
                  <a:extLst>
                    <a:ext uri="{FF2B5EF4-FFF2-40B4-BE49-F238E27FC236}">
                      <a16:creationId xmlns:a16="http://schemas.microsoft.com/office/drawing/2014/main" id="{EB91B0F5-84F2-44D3-C857-A388E8537EA4}"/>
                    </a:ext>
                  </a:extLst>
                </p:cNvPr>
                <p:cNvSpPr txBox="1"/>
                <p:nvPr/>
              </p:nvSpPr>
              <p:spPr>
                <a:xfrm>
                  <a:off x="1555708" y="5993020"/>
                  <a:ext cx="6858000" cy="369332"/>
                </a:xfrm>
                <a:prstGeom prst="rect">
                  <a:avLst/>
                </a:prstGeom>
                <a:noFill/>
              </p:spPr>
              <p:txBody>
                <a:bodyPr wrap="square">
                  <a:spAutoFit/>
                </a:bodyPr>
                <a:lstStyle/>
                <a:p>
                  <a:pPr marL="0" indent="0">
                    <a:buNone/>
                  </a:pPr>
                  <a14:m>
                    <m:oMathPara xmlns:m="http://schemas.openxmlformats.org/officeDocument/2006/math">
                      <m:oMathParaPr>
                        <m:jc m:val="centerGroup"/>
                      </m:oMathParaPr>
                      <m:oMath xmlns:m="http://schemas.openxmlformats.org/officeDocument/2006/math">
                        <m:r>
                          <a:rPr lang="en-US" i="1" dirty="0" smtClean="0">
                            <a:latin typeface="Cambria Math" panose="02040503050406030204" pitchFamily="18" charset="0"/>
                          </a:rPr>
                          <m:t>𝑃</m:t>
                        </m:r>
                        <m:r>
                          <a:rPr lang="en-US" i="1" dirty="0" smtClean="0">
                            <a:latin typeface="Cambria Math" panose="02040503050406030204" pitchFamily="18" charset="0"/>
                          </a:rPr>
                          <m:t>(</m:t>
                        </m:r>
                        <m:r>
                          <a:rPr lang="en-US" b="0" i="1" dirty="0" smtClean="0">
                            <a:latin typeface="Cambria Math" panose="02040503050406030204" pitchFamily="18" charset="0"/>
                          </a:rPr>
                          <m:t>𝐽</m:t>
                        </m:r>
                        <m:r>
                          <a:rPr lang="en-US" i="1" dirty="0">
                            <a:latin typeface="Cambria Math" panose="02040503050406030204" pitchFamily="18" charset="0"/>
                          </a:rPr>
                          <m:t>, </m:t>
                        </m:r>
                        <m:r>
                          <a:rPr lang="en-US" b="0" i="1" dirty="0" smtClean="0">
                            <a:latin typeface="Cambria Math" panose="02040503050406030204" pitchFamily="18" charset="0"/>
                          </a:rPr>
                          <m:t>𝑀</m:t>
                        </m:r>
                        <m:r>
                          <a:rPr lang="en-US" i="1" dirty="0">
                            <a:latin typeface="Cambria Math" panose="02040503050406030204" pitchFamily="18" charset="0"/>
                          </a:rPr>
                          <m:t>, </m:t>
                        </m:r>
                        <m:r>
                          <a:rPr lang="en-US" b="0" i="1" dirty="0" smtClean="0">
                            <a:latin typeface="Cambria Math" panose="02040503050406030204" pitchFamily="18" charset="0"/>
                          </a:rPr>
                          <m:t>𝐴</m:t>
                        </m:r>
                        <m:r>
                          <a:rPr lang="en-US" i="1" dirty="0">
                            <a:latin typeface="Cambria Math" panose="02040503050406030204" pitchFamily="18" charset="0"/>
                          </a:rPr>
                          <m:t>, </m:t>
                        </m:r>
                        <m:r>
                          <a:rPr lang="en-US" b="0" i="1" dirty="0" smtClean="0">
                            <a:latin typeface="Cambria Math" panose="02040503050406030204" pitchFamily="18" charset="0"/>
                          </a:rPr>
                          <m:t>𝐵</m:t>
                        </m:r>
                        <m:r>
                          <a:rPr lang="en-US" i="1" dirty="0">
                            <a:latin typeface="Cambria Math" panose="02040503050406030204" pitchFamily="18" charset="0"/>
                          </a:rPr>
                          <m:t>, </m:t>
                        </m:r>
                        <m:r>
                          <a:rPr lang="en-US" b="0" i="1" dirty="0" smtClean="0">
                            <a:latin typeface="Cambria Math" panose="02040503050406030204" pitchFamily="18" charset="0"/>
                          </a:rPr>
                          <m:t>𝐸</m:t>
                        </m:r>
                        <m:r>
                          <a:rPr lang="en-US" i="1" dirty="0">
                            <a:latin typeface="Cambria Math" panose="02040503050406030204" pitchFamily="18" charset="0"/>
                          </a:rPr>
                          <m:t>) = </m:t>
                        </m:r>
                        <m:r>
                          <a:rPr lang="en-US" i="1" dirty="0">
                            <a:latin typeface="Cambria Math" panose="02040503050406030204" pitchFamily="18" charset="0"/>
                          </a:rPr>
                          <m:t>𝑃</m:t>
                        </m:r>
                        <m:r>
                          <a:rPr lang="en-US" i="1" dirty="0">
                            <a:latin typeface="Cambria Math" panose="02040503050406030204" pitchFamily="18" charset="0"/>
                          </a:rPr>
                          <m:t>(</m:t>
                        </m:r>
                        <m:r>
                          <a:rPr lang="en-US" b="0" i="1" dirty="0" smtClean="0">
                            <a:latin typeface="Cambria Math" panose="02040503050406030204" pitchFamily="18" charset="0"/>
                          </a:rPr>
                          <m:t>𝐵</m:t>
                        </m:r>
                        <m:r>
                          <a:rPr lang="en-US" i="1" dirty="0">
                            <a:latin typeface="Cambria Math" panose="02040503050406030204" pitchFamily="18" charset="0"/>
                          </a:rPr>
                          <m:t>) </m:t>
                        </m:r>
                        <m:r>
                          <a:rPr lang="en-US" i="1" dirty="0">
                            <a:latin typeface="Cambria Math" panose="02040503050406030204" pitchFamily="18" charset="0"/>
                          </a:rPr>
                          <m:t>𝑃</m:t>
                        </m:r>
                        <m:r>
                          <a:rPr lang="en-US" i="1" dirty="0">
                            <a:latin typeface="Cambria Math" panose="02040503050406030204" pitchFamily="18" charset="0"/>
                          </a:rPr>
                          <m:t>(</m:t>
                        </m:r>
                        <m:r>
                          <a:rPr lang="en-US" b="0" i="1" dirty="0" smtClean="0">
                            <a:latin typeface="Cambria Math" panose="02040503050406030204" pitchFamily="18" charset="0"/>
                          </a:rPr>
                          <m:t>𝐸</m:t>
                        </m:r>
                        <m:r>
                          <a:rPr lang="en-US" i="1" dirty="0">
                            <a:latin typeface="Cambria Math" panose="02040503050406030204" pitchFamily="18" charset="0"/>
                          </a:rPr>
                          <m:t>) </m:t>
                        </m:r>
                        <m:r>
                          <a:rPr lang="en-US" i="1" dirty="0">
                            <a:latin typeface="Cambria Math" panose="02040503050406030204" pitchFamily="18" charset="0"/>
                          </a:rPr>
                          <m:t>𝑃</m:t>
                        </m:r>
                        <m:r>
                          <a:rPr lang="en-US" i="1" dirty="0">
                            <a:latin typeface="Cambria Math" panose="02040503050406030204" pitchFamily="18" charset="0"/>
                          </a:rPr>
                          <m:t>(</m:t>
                        </m:r>
                        <m:r>
                          <a:rPr lang="en-US" b="0" i="1" dirty="0" smtClean="0">
                            <a:latin typeface="Cambria Math" panose="02040503050406030204" pitchFamily="18" charset="0"/>
                          </a:rPr>
                          <m:t>𝐴</m:t>
                        </m:r>
                        <m:r>
                          <a:rPr lang="en-US" i="1" dirty="0">
                            <a:latin typeface="Cambria Math" panose="02040503050406030204" pitchFamily="18" charset="0"/>
                          </a:rPr>
                          <m:t> | </m:t>
                        </m:r>
                        <m:r>
                          <a:rPr lang="en-US" b="0" i="1" dirty="0" smtClean="0">
                            <a:latin typeface="Cambria Math" panose="02040503050406030204" pitchFamily="18" charset="0"/>
                          </a:rPr>
                          <m:t>𝐵</m:t>
                        </m:r>
                        <m:r>
                          <a:rPr lang="en-US" i="1" dirty="0">
                            <a:latin typeface="Cambria Math" panose="02040503050406030204" pitchFamily="18" charset="0"/>
                          </a:rPr>
                          <m:t>, </m:t>
                        </m:r>
                        <m:r>
                          <a:rPr lang="en-US" b="0" i="1" dirty="0" smtClean="0">
                            <a:latin typeface="Cambria Math" panose="02040503050406030204" pitchFamily="18" charset="0"/>
                          </a:rPr>
                          <m:t>𝐸</m:t>
                        </m:r>
                        <m:r>
                          <a:rPr lang="en-US" i="1" dirty="0">
                            <a:latin typeface="Cambria Math" panose="02040503050406030204" pitchFamily="18" charset="0"/>
                          </a:rPr>
                          <m:t>) </m:t>
                        </m:r>
                        <m:r>
                          <a:rPr lang="en-US" i="1" dirty="0">
                            <a:latin typeface="Cambria Math" panose="02040503050406030204" pitchFamily="18" charset="0"/>
                          </a:rPr>
                          <m:t>𝑃</m:t>
                        </m:r>
                        <m:r>
                          <a:rPr lang="en-US" i="1" dirty="0">
                            <a:latin typeface="Cambria Math" panose="02040503050406030204" pitchFamily="18" charset="0"/>
                          </a:rPr>
                          <m:t>(</m:t>
                        </m:r>
                        <m:r>
                          <a:rPr lang="en-US" b="0" i="1" dirty="0" smtClean="0">
                            <a:latin typeface="Cambria Math" panose="02040503050406030204" pitchFamily="18" charset="0"/>
                          </a:rPr>
                          <m:t>𝐽</m:t>
                        </m:r>
                        <m:r>
                          <a:rPr lang="en-US" i="1" dirty="0">
                            <a:latin typeface="Cambria Math" panose="02040503050406030204" pitchFamily="18" charset="0"/>
                          </a:rPr>
                          <m:t> | </m:t>
                        </m:r>
                        <m:r>
                          <a:rPr lang="en-US" b="0" i="1" dirty="0" smtClean="0">
                            <a:latin typeface="Cambria Math" panose="02040503050406030204" pitchFamily="18" charset="0"/>
                          </a:rPr>
                          <m:t>𝐴</m:t>
                        </m:r>
                        <m:r>
                          <a:rPr lang="en-US" i="1" dirty="0">
                            <a:latin typeface="Cambria Math" panose="02040503050406030204" pitchFamily="18" charset="0"/>
                          </a:rPr>
                          <m:t>) </m:t>
                        </m:r>
                        <m:r>
                          <a:rPr lang="en-US" i="1" dirty="0">
                            <a:latin typeface="Cambria Math" panose="02040503050406030204" pitchFamily="18" charset="0"/>
                          </a:rPr>
                          <m:t>𝑃</m:t>
                        </m:r>
                        <m:r>
                          <a:rPr lang="en-US" i="1" dirty="0">
                            <a:latin typeface="Cambria Math" panose="02040503050406030204" pitchFamily="18" charset="0"/>
                          </a:rPr>
                          <m:t>(</m:t>
                        </m:r>
                        <m:r>
                          <a:rPr lang="en-US" b="0" i="1" dirty="0" smtClean="0">
                            <a:latin typeface="Cambria Math" panose="02040503050406030204" pitchFamily="18" charset="0"/>
                          </a:rPr>
                          <m:t>𝑀</m:t>
                        </m:r>
                        <m:r>
                          <a:rPr lang="en-US" i="1" dirty="0">
                            <a:latin typeface="Cambria Math" panose="02040503050406030204" pitchFamily="18" charset="0"/>
                          </a:rPr>
                          <m:t> | </m:t>
                        </m:r>
                        <m:r>
                          <a:rPr lang="en-US" b="0" i="1" dirty="0" smtClean="0">
                            <a:latin typeface="Cambria Math" panose="02040503050406030204" pitchFamily="18" charset="0"/>
                          </a:rPr>
                          <m:t>𝐴</m:t>
                        </m:r>
                        <m:r>
                          <a:rPr lang="en-US" i="1" dirty="0">
                            <a:latin typeface="Cambria Math" panose="02040503050406030204" pitchFamily="18" charset="0"/>
                          </a:rPr>
                          <m:t>)</m:t>
                        </m:r>
                      </m:oMath>
                    </m:oMathPara>
                  </a14:m>
                  <a:endParaRPr lang="en-US" dirty="0"/>
                </a:p>
              </p:txBody>
            </p:sp>
          </mc:Choice>
          <mc:Fallback xmlns="">
            <p:sp>
              <p:nvSpPr>
                <p:cNvPr id="10" name="TextBox 9">
                  <a:extLst>
                    <a:ext uri="{FF2B5EF4-FFF2-40B4-BE49-F238E27FC236}">
                      <a16:creationId xmlns:a16="http://schemas.microsoft.com/office/drawing/2014/main" id="{EB91B0F5-84F2-44D3-C857-A388E8537EA4}"/>
                    </a:ext>
                  </a:extLst>
                </p:cNvPr>
                <p:cNvSpPr txBox="1">
                  <a:spLocks noRot="1" noChangeAspect="1" noMove="1" noResize="1" noEditPoints="1" noAdjustHandles="1" noChangeArrowheads="1" noChangeShapeType="1" noTextEdit="1"/>
                </p:cNvSpPr>
                <p:nvPr/>
              </p:nvSpPr>
              <p:spPr>
                <a:xfrm>
                  <a:off x="1555708" y="5993020"/>
                  <a:ext cx="6858000" cy="369332"/>
                </a:xfrm>
                <a:prstGeom prst="rect">
                  <a:avLst/>
                </a:prstGeom>
                <a:blipFill>
                  <a:blip r:embed="rId5"/>
                  <a:stretch>
                    <a:fillRect b="-13115"/>
                  </a:stretch>
                </a:blipFill>
              </p:spPr>
              <p:txBody>
                <a:bodyPr/>
                <a:lstStyle/>
                <a:p>
                  <a:r>
                    <a:rPr lang="en-US">
                      <a:noFill/>
                    </a:rPr>
                    <a:t> </a:t>
                  </a:r>
                </a:p>
              </p:txBody>
            </p:sp>
          </mc:Fallback>
        </mc:AlternateContent>
      </p:grpSp>
    </p:spTree>
  </p:cSld>
  <p:clrMapOvr>
    <a:masterClrMapping/>
  </p:clrMapOvr>
  <p:timing>
    <p:tnLst>
      <p:par>
        <p:cTn id="1" dur="indefinite" restart="never" nodeType="tmRoot">
          <p:childTnLst>
            <p:seq concurrent="1" nextAc="seek">
              <p:cTn id="2" dur="indefinite" nodeType="mainSeq">
                <p:childTnLst>
                  <p:par>
                    <p:cTn id="3" fill="hold">
                      <p:stCondLst>
                        <p:cond delay="indefinite"/>
                      </p:stCondLst>
                      <p:childTnLst>
                        <p:par>
                          <p:cTn id="4" fill="hold">
                            <p:stCondLst>
                              <p:cond delay="0"/>
                            </p:stCondLst>
                            <p:childTnLst>
                              <p:par>
                                <p:cTn id="5" presetID="1" presetClass="entr" presetSubtype="0" fill="hold" nodeType="clickEffect">
                                  <p:stCondLst>
                                    <p:cond delay="0"/>
                                  </p:stCondLst>
                                  <p:childTnLst>
                                    <p:set>
                                      <p:cBhvr>
                                        <p:cTn id="6" dur="1" fill="hold">
                                          <p:stCondLst>
                                            <p:cond delay="0"/>
                                          </p:stCondLst>
                                        </p:cTn>
                                        <p:tgtEl>
                                          <p:spTgt spid="11"/>
                                        </p:tgtEl>
                                        <p:attrNameLst>
                                          <p:attrName>style.visibility</p:attrName>
                                        </p:attrNameLst>
                                      </p:cBhvr>
                                      <p:to>
                                        <p:strVal val="visible"/>
                                      </p:to>
                                    </p:set>
                                  </p:childTnLst>
                                </p:cTn>
                              </p:par>
                            </p:childTnLst>
                          </p:cTn>
                        </p:par>
                      </p:childTnLst>
                    </p:cTn>
                  </p:par>
                </p:childTnLst>
              </p:cTn>
              <p:prevCondLst>
                <p:cond evt="onPrev" delay="0">
                  <p:tgtEl>
                    <p:sldTgt/>
                  </p:tgtEl>
                </p:cond>
              </p:prevCondLst>
              <p:nextCondLst>
                <p:cond evt="onNext" delay="0">
                  <p:tgtEl>
                    <p:sldTgt/>
                  </p:tgtEl>
                </p:cond>
              </p:nextCondLst>
            </p:seq>
          </p:childTnLst>
        </p:cTn>
      </p:par>
    </p:tnLst>
  </p:timing>
</p:sld>
</file>

<file path=ppt/slides/slide18.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9218" name="Rectangle 2"/>
          <p:cNvSpPr>
            <a:spLocks noGrp="1" noChangeArrowheads="1"/>
          </p:cNvSpPr>
          <p:nvPr>
            <p:ph type="title"/>
          </p:nvPr>
        </p:nvSpPr>
        <p:spPr/>
        <p:txBody>
          <a:bodyPr/>
          <a:lstStyle/>
          <a:p>
            <a:r>
              <a:rPr lang="en-US" dirty="0"/>
              <a:t>Compactness</a:t>
            </a:r>
          </a:p>
        </p:txBody>
      </p:sp>
      <mc:AlternateContent xmlns:mc="http://schemas.openxmlformats.org/markup-compatibility/2006">
        <mc:Choice xmlns:a14="http://schemas.microsoft.com/office/drawing/2010/main" Requires="a14">
          <p:sp>
            <p:nvSpPr>
              <p:cNvPr id="9219" name="Rectangle 3"/>
              <p:cNvSpPr>
                <a:spLocks noGrp="1" noChangeArrowheads="1"/>
              </p:cNvSpPr>
              <p:nvPr>
                <p:ph idx="1"/>
              </p:nvPr>
            </p:nvSpPr>
            <p:spPr>
              <a:xfrm>
                <a:off x="622788" y="1295400"/>
                <a:ext cx="5016012" cy="5105400"/>
              </a:xfrm>
            </p:spPr>
            <p:txBody>
              <a:bodyPr>
                <a:noAutofit/>
              </a:bodyPr>
              <a:lstStyle/>
              <a:p>
                <a:r>
                  <a:rPr lang="en-US" sz="1600" dirty="0"/>
                  <a:t>For a network with </a:t>
                </a:r>
                <a14:m>
                  <m:oMath xmlns:m="http://schemas.openxmlformats.org/officeDocument/2006/math">
                    <m:r>
                      <a:rPr lang="en-US" sz="1600" i="1" dirty="0" smtClean="0">
                        <a:latin typeface="Cambria Math" panose="02040503050406030204" pitchFamily="18" charset="0"/>
                      </a:rPr>
                      <m:t>𝑛</m:t>
                    </m:r>
                  </m:oMath>
                </a14:m>
                <a:r>
                  <a:rPr lang="en-US" sz="1600" dirty="0"/>
                  <a:t> boolean variables, the full joint distribution requires </a:t>
                </a:r>
                <a14:m>
                  <m:oMath xmlns:m="http://schemas.openxmlformats.org/officeDocument/2006/math">
                    <m:r>
                      <a:rPr lang="en-US" sz="1600" i="1" dirty="0">
                        <a:solidFill>
                          <a:srgbClr val="0066FF"/>
                        </a:solidFill>
                        <a:latin typeface="Cambria Math" panose="02040503050406030204" pitchFamily="18" charset="0"/>
                      </a:rPr>
                      <m:t>𝑂</m:t>
                    </m:r>
                    <m:r>
                      <a:rPr lang="en-US" sz="1600" i="1" dirty="0">
                        <a:solidFill>
                          <a:srgbClr val="0066FF"/>
                        </a:solidFill>
                        <a:latin typeface="Cambria Math" panose="02040503050406030204" pitchFamily="18" charset="0"/>
                      </a:rPr>
                      <m:t>(</m:t>
                    </m:r>
                    <m:sSup>
                      <m:sSupPr>
                        <m:ctrlPr>
                          <a:rPr lang="en-US" sz="1600" b="0" i="1" dirty="0" smtClean="0">
                            <a:solidFill>
                              <a:srgbClr val="0066FF"/>
                            </a:solidFill>
                            <a:latin typeface="Cambria Math" panose="02040503050406030204" pitchFamily="18" charset="0"/>
                          </a:rPr>
                        </m:ctrlPr>
                      </m:sSupPr>
                      <m:e>
                        <m:r>
                          <a:rPr lang="en-US" sz="1600" b="0" i="1" dirty="0" smtClean="0">
                            <a:solidFill>
                              <a:srgbClr val="0066FF"/>
                            </a:solidFill>
                            <a:latin typeface="Cambria Math" panose="02040503050406030204" pitchFamily="18" charset="0"/>
                          </a:rPr>
                          <m:t>2</m:t>
                        </m:r>
                      </m:e>
                      <m:sup>
                        <m:r>
                          <a:rPr lang="en-US" sz="1600" b="0" i="1" dirty="0" smtClean="0">
                            <a:solidFill>
                              <a:srgbClr val="0066FF"/>
                            </a:solidFill>
                            <a:latin typeface="Cambria Math" panose="02040503050406030204" pitchFamily="18" charset="0"/>
                          </a:rPr>
                          <m:t>𝑛</m:t>
                        </m:r>
                      </m:sup>
                    </m:sSup>
                    <m:r>
                      <a:rPr lang="en-US" sz="1600" i="1" dirty="0">
                        <a:solidFill>
                          <a:srgbClr val="0066FF"/>
                        </a:solidFill>
                        <a:latin typeface="Cambria Math" panose="02040503050406030204" pitchFamily="18" charset="0"/>
                      </a:rPr>
                      <m:t>)</m:t>
                    </m:r>
                    <m:r>
                      <a:rPr lang="en-US" sz="1600" i="1" dirty="0">
                        <a:latin typeface="Cambria Math" panose="02040503050406030204" pitchFamily="18" charset="0"/>
                      </a:rPr>
                      <m:t> </m:t>
                    </m:r>
                  </m:oMath>
                </a14:m>
                <a:r>
                  <a:rPr lang="en-US" sz="1600" dirty="0"/>
                  <a:t>probabilities.</a:t>
                </a:r>
                <a:br>
                  <a:rPr lang="en-US" sz="1600" dirty="0"/>
                </a:br>
                <a:r>
                  <a:rPr lang="en-US" sz="1600" b="1" dirty="0"/>
                  <a:t>Example</a:t>
                </a:r>
                <a:r>
                  <a:rPr lang="en-US" sz="1600" dirty="0"/>
                  <a:t>: Burglary network</a:t>
                </a:r>
                <a:br>
                  <a:rPr lang="en-US" sz="1600" dirty="0"/>
                </a:br>
                <a:r>
                  <a:rPr lang="en-US" sz="1600" dirty="0"/>
                  <a:t>                    Joint probability: </a:t>
                </a:r>
                <a14:m>
                  <m:oMath xmlns:m="http://schemas.openxmlformats.org/officeDocument/2006/math">
                    <m:r>
                      <a:rPr lang="en-US" sz="1600" i="1" dirty="0" smtClean="0">
                        <a:latin typeface="Cambria Math" panose="02040503050406030204" pitchFamily="18" charset="0"/>
                      </a:rPr>
                      <m:t>2</m:t>
                    </m:r>
                    <m:r>
                      <a:rPr lang="en-US" sz="1600" i="1" baseline="30000" dirty="0">
                        <a:latin typeface="Cambria Math" panose="02040503050406030204" pitchFamily="18" charset="0"/>
                      </a:rPr>
                      <m:t>5</m:t>
                    </m:r>
                    <m:r>
                      <a:rPr lang="en-US" sz="1600" i="1" dirty="0">
                        <a:latin typeface="Cambria Math" panose="02040503050406030204" pitchFamily="18" charset="0"/>
                      </a:rPr>
                      <m:t>−1</m:t>
                    </m:r>
                    <m:r>
                      <a:rPr lang="en-US" sz="1600" b="0" i="1" dirty="0" smtClean="0">
                        <a:latin typeface="Cambria Math" panose="02040503050406030204" pitchFamily="18" charset="0"/>
                      </a:rPr>
                      <m:t>=</m:t>
                    </m:r>
                    <m:r>
                      <a:rPr lang="en-US" sz="1600" i="1" dirty="0">
                        <a:latin typeface="Cambria Math" panose="02040503050406030204" pitchFamily="18" charset="0"/>
                      </a:rPr>
                      <m:t> </m:t>
                    </m:r>
                    <m:r>
                      <a:rPr lang="en-US" sz="1600" b="1" i="1" dirty="0">
                        <a:latin typeface="Cambria Math" panose="02040503050406030204" pitchFamily="18" charset="0"/>
                      </a:rPr>
                      <m:t>𝟑𝟏</m:t>
                    </m:r>
                  </m:oMath>
                </a14:m>
                <a:r>
                  <a:rPr lang="en-US" sz="1600" b="1" dirty="0"/>
                  <a:t> </a:t>
                </a:r>
                <a:r>
                  <a:rPr lang="en-US" sz="1600" dirty="0"/>
                  <a:t>entries</a:t>
                </a:r>
              </a:p>
              <a:p>
                <a:pPr marL="0" indent="0">
                  <a:buNone/>
                </a:pPr>
                <a:endParaRPr lang="en-US" sz="1600" dirty="0"/>
              </a:p>
              <a:p>
                <a:r>
                  <a:rPr lang="en-US" sz="1600" dirty="0"/>
                  <a:t>If each variable </a:t>
                </a:r>
                <a14:m>
                  <m:oMath xmlns:m="http://schemas.openxmlformats.org/officeDocument/2006/math">
                    <m:r>
                      <a:rPr lang="en-US" sz="1600" i="1" dirty="0" smtClean="0">
                        <a:latin typeface="Cambria Math" panose="02040503050406030204" pitchFamily="18" charset="0"/>
                      </a:rPr>
                      <m:t>𝑋</m:t>
                    </m:r>
                    <m:r>
                      <a:rPr lang="en-US" sz="1600" i="1" baseline="-25000" dirty="0">
                        <a:latin typeface="Cambria Math" panose="02040503050406030204" pitchFamily="18" charset="0"/>
                      </a:rPr>
                      <m:t>𝑖</m:t>
                    </m:r>
                  </m:oMath>
                </a14:m>
                <a:r>
                  <a:rPr lang="en-US" sz="1600" dirty="0"/>
                  <a:t> has at most </a:t>
                </a:r>
                <a14:m>
                  <m:oMath xmlns:m="http://schemas.openxmlformats.org/officeDocument/2006/math">
                    <m:r>
                      <a:rPr lang="en-US" sz="1600" i="1" dirty="0" smtClean="0">
                        <a:latin typeface="Cambria Math" panose="02040503050406030204" pitchFamily="18" charset="0"/>
                      </a:rPr>
                      <m:t>𝑘</m:t>
                    </m:r>
                  </m:oMath>
                </a14:m>
                <a:r>
                  <a:rPr lang="en-US" sz="1600" dirty="0"/>
                  <a:t> boolean parents, then each conditional probability table (CPT) has at most </a:t>
                </a:r>
                <a14:m>
                  <m:oMath xmlns:m="http://schemas.openxmlformats.org/officeDocument/2006/math">
                    <m:r>
                      <a:rPr lang="en-US" sz="1600" i="1" dirty="0" smtClean="0">
                        <a:solidFill>
                          <a:srgbClr val="0066FF"/>
                        </a:solidFill>
                        <a:latin typeface="Cambria Math" panose="02040503050406030204" pitchFamily="18" charset="0"/>
                      </a:rPr>
                      <m:t>2</m:t>
                    </m:r>
                    <m:r>
                      <a:rPr lang="en-US" sz="1600" i="1" baseline="30000" dirty="0">
                        <a:solidFill>
                          <a:srgbClr val="0066FF"/>
                        </a:solidFill>
                        <a:latin typeface="Cambria Math" panose="02040503050406030204" pitchFamily="18" charset="0"/>
                      </a:rPr>
                      <m:t>𝑘</m:t>
                    </m:r>
                  </m:oMath>
                </a14:m>
                <a:r>
                  <a:rPr lang="en-US" sz="1600" dirty="0">
                    <a:solidFill>
                      <a:srgbClr val="0066FF"/>
                    </a:solidFill>
                  </a:rPr>
                  <a:t> </a:t>
                </a:r>
                <a:r>
                  <a:rPr lang="en-US" sz="1600" dirty="0"/>
                  <a:t>rows. The CPTs for all </a:t>
                </a:r>
                <a14:m>
                  <m:oMath xmlns:m="http://schemas.openxmlformats.org/officeDocument/2006/math">
                    <m:r>
                      <a:rPr lang="en-US" sz="1600" i="1" dirty="0" smtClean="0">
                        <a:latin typeface="Cambria Math" panose="02040503050406030204" pitchFamily="18" charset="0"/>
                      </a:rPr>
                      <m:t>𝑛</m:t>
                    </m:r>
                  </m:oMath>
                </a14:m>
                <a:r>
                  <a:rPr lang="en-US" sz="1600" dirty="0"/>
                  <a:t> nodes contain then at most </a:t>
                </a:r>
                <a14:m>
                  <m:oMath xmlns:m="http://schemas.openxmlformats.org/officeDocument/2006/math">
                    <m:r>
                      <a:rPr lang="en-US" sz="1600" i="1" dirty="0">
                        <a:solidFill>
                          <a:srgbClr val="0066FF"/>
                        </a:solidFill>
                        <a:latin typeface="Cambria Math" panose="02040503050406030204" pitchFamily="18" charset="0"/>
                      </a:rPr>
                      <m:t>𝑂</m:t>
                    </m:r>
                    <m:d>
                      <m:dPr>
                        <m:ctrlPr>
                          <a:rPr lang="en-US" sz="1600" i="1" dirty="0">
                            <a:solidFill>
                              <a:srgbClr val="0066FF"/>
                            </a:solidFill>
                            <a:latin typeface="Cambria Math" panose="02040503050406030204" pitchFamily="18" charset="0"/>
                          </a:rPr>
                        </m:ctrlPr>
                      </m:dPr>
                      <m:e>
                        <m:r>
                          <a:rPr lang="en-US" sz="1600" i="1" dirty="0">
                            <a:solidFill>
                              <a:srgbClr val="0066FF"/>
                            </a:solidFill>
                            <a:latin typeface="Cambria Math" panose="02040503050406030204" pitchFamily="18" charset="0"/>
                          </a:rPr>
                          <m:t>𝑛</m:t>
                        </m:r>
                        <m:r>
                          <a:rPr lang="en-US" sz="1600" i="1" dirty="0">
                            <a:solidFill>
                              <a:srgbClr val="0066FF"/>
                            </a:solidFill>
                            <a:latin typeface="Cambria Math" panose="02040503050406030204" pitchFamily="18" charset="0"/>
                            <a:ea typeface="Cambria Math" panose="02040503050406030204" pitchFamily="18" charset="0"/>
                          </a:rPr>
                          <m:t>×</m:t>
                        </m:r>
                        <m:r>
                          <a:rPr lang="en-US" sz="1600" i="1" dirty="0">
                            <a:solidFill>
                              <a:srgbClr val="0066FF"/>
                            </a:solidFill>
                            <a:latin typeface="Cambria Math" panose="02040503050406030204" pitchFamily="18" charset="0"/>
                          </a:rPr>
                          <m:t>2</m:t>
                        </m:r>
                        <m:r>
                          <a:rPr lang="en-US" sz="1600" i="1" baseline="30000" dirty="0">
                            <a:solidFill>
                              <a:srgbClr val="0066FF"/>
                            </a:solidFill>
                            <a:latin typeface="Cambria Math" panose="02040503050406030204" pitchFamily="18" charset="0"/>
                          </a:rPr>
                          <m:t>𝑘</m:t>
                        </m:r>
                      </m:e>
                    </m:d>
                    <m:r>
                      <a:rPr lang="en-US" sz="1600" b="0" i="1" dirty="0" smtClean="0">
                        <a:solidFill>
                          <a:srgbClr val="0066FF"/>
                        </a:solidFill>
                        <a:latin typeface="Cambria Math" panose="02040503050406030204" pitchFamily="18" charset="0"/>
                      </a:rPr>
                      <m:t>=</m:t>
                    </m:r>
                    <m:r>
                      <a:rPr lang="en-US" sz="1600" b="0" i="1" dirty="0" smtClean="0">
                        <a:solidFill>
                          <a:srgbClr val="0066FF"/>
                        </a:solidFill>
                        <a:latin typeface="Cambria Math" panose="02040503050406030204" pitchFamily="18" charset="0"/>
                      </a:rPr>
                      <m:t>𝑂</m:t>
                    </m:r>
                    <m:r>
                      <a:rPr lang="en-US" sz="1600" b="0" i="1" dirty="0" smtClean="0">
                        <a:solidFill>
                          <a:srgbClr val="0066FF"/>
                        </a:solidFill>
                        <a:latin typeface="Cambria Math" panose="02040503050406030204" pitchFamily="18" charset="0"/>
                      </a:rPr>
                      <m:t>(</m:t>
                    </m:r>
                    <m:r>
                      <a:rPr lang="en-US" sz="1600" b="0" i="1" dirty="0" smtClean="0">
                        <a:solidFill>
                          <a:srgbClr val="0066FF"/>
                        </a:solidFill>
                        <a:latin typeface="Cambria Math" panose="02040503050406030204" pitchFamily="18" charset="0"/>
                      </a:rPr>
                      <m:t>𝑛</m:t>
                    </m:r>
                    <m:r>
                      <a:rPr lang="en-US" sz="1600" b="0" i="1" dirty="0" smtClean="0">
                        <a:solidFill>
                          <a:srgbClr val="0066FF"/>
                        </a:solidFill>
                        <a:latin typeface="Cambria Math" panose="02040503050406030204" pitchFamily="18" charset="0"/>
                      </a:rPr>
                      <m:t>)</m:t>
                    </m:r>
                  </m:oMath>
                </a14:m>
                <a:r>
                  <a:rPr lang="en-US" sz="1600" dirty="0"/>
                  <a:t> probabilities.</a:t>
                </a:r>
                <a:br>
                  <a:rPr lang="en-US" sz="1600" dirty="0"/>
                </a:br>
                <a:r>
                  <a:rPr lang="en-US" sz="1600" b="1" dirty="0"/>
                  <a:t>Example</a:t>
                </a:r>
                <a:r>
                  <a:rPr lang="en-US" sz="1600" dirty="0"/>
                  <a:t>: Burglary network </a:t>
                </a:r>
                <a:br>
                  <a:rPr lang="en-US" sz="1600" dirty="0"/>
                </a:br>
                <a:r>
                  <a:rPr lang="en-US" sz="1600" dirty="0"/>
                  <a:t>		Using CPTs: </a:t>
                </a:r>
                <a14:m>
                  <m:oMath xmlns:m="http://schemas.openxmlformats.org/officeDocument/2006/math">
                    <m:r>
                      <a:rPr lang="en-US" sz="1600" i="1" dirty="0">
                        <a:latin typeface="Cambria Math" panose="02040503050406030204" pitchFamily="18" charset="0"/>
                      </a:rPr>
                      <m:t>1+1+4+2+2=</m:t>
                    </m:r>
                    <m:r>
                      <a:rPr lang="en-US" sz="1600" b="1" i="1" dirty="0">
                        <a:latin typeface="Cambria Math" panose="02040503050406030204" pitchFamily="18" charset="0"/>
                      </a:rPr>
                      <m:t>𝟏𝟎</m:t>
                    </m:r>
                  </m:oMath>
                </a14:m>
                <a:endParaRPr lang="en-US" sz="1600" dirty="0"/>
              </a:p>
              <a:p>
                <a:endParaRPr lang="en-US" sz="1600" b="1" dirty="0">
                  <a:solidFill>
                    <a:srgbClr val="FF0000"/>
                  </a:solidFill>
                </a:endParaRPr>
              </a:p>
              <a:p>
                <a:r>
                  <a:rPr lang="en-US" sz="1600" b="1" dirty="0">
                    <a:solidFill>
                      <a:srgbClr val="FF0000"/>
                    </a:solidFill>
                  </a:rPr>
                  <a:t>This reduces the space complexity from </a:t>
                </a:r>
                <a14:m>
                  <m:oMath xmlns:m="http://schemas.openxmlformats.org/officeDocument/2006/math">
                    <m:r>
                      <a:rPr lang="en-US" sz="1600" b="1" i="1">
                        <a:solidFill>
                          <a:srgbClr val="FF0000"/>
                        </a:solidFill>
                        <a:latin typeface="Cambria Math" panose="02040503050406030204" pitchFamily="18" charset="0"/>
                      </a:rPr>
                      <m:t>𝑶</m:t>
                    </m:r>
                    <m:d>
                      <m:dPr>
                        <m:ctrlPr>
                          <a:rPr lang="en-US" sz="1600" b="1" i="1">
                            <a:solidFill>
                              <a:srgbClr val="FF0000"/>
                            </a:solidFill>
                            <a:latin typeface="Cambria Math" panose="02040503050406030204" pitchFamily="18" charset="0"/>
                          </a:rPr>
                        </m:ctrlPr>
                      </m:dPr>
                      <m:e>
                        <m:sSup>
                          <m:sSupPr>
                            <m:ctrlPr>
                              <a:rPr lang="en-US" sz="1600" b="1" i="1">
                                <a:solidFill>
                                  <a:srgbClr val="FF0000"/>
                                </a:solidFill>
                                <a:latin typeface="Cambria Math" panose="02040503050406030204" pitchFamily="18" charset="0"/>
                              </a:rPr>
                            </m:ctrlPr>
                          </m:sSupPr>
                          <m:e>
                            <m:r>
                              <a:rPr lang="en-US" sz="1600" b="1" i="1">
                                <a:solidFill>
                                  <a:srgbClr val="FF0000"/>
                                </a:solidFill>
                                <a:latin typeface="Cambria Math" panose="02040503050406030204" pitchFamily="18" charset="0"/>
                              </a:rPr>
                              <m:t>𝟐</m:t>
                            </m:r>
                          </m:e>
                          <m:sup>
                            <m:r>
                              <a:rPr lang="en-US" sz="1600" b="1" i="1">
                                <a:solidFill>
                                  <a:srgbClr val="FF0000"/>
                                </a:solidFill>
                                <a:latin typeface="Cambria Math" panose="02040503050406030204" pitchFamily="18" charset="0"/>
                              </a:rPr>
                              <m:t>𝒏</m:t>
                            </m:r>
                          </m:sup>
                        </m:sSup>
                      </m:e>
                    </m:d>
                  </m:oMath>
                </a14:m>
                <a:r>
                  <a:rPr lang="en-US" sz="1600" b="1" dirty="0">
                    <a:solidFill>
                      <a:srgbClr val="FF0000"/>
                    </a:solidFill>
                  </a:rPr>
                  <a:t> to </a:t>
                </a:r>
                <a14:m>
                  <m:oMath xmlns:m="http://schemas.openxmlformats.org/officeDocument/2006/math">
                    <m:r>
                      <a:rPr lang="en-US" sz="1600" b="1" i="1">
                        <a:solidFill>
                          <a:srgbClr val="FF0000"/>
                        </a:solidFill>
                        <a:latin typeface="Cambria Math" panose="02040503050406030204" pitchFamily="18" charset="0"/>
                      </a:rPr>
                      <m:t>𝑶</m:t>
                    </m:r>
                    <m:d>
                      <m:dPr>
                        <m:ctrlPr>
                          <a:rPr lang="en-US" sz="1600" b="1" i="1">
                            <a:solidFill>
                              <a:srgbClr val="FF0000"/>
                            </a:solidFill>
                            <a:latin typeface="Cambria Math" panose="02040503050406030204" pitchFamily="18" charset="0"/>
                          </a:rPr>
                        </m:ctrlPr>
                      </m:dPr>
                      <m:e>
                        <m:r>
                          <a:rPr lang="en-US" sz="1600" b="1" i="1">
                            <a:solidFill>
                              <a:srgbClr val="FF0000"/>
                            </a:solidFill>
                            <a:latin typeface="Cambria Math" panose="02040503050406030204" pitchFamily="18" charset="0"/>
                          </a:rPr>
                          <m:t>𝒏</m:t>
                        </m:r>
                      </m:e>
                    </m:d>
                  </m:oMath>
                </a14:m>
                <a:r>
                  <a:rPr lang="en-US" sz="1600" b="1" dirty="0">
                    <a:solidFill>
                      <a:srgbClr val="FF0000"/>
                    </a:solidFill>
                  </a:rPr>
                  <a:t> and lets us store very large networks!</a:t>
                </a:r>
              </a:p>
              <a:p>
                <a:pPr marL="0" indent="0">
                  <a:buNone/>
                </a:pPr>
                <a:endParaRPr lang="en-US" sz="1600" dirty="0"/>
              </a:p>
              <a:p>
                <a:r>
                  <a:rPr lang="en-US" sz="1600" b="1" dirty="0"/>
                  <a:t>Note</a:t>
                </a:r>
                <a:r>
                  <a:rPr lang="en-US" sz="1600" dirty="0"/>
                  <a:t>: The Bayesian network stores all information needed for the complete joint probability. It let’s us make optimal Bayesian decisions!</a:t>
                </a:r>
              </a:p>
            </p:txBody>
          </p:sp>
        </mc:Choice>
        <mc:Fallback>
          <p:sp>
            <p:nvSpPr>
              <p:cNvPr id="9219" name="Rectangle 3"/>
              <p:cNvSpPr>
                <a:spLocks noGrp="1" noRot="1" noChangeAspect="1" noMove="1" noResize="1" noEditPoints="1" noAdjustHandles="1" noChangeArrowheads="1" noChangeShapeType="1" noTextEdit="1"/>
              </p:cNvSpPr>
              <p:nvPr>
                <p:ph idx="1"/>
              </p:nvPr>
            </p:nvSpPr>
            <p:spPr>
              <a:xfrm>
                <a:off x="622788" y="1295400"/>
                <a:ext cx="5016012" cy="5105400"/>
              </a:xfrm>
              <a:blipFill>
                <a:blip r:embed="rId3"/>
                <a:stretch>
                  <a:fillRect l="-486" t="-836"/>
                </a:stretch>
              </a:blipFill>
            </p:spPr>
            <p:txBody>
              <a:bodyPr/>
              <a:lstStyle/>
              <a:p>
                <a:r>
                  <a:rPr lang="en-US">
                    <a:noFill/>
                  </a:rPr>
                  <a:t> </a:t>
                </a:r>
              </a:p>
            </p:txBody>
          </p:sp>
        </mc:Fallback>
      </mc:AlternateContent>
      <p:pic>
        <p:nvPicPr>
          <p:cNvPr id="4" name="Picture 3">
            <a:extLst>
              <a:ext uri="{FF2B5EF4-FFF2-40B4-BE49-F238E27FC236}">
                <a16:creationId xmlns:a16="http://schemas.microsoft.com/office/drawing/2014/main" id="{A82646AD-0BAE-4D30-47B3-DC4AE35110DF}"/>
              </a:ext>
            </a:extLst>
          </p:cNvPr>
          <p:cNvPicPr>
            <a:picLocks noChangeAspect="1"/>
          </p:cNvPicPr>
          <p:nvPr/>
        </p:nvPicPr>
        <p:blipFill>
          <a:blip r:embed="rId4"/>
          <a:stretch>
            <a:fillRect/>
          </a:stretch>
        </p:blipFill>
        <p:spPr>
          <a:xfrm>
            <a:off x="5638800" y="1295400"/>
            <a:ext cx="3244856" cy="1958180"/>
          </a:xfrm>
          <a:prstGeom prst="rect">
            <a:avLst/>
          </a:prstGeom>
        </p:spPr>
      </p:pic>
    </p:spTree>
  </p:cSld>
  <p:clrMapOvr>
    <a:masterClrMapping/>
  </p:clrMapOvr>
  <p:timing>
    <p:tnLst>
      <p:par>
        <p:cTn id="1" dur="indefinite" restart="never" nodeType="tmRoot">
          <p:childTnLst>
            <p:seq concurrent="1" nextAc="seek">
              <p:cTn id="2" dur="indefinite" nodeType="mainSeq">
                <p:childTnLst>
                  <p:par>
                    <p:cTn id="3" fill="hold">
                      <p:stCondLst>
                        <p:cond delay="indefinite"/>
                      </p:stCondLst>
                      <p:childTnLst>
                        <p:par>
                          <p:cTn id="4" fill="hold">
                            <p:stCondLst>
                              <p:cond delay="0"/>
                            </p:stCondLst>
                            <p:childTnLst>
                              <p:par>
                                <p:cTn id="5" presetID="1" presetClass="entr" presetSubtype="0" fill="hold" nodeType="clickEffect">
                                  <p:stCondLst>
                                    <p:cond delay="0"/>
                                  </p:stCondLst>
                                  <p:childTnLst>
                                    <p:set>
                                      <p:cBhvr>
                                        <p:cTn id="6" dur="1" fill="hold">
                                          <p:stCondLst>
                                            <p:cond delay="0"/>
                                          </p:stCondLst>
                                        </p:cTn>
                                        <p:tgtEl>
                                          <p:spTgt spid="9219">
                                            <p:txEl>
                                              <p:pRg st="0" end="0"/>
                                            </p:txEl>
                                          </p:spTgt>
                                        </p:tgtEl>
                                        <p:attrNameLst>
                                          <p:attrName>style.visibility</p:attrName>
                                        </p:attrNameLst>
                                      </p:cBhvr>
                                      <p:to>
                                        <p:strVal val="visible"/>
                                      </p:to>
                                    </p:set>
                                  </p:childTnLst>
                                </p:cTn>
                              </p:par>
                            </p:childTnLst>
                          </p:cTn>
                        </p:par>
                      </p:childTnLst>
                    </p:cTn>
                  </p:par>
                  <p:par>
                    <p:cTn id="7" fill="hold">
                      <p:stCondLst>
                        <p:cond delay="indefinite"/>
                      </p:stCondLst>
                      <p:childTnLst>
                        <p:par>
                          <p:cTn id="8" fill="hold">
                            <p:stCondLst>
                              <p:cond delay="0"/>
                            </p:stCondLst>
                            <p:childTnLst>
                              <p:par>
                                <p:cTn id="9" presetID="1" presetClass="entr" presetSubtype="0" fill="hold" nodeType="clickEffect">
                                  <p:stCondLst>
                                    <p:cond delay="0"/>
                                  </p:stCondLst>
                                  <p:childTnLst>
                                    <p:set>
                                      <p:cBhvr>
                                        <p:cTn id="10" dur="1" fill="hold">
                                          <p:stCondLst>
                                            <p:cond delay="0"/>
                                          </p:stCondLst>
                                        </p:cTn>
                                        <p:tgtEl>
                                          <p:spTgt spid="9219">
                                            <p:txEl>
                                              <p:pRg st="2" end="2"/>
                                            </p:txEl>
                                          </p:spTgt>
                                        </p:tgtEl>
                                        <p:attrNameLst>
                                          <p:attrName>style.visibility</p:attrName>
                                        </p:attrNameLst>
                                      </p:cBhvr>
                                      <p:to>
                                        <p:strVal val="visible"/>
                                      </p:to>
                                    </p:set>
                                  </p:childTnLst>
                                </p:cTn>
                              </p:par>
                            </p:childTnLst>
                          </p:cTn>
                        </p:par>
                      </p:childTnLst>
                    </p:cTn>
                  </p:par>
                  <p:par>
                    <p:cTn id="11" fill="hold">
                      <p:stCondLst>
                        <p:cond delay="indefinite"/>
                      </p:stCondLst>
                      <p:childTnLst>
                        <p:par>
                          <p:cTn id="12" fill="hold">
                            <p:stCondLst>
                              <p:cond delay="0"/>
                            </p:stCondLst>
                            <p:childTnLst>
                              <p:par>
                                <p:cTn id="13" presetID="1" presetClass="entr" presetSubtype="0" fill="hold" nodeType="clickEffect">
                                  <p:stCondLst>
                                    <p:cond delay="0"/>
                                  </p:stCondLst>
                                  <p:childTnLst>
                                    <p:set>
                                      <p:cBhvr>
                                        <p:cTn id="14" dur="1" fill="hold">
                                          <p:stCondLst>
                                            <p:cond delay="0"/>
                                          </p:stCondLst>
                                        </p:cTn>
                                        <p:tgtEl>
                                          <p:spTgt spid="9219">
                                            <p:txEl>
                                              <p:pRg st="6" end="6"/>
                                            </p:txEl>
                                          </p:spTgt>
                                        </p:tgtEl>
                                        <p:attrNameLst>
                                          <p:attrName>style.visibility</p:attrName>
                                        </p:attrNameLst>
                                      </p:cBhvr>
                                      <p:to>
                                        <p:strVal val="visible"/>
                                      </p:to>
                                    </p:set>
                                  </p:childTnLst>
                                </p:cTn>
                              </p:par>
                            </p:childTnLst>
                          </p:cTn>
                        </p:par>
                      </p:childTnLst>
                    </p:cTn>
                  </p:par>
                </p:childTnLst>
              </p:cTn>
              <p:prevCondLst>
                <p:cond evt="onPrev" delay="0">
                  <p:tgtEl>
                    <p:sldTgt/>
                  </p:tgtEl>
                </p:cond>
              </p:prevCondLst>
              <p:nextCondLst>
                <p:cond evt="onNext" delay="0">
                  <p:tgtEl>
                    <p:sldTgt/>
                  </p:tgtEl>
                </p:cond>
              </p:nextCondLst>
            </p:seq>
          </p:childTnLst>
        </p:cTn>
      </p:par>
    </p:tnLst>
  </p:timing>
</p:sld>
</file>

<file path=ppt/slides/slide19.xml><?xml version="1.0" encoding="utf-8"?>
<p:sld xmlns:a="http://schemas.openxmlformats.org/drawingml/2006/main" xmlns:r="http://schemas.openxmlformats.org/officeDocument/2006/relationships" xmlns:p="http://schemas.openxmlformats.org/presentationml/2006/main">
  <p:cSld>
    <p:bg>
      <p:bgPr>
        <a:solidFill>
          <a:schemeClr val="bg1"/>
        </a:solidFill>
        <a:effectLst/>
      </p:bgPr>
    </p:bg>
    <p:spTree>
      <p:nvGrpSpPr>
        <p:cNvPr id="1" name="">
          <a:extLst>
            <a:ext uri="{FF2B5EF4-FFF2-40B4-BE49-F238E27FC236}">
              <a16:creationId xmlns:a16="http://schemas.microsoft.com/office/drawing/2014/main" id="{9FD79D5A-BAE8-2B02-A68F-9B5B770E501D}"/>
            </a:ext>
          </a:extLst>
        </p:cNvPr>
        <p:cNvGrpSpPr/>
        <p:nvPr/>
      </p:nvGrpSpPr>
      <p:grpSpPr>
        <a:xfrm>
          <a:off x="0" y="0"/>
          <a:ext cx="0" cy="0"/>
          <a:chOff x="0" y="0"/>
          <a:chExt cx="0" cy="0"/>
        </a:xfrm>
      </p:grpSpPr>
      <p:sp useBgFill="1">
        <p:nvSpPr>
          <p:cNvPr id="11" name="Rectangle 10">
            <a:extLst>
              <a:ext uri="{FF2B5EF4-FFF2-40B4-BE49-F238E27FC236}">
                <a16:creationId xmlns:a16="http://schemas.microsoft.com/office/drawing/2014/main" id="{5A59F003-E00A-43F9-91DC-CC54E3B87466}"/>
              </a:ext>
              <a:ext uri="{C183D7F6-B498-43B3-948B-1728B52AA6E4}">
                <adec:decorative xmlns:adec="http://schemas.microsoft.com/office/drawing/2017/decorative" val="1"/>
              </a:ext>
            </a:extLst>
          </p:cNvPr>
          <p:cNvSpPr>
            <a:spLocks noGrp="1" noRot="1" noChangeAspect="1" noMove="1" noResize="1" noEditPoints="1" noAdjustHandles="1" noChangeArrowheads="1" noChangeShapeType="1" noTextEdit="1"/>
          </p:cNvSpPr>
          <p:nvPr>
            <p:extLst>
              <p:ext uri="{386F3935-93C4-4BCD-93E2-E3B085C9AB24}">
                <p16:designElem xmlns:p16="http://schemas.microsoft.com/office/powerpoint/2015/main" val="1"/>
              </p:ext>
            </p:extLst>
          </p:nvPr>
        </p:nvSpPr>
        <p:spPr>
          <a:xfrm>
            <a:off x="0" y="0"/>
            <a:ext cx="9144000" cy="6858000"/>
          </a:xfrm>
          <a:prstGeom prst="rect">
            <a:avLst/>
          </a:prstGeom>
          <a:ln>
            <a:noFill/>
          </a:ln>
        </p:spPr>
        <p:style>
          <a:lnRef idx="2">
            <a:schemeClr val="accent1">
              <a:shade val="50000"/>
            </a:schemeClr>
          </a:lnRef>
          <a:fillRef idx="1">
            <a:schemeClr val="accent1"/>
          </a:fillRef>
          <a:effectRef idx="0">
            <a:schemeClr val="accent1"/>
          </a:effectRef>
          <a:fontRef idx="minor">
            <a:schemeClr val="lt1"/>
          </a:fontRef>
        </p:style>
        <p:txBody>
          <a:bodyPr rtlCol="0" anchor="ctr"/>
          <a:lstStyle/>
          <a:p>
            <a:pPr algn="ctr"/>
            <a:endParaRPr lang="en-US"/>
          </a:p>
        </p:txBody>
      </p:sp>
      <p:pic>
        <p:nvPicPr>
          <p:cNvPr id="6" name="Picture 2" descr="Image for post">
            <a:extLst>
              <a:ext uri="{FF2B5EF4-FFF2-40B4-BE49-F238E27FC236}">
                <a16:creationId xmlns:a16="http://schemas.microsoft.com/office/drawing/2014/main" id="{4963AAE6-75DD-A5E0-06C0-0CB8F9F45C4E}"/>
              </a:ext>
            </a:extLst>
          </p:cNvPr>
          <p:cNvPicPr>
            <a:picLocks noChangeAspect="1" noChangeArrowheads="1"/>
          </p:cNvPicPr>
          <p:nvPr/>
        </p:nvPicPr>
        <p:blipFill rotWithShape="1">
          <a:blip r:embed="rId2">
            <a:extLst>
              <a:ext uri="{BEBA8EAE-BF5A-486C-A8C5-ECC9F3942E4B}">
                <a14:imgProps xmlns:a14="http://schemas.microsoft.com/office/drawing/2010/main">
                  <a14:imgLayer r:embed="rId3">
                    <a14:imgEffect>
                      <a14:saturation sat="33000"/>
                    </a14:imgEffect>
                  </a14:imgLayer>
                </a14:imgProps>
              </a:ext>
              <a:ext uri="{28A0092B-C50C-407E-A947-70E740481C1C}">
                <a14:useLocalDpi xmlns:a14="http://schemas.microsoft.com/office/drawing/2010/main" val="0"/>
              </a:ext>
            </a:extLst>
          </a:blip>
          <a:srcRect l="7808" r="2860" b="2"/>
          <a:stretch>
            <a:fillRect/>
          </a:stretch>
        </p:blipFill>
        <p:spPr bwMode="auto">
          <a:xfrm>
            <a:off x="20" y="10"/>
            <a:ext cx="9143980" cy="6857990"/>
          </a:xfrm>
          <a:prstGeom prst="rect">
            <a:avLst/>
          </a:prstGeom>
          <a:noFill/>
          <a:extLst>
            <a:ext uri="{909E8E84-426E-40DD-AFC4-6F175D3DCCD1}">
              <a14:hiddenFill xmlns:a14="http://schemas.microsoft.com/office/drawing/2010/main">
                <a:solidFill>
                  <a:srgbClr val="FFFFFF"/>
                </a:solidFill>
              </a14:hiddenFill>
            </a:ext>
          </a:extLst>
        </p:spPr>
      </p:pic>
      <p:sp>
        <p:nvSpPr>
          <p:cNvPr id="13" name="Rectangle 12">
            <a:extLst>
              <a:ext uri="{FF2B5EF4-FFF2-40B4-BE49-F238E27FC236}">
                <a16:creationId xmlns:a16="http://schemas.microsoft.com/office/drawing/2014/main" id="{D74A4382-E3AD-430A-9A1F-DFA3E0E77A7D}"/>
              </a:ext>
              <a:ext uri="{C183D7F6-B498-43B3-948B-1728B52AA6E4}">
                <adec:decorative xmlns:adec="http://schemas.microsoft.com/office/drawing/2017/decorative" val="1"/>
              </a:ext>
            </a:extLst>
          </p:cNvPr>
          <p:cNvSpPr>
            <a:spLocks noGrp="1" noRot="1" noChangeAspect="1" noMove="1" noResize="1" noEditPoints="1" noAdjustHandles="1" noChangeArrowheads="1" noChangeShapeType="1" noTextEdit="1"/>
          </p:cNvSpPr>
          <p:nvPr>
            <p:extLst>
              <p:ext uri="{386F3935-93C4-4BCD-93E2-E3B085C9AB24}">
                <p16:designElem xmlns:p16="http://schemas.microsoft.com/office/powerpoint/2015/main" val="1"/>
              </p:ext>
            </p:extLst>
          </p:nvPr>
        </p:nvSpPr>
        <p:spPr>
          <a:xfrm rot="16200000">
            <a:off x="2275865" y="-511"/>
            <a:ext cx="4592270" cy="9144001"/>
          </a:xfrm>
          <a:prstGeom prst="rect">
            <a:avLst/>
          </a:prstGeom>
          <a:gradFill>
            <a:gsLst>
              <a:gs pos="35000">
                <a:schemeClr val="tx1">
                  <a:alpha val="46000"/>
                </a:schemeClr>
              </a:gs>
              <a:gs pos="21000">
                <a:schemeClr val="tx1">
                  <a:alpha val="30000"/>
                </a:schemeClr>
              </a:gs>
              <a:gs pos="0">
                <a:schemeClr val="tx1">
                  <a:alpha val="0"/>
                </a:schemeClr>
              </a:gs>
              <a:gs pos="100000">
                <a:schemeClr val="tx1">
                  <a:alpha val="90000"/>
                </a:schemeClr>
              </a:gs>
            </a:gsLst>
            <a:lin ang="10800000" scaled="0"/>
          </a:gradFill>
          <a:ln>
            <a:noFill/>
          </a:ln>
        </p:spPr>
        <p:style>
          <a:lnRef idx="2">
            <a:schemeClr val="accent1">
              <a:shade val="50000"/>
            </a:schemeClr>
          </a:lnRef>
          <a:fillRef idx="1">
            <a:schemeClr val="accent1"/>
          </a:fillRef>
          <a:effectRef idx="0">
            <a:schemeClr val="accent1"/>
          </a:effectRef>
          <a:fontRef idx="minor">
            <a:schemeClr val="lt1"/>
          </a:fontRef>
        </p:style>
        <p:txBody>
          <a:bodyPr rtlCol="0" anchor="ctr"/>
          <a:lstStyle/>
          <a:p>
            <a:pPr algn="ctr"/>
            <a:endParaRPr lang="en-US" dirty="0"/>
          </a:p>
        </p:txBody>
      </p:sp>
      <p:sp>
        <p:nvSpPr>
          <p:cNvPr id="4" name="Title 3">
            <a:extLst>
              <a:ext uri="{FF2B5EF4-FFF2-40B4-BE49-F238E27FC236}">
                <a16:creationId xmlns:a16="http://schemas.microsoft.com/office/drawing/2014/main" id="{DFA2366C-32D2-0436-41DB-48857ED5CC9A}"/>
              </a:ext>
            </a:extLst>
          </p:cNvPr>
          <p:cNvSpPr>
            <a:spLocks noGrp="1"/>
          </p:cNvSpPr>
          <p:nvPr>
            <p:ph type="title"/>
          </p:nvPr>
        </p:nvSpPr>
        <p:spPr>
          <a:xfrm>
            <a:off x="303414" y="3091928"/>
            <a:ext cx="6808922" cy="2387600"/>
          </a:xfrm>
        </p:spPr>
        <p:txBody>
          <a:bodyPr vert="horz" lIns="91440" tIns="45720" rIns="91440" bIns="45720" rtlCol="0" anchor="b">
            <a:normAutofit/>
          </a:bodyPr>
          <a:lstStyle/>
          <a:p>
            <a:pPr defTabSz="914400"/>
            <a:r>
              <a:rPr lang="en-US" sz="5700" b="1" dirty="0">
                <a:solidFill>
                  <a:schemeClr val="bg1"/>
                </a:solidFill>
              </a:rPr>
              <a:t>Bayesian Networks</a:t>
            </a:r>
          </a:p>
        </p:txBody>
      </p:sp>
      <p:sp>
        <p:nvSpPr>
          <p:cNvPr id="15" name="Rectangle: Rounded Corners 14">
            <a:extLst>
              <a:ext uri="{FF2B5EF4-FFF2-40B4-BE49-F238E27FC236}">
                <a16:creationId xmlns:a16="http://schemas.microsoft.com/office/drawing/2014/main" id="{79F40191-0F44-4FD1-82CC-ACB507C14BE6}"/>
              </a:ext>
              <a:ext uri="{C183D7F6-B498-43B3-948B-1728B52AA6E4}">
                <adec:decorative xmlns:adec="http://schemas.microsoft.com/office/drawing/2017/decorative" val="1"/>
              </a:ext>
            </a:extLst>
          </p:cNvPr>
          <p:cNvSpPr>
            <a:spLocks noGrp="1" noRot="1" noChangeAspect="1" noMove="1" noResize="1" noEditPoints="1" noAdjustHandles="1" noChangeArrowheads="1" noChangeShapeType="1" noTextEdit="1"/>
          </p:cNvSpPr>
          <p:nvPr>
            <p:extLst>
              <p:ext uri="{386F3935-93C4-4BCD-93E2-E3B085C9AB24}">
                <p16:designElem xmlns:p16="http://schemas.microsoft.com/office/powerpoint/2015/main" val="1"/>
              </p:ext>
            </p:extLst>
          </p:nvPr>
        </p:nvSpPr>
        <p:spPr>
          <a:xfrm>
            <a:off x="0" y="5575039"/>
            <a:ext cx="7339422" cy="685800"/>
          </a:xfrm>
          <a:prstGeom prst="roundRect">
            <a:avLst>
              <a:gd name="adj" fmla="val 0"/>
            </a:avLst>
          </a:prstGeom>
          <a:solidFill>
            <a:schemeClr val="accent2"/>
          </a:solidFill>
          <a:ln>
            <a:noFill/>
          </a:ln>
        </p:spPr>
        <p:style>
          <a:lnRef idx="2">
            <a:schemeClr val="accent1">
              <a:shade val="50000"/>
            </a:schemeClr>
          </a:lnRef>
          <a:fillRef idx="1">
            <a:schemeClr val="accent1"/>
          </a:fillRef>
          <a:effectRef idx="0">
            <a:schemeClr val="accent1"/>
          </a:effectRef>
          <a:fontRef idx="minor">
            <a:schemeClr val="lt1"/>
          </a:fontRef>
        </p:style>
        <p:txBody>
          <a:bodyPr rtlCol="0" anchor="ctr"/>
          <a:lstStyle/>
          <a:p>
            <a:pPr algn="ctr"/>
            <a:endParaRPr lang="en-US"/>
          </a:p>
        </p:txBody>
      </p:sp>
      <p:sp>
        <p:nvSpPr>
          <p:cNvPr id="5" name="Text Placeholder 4">
            <a:extLst>
              <a:ext uri="{FF2B5EF4-FFF2-40B4-BE49-F238E27FC236}">
                <a16:creationId xmlns:a16="http://schemas.microsoft.com/office/drawing/2014/main" id="{345DE080-C8D5-9B16-6B39-CE2311BE3F7C}"/>
              </a:ext>
            </a:extLst>
          </p:cNvPr>
          <p:cNvSpPr>
            <a:spLocks noGrp="1"/>
          </p:cNvSpPr>
          <p:nvPr>
            <p:ph type="body" idx="1"/>
          </p:nvPr>
        </p:nvSpPr>
        <p:spPr>
          <a:xfrm>
            <a:off x="303414" y="5624945"/>
            <a:ext cx="6808922" cy="592975"/>
          </a:xfrm>
        </p:spPr>
        <p:txBody>
          <a:bodyPr vert="horz" lIns="91440" tIns="45720" rIns="91440" bIns="45720" rtlCol="0" anchor="ctr">
            <a:normAutofit/>
          </a:bodyPr>
          <a:lstStyle/>
          <a:p>
            <a:pPr defTabSz="914400">
              <a:spcBef>
                <a:spcPts val="1000"/>
              </a:spcBef>
            </a:pPr>
            <a:r>
              <a:rPr lang="en-US" sz="2400" b="1" dirty="0">
                <a:solidFill>
                  <a:schemeClr val="bg1"/>
                </a:solidFill>
              </a:rPr>
              <a:t>Constructing Bayesian Networks</a:t>
            </a:r>
          </a:p>
        </p:txBody>
      </p:sp>
    </p:spTree>
    <p:extLst>
      <p:ext uri="{BB962C8B-B14F-4D97-AF65-F5344CB8AC3E}">
        <p14:creationId xmlns:p14="http://schemas.microsoft.com/office/powerpoint/2010/main" val="2624448511"/>
      </p:ext>
    </p:extLst>
  </p:cSld>
  <p:clrMapOvr>
    <a:masterClrMapping/>
  </p:clrMapOvr>
</p:sld>
</file>

<file path=ppt/slides/slide20.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11266" name="Rectangle 2"/>
          <p:cNvSpPr>
            <a:spLocks noGrp="1" noChangeArrowheads="1"/>
          </p:cNvSpPr>
          <p:nvPr>
            <p:ph type="title"/>
          </p:nvPr>
        </p:nvSpPr>
        <p:spPr/>
        <p:txBody>
          <a:bodyPr/>
          <a:lstStyle/>
          <a:p>
            <a:r>
              <a:rPr lang="en-US" dirty="0"/>
              <a:t>Constructing Bayesian Networks</a:t>
            </a:r>
          </a:p>
        </p:txBody>
      </p:sp>
      <mc:AlternateContent xmlns:mc="http://schemas.openxmlformats.org/markup-compatibility/2006" xmlns:a14="http://schemas.microsoft.com/office/drawing/2010/main">
        <mc:Choice Requires="a14">
          <p:sp>
            <p:nvSpPr>
              <p:cNvPr id="11267" name="Rectangle 3"/>
              <p:cNvSpPr>
                <a:spLocks noGrp="1" noChangeArrowheads="1"/>
              </p:cNvSpPr>
              <p:nvPr>
                <p:ph idx="1"/>
              </p:nvPr>
            </p:nvSpPr>
            <p:spPr>
              <a:xfrm>
                <a:off x="628650" y="1825624"/>
                <a:ext cx="7886700" cy="4498975"/>
              </a:xfrm>
            </p:spPr>
            <p:txBody>
              <a:bodyPr>
                <a:normAutofit fontScale="85000" lnSpcReduction="20000"/>
              </a:bodyPr>
              <a:lstStyle/>
              <a:p>
                <a:pPr marL="0" indent="0">
                  <a:buNone/>
                </a:pPr>
                <a:r>
                  <a:rPr lang="en-US" sz="2400" dirty="0"/>
                  <a:t>Once we know what variables to use, we need to create the structure of the network and create the conditional probability tables (CPTs).</a:t>
                </a:r>
              </a:p>
              <a:p>
                <a:pPr marL="0" indent="0">
                  <a:buNone/>
                </a:pPr>
                <a:endParaRPr lang="en-US" sz="2400" dirty="0"/>
              </a:p>
              <a:p>
                <a:pPr marL="457200" indent="-457200">
                  <a:buFont typeface="+mj-lt"/>
                  <a:buAutoNum type="arabicPeriod"/>
                </a:pPr>
                <a:r>
                  <a:rPr lang="en-US" sz="2400" dirty="0"/>
                  <a:t>Choose an ordering of variables </a:t>
                </a:r>
                <a14:m>
                  <m:oMath xmlns:m="http://schemas.openxmlformats.org/officeDocument/2006/math">
                    <m:r>
                      <a:rPr lang="en-US" sz="2400" i="1" dirty="0" smtClean="0">
                        <a:latin typeface="Cambria Math" panose="02040503050406030204" pitchFamily="18" charset="0"/>
                      </a:rPr>
                      <m:t>𝑋</m:t>
                    </m:r>
                    <m:r>
                      <a:rPr lang="en-US" sz="2400" i="1" baseline="-25000" dirty="0">
                        <a:latin typeface="Cambria Math" panose="02040503050406030204" pitchFamily="18" charset="0"/>
                      </a:rPr>
                      <m:t>1</m:t>
                    </m:r>
                    <m:r>
                      <a:rPr lang="en-US" sz="2400" i="1" dirty="0">
                        <a:latin typeface="Cambria Math" panose="02040503050406030204" pitchFamily="18" charset="0"/>
                      </a:rPr>
                      <m:t>, … , </m:t>
                    </m:r>
                    <m:r>
                      <a:rPr lang="en-US" sz="2400" i="1" dirty="0" err="1">
                        <a:latin typeface="Cambria Math" panose="02040503050406030204" pitchFamily="18" charset="0"/>
                      </a:rPr>
                      <m:t>𝑋</m:t>
                    </m:r>
                    <m:r>
                      <a:rPr lang="en-US" sz="2400" i="1" baseline="-25000" dirty="0" err="1">
                        <a:latin typeface="Cambria Math" panose="02040503050406030204" pitchFamily="18" charset="0"/>
                      </a:rPr>
                      <m:t>𝑛</m:t>
                    </m:r>
                  </m:oMath>
                </a14:m>
                <a:endParaRPr lang="en-US" sz="2400" dirty="0"/>
              </a:p>
              <a:p>
                <a:pPr marL="457200" indent="-457200">
                  <a:buFont typeface="+mj-lt"/>
                  <a:buAutoNum type="arabicPeriod"/>
                </a:pPr>
                <a:r>
                  <a:rPr lang="en-US" sz="2400" dirty="0"/>
                  <a:t>For </a:t>
                </a:r>
                <a14:m>
                  <m:oMath xmlns:m="http://schemas.openxmlformats.org/officeDocument/2006/math">
                    <m:r>
                      <a:rPr lang="en-US" sz="2400" i="1" dirty="0" smtClean="0">
                        <a:latin typeface="Cambria Math" panose="02040503050406030204" pitchFamily="18" charset="0"/>
                      </a:rPr>
                      <m:t>𝑖</m:t>
                    </m:r>
                    <m:r>
                      <a:rPr lang="en-US" sz="2400" i="1" dirty="0">
                        <a:latin typeface="Cambria Math" panose="02040503050406030204" pitchFamily="18" charset="0"/>
                      </a:rPr>
                      <m:t> = 1 </m:t>
                    </m:r>
                  </m:oMath>
                </a14:m>
                <a:r>
                  <a:rPr lang="en-US" sz="2400" dirty="0"/>
                  <a:t>to </a:t>
                </a:r>
                <a14:m>
                  <m:oMath xmlns:m="http://schemas.openxmlformats.org/officeDocument/2006/math">
                    <m:r>
                      <a:rPr lang="en-US" sz="2400" i="1" dirty="0" smtClean="0">
                        <a:latin typeface="Cambria Math" panose="02040503050406030204" pitchFamily="18" charset="0"/>
                      </a:rPr>
                      <m:t>𝑛</m:t>
                    </m:r>
                  </m:oMath>
                </a14:m>
                <a:endParaRPr lang="en-US" sz="2400" dirty="0"/>
              </a:p>
              <a:p>
                <a:pPr marL="914400" lvl="1" indent="-457200"/>
                <a:r>
                  <a:rPr lang="en-US" sz="2400" dirty="0"/>
                  <a:t>add </a:t>
                </a:r>
                <a14:m>
                  <m:oMath xmlns:m="http://schemas.openxmlformats.org/officeDocument/2006/math">
                    <m:r>
                      <a:rPr lang="en-US" sz="2400" i="1" dirty="0" smtClean="0">
                        <a:latin typeface="Cambria Math" panose="02040503050406030204" pitchFamily="18" charset="0"/>
                      </a:rPr>
                      <m:t>𝑋</m:t>
                    </m:r>
                    <m:r>
                      <a:rPr lang="en-US" sz="2400" i="1" baseline="-25000" dirty="0">
                        <a:latin typeface="Cambria Math" panose="02040503050406030204" pitchFamily="18" charset="0"/>
                      </a:rPr>
                      <m:t>𝑖</m:t>
                    </m:r>
                    <m:r>
                      <a:rPr lang="en-US" sz="2400" i="1" dirty="0">
                        <a:latin typeface="Cambria Math" panose="02040503050406030204" pitchFamily="18" charset="0"/>
                      </a:rPr>
                      <m:t> </m:t>
                    </m:r>
                  </m:oMath>
                </a14:m>
                <a:r>
                  <a:rPr lang="en-US" sz="2400" dirty="0"/>
                  <a:t>to the network</a:t>
                </a:r>
              </a:p>
              <a:p>
                <a:pPr marL="914400" lvl="1" indent="-457200"/>
                <a:r>
                  <a:rPr lang="en-US" sz="2400" dirty="0"/>
                  <a:t>select parents from </a:t>
                </a:r>
                <a14:m>
                  <m:oMath xmlns:m="http://schemas.openxmlformats.org/officeDocument/2006/math">
                    <m:r>
                      <a:rPr lang="en-US" sz="2400" i="1" dirty="0" smtClean="0">
                        <a:latin typeface="Cambria Math" panose="02040503050406030204" pitchFamily="18" charset="0"/>
                      </a:rPr>
                      <m:t>𝑋</m:t>
                    </m:r>
                    <m:r>
                      <a:rPr lang="en-US" sz="2400" i="1" baseline="-25000" dirty="0">
                        <a:latin typeface="Cambria Math" panose="02040503050406030204" pitchFamily="18" charset="0"/>
                      </a:rPr>
                      <m:t>1</m:t>
                    </m:r>
                    <m:r>
                      <a:rPr lang="en-US" sz="2400" i="1" dirty="0">
                        <a:latin typeface="Cambria Math" panose="02040503050406030204" pitchFamily="18" charset="0"/>
                      </a:rPr>
                      <m:t>, … ,</m:t>
                    </m:r>
                    <m:sSub>
                      <m:sSubPr>
                        <m:ctrlPr>
                          <a:rPr lang="en-US" sz="2400" b="0" i="1" dirty="0" smtClean="0">
                            <a:latin typeface="Cambria Math" panose="02040503050406030204" pitchFamily="18" charset="0"/>
                          </a:rPr>
                        </m:ctrlPr>
                      </m:sSubPr>
                      <m:e>
                        <m:r>
                          <a:rPr lang="en-US" sz="2400" i="1" dirty="0">
                            <a:latin typeface="Cambria Math" panose="02040503050406030204" pitchFamily="18" charset="0"/>
                          </a:rPr>
                          <m:t>𝑋</m:t>
                        </m:r>
                      </m:e>
                      <m:sub>
                        <m:r>
                          <a:rPr lang="en-US" sz="2400" b="0" i="1" dirty="0" smtClean="0">
                            <a:latin typeface="Cambria Math" panose="02040503050406030204" pitchFamily="18" charset="0"/>
                          </a:rPr>
                          <m:t>𝑖</m:t>
                        </m:r>
                        <m:r>
                          <a:rPr lang="en-US" sz="2400" b="0" i="1" dirty="0" smtClean="0">
                            <a:latin typeface="Cambria Math" panose="02040503050406030204" pitchFamily="18" charset="0"/>
                          </a:rPr>
                          <m:t>−1</m:t>
                        </m:r>
                      </m:sub>
                    </m:sSub>
                  </m:oMath>
                </a14:m>
                <a:r>
                  <a:rPr lang="en-US" sz="2400" dirty="0"/>
                  <a:t> such that</a:t>
                </a:r>
                <a:br>
                  <a:rPr lang="en-US" sz="2400" dirty="0"/>
                </a:br>
                <a14:m>
                  <m:oMath xmlns:m="http://schemas.openxmlformats.org/officeDocument/2006/math">
                    <m:r>
                      <a:rPr lang="en-US" sz="2400" i="1" dirty="0" smtClean="0">
                        <a:solidFill>
                          <a:srgbClr val="0066FF"/>
                        </a:solidFill>
                        <a:latin typeface="Cambria Math" panose="02040503050406030204" pitchFamily="18" charset="0"/>
                      </a:rPr>
                      <m:t>𝑃</m:t>
                    </m:r>
                    <m:r>
                      <a:rPr lang="en-US" sz="2400" i="1" dirty="0" smtClean="0">
                        <a:solidFill>
                          <a:srgbClr val="0066FF"/>
                        </a:solidFill>
                        <a:latin typeface="Cambria Math" panose="02040503050406030204" pitchFamily="18" charset="0"/>
                      </a:rPr>
                      <m:t>(</m:t>
                    </m:r>
                    <m:sSub>
                      <m:sSubPr>
                        <m:ctrlPr>
                          <a:rPr lang="en-US" sz="2400" b="0" i="1" dirty="0" smtClean="0">
                            <a:solidFill>
                              <a:srgbClr val="0066FF"/>
                            </a:solidFill>
                            <a:latin typeface="Cambria Math" panose="02040503050406030204" pitchFamily="18" charset="0"/>
                          </a:rPr>
                        </m:ctrlPr>
                      </m:sSubPr>
                      <m:e>
                        <m:r>
                          <a:rPr lang="en-US" sz="2400" i="1" dirty="0" smtClean="0">
                            <a:solidFill>
                              <a:srgbClr val="0066FF"/>
                            </a:solidFill>
                            <a:latin typeface="Cambria Math" panose="02040503050406030204" pitchFamily="18" charset="0"/>
                          </a:rPr>
                          <m:t>𝑋</m:t>
                        </m:r>
                      </m:e>
                      <m:sub>
                        <m:r>
                          <a:rPr lang="en-US" sz="2400" b="0" i="1" dirty="0" smtClean="0">
                            <a:solidFill>
                              <a:srgbClr val="0066FF"/>
                            </a:solidFill>
                            <a:latin typeface="Cambria Math" panose="02040503050406030204" pitchFamily="18" charset="0"/>
                          </a:rPr>
                          <m:t>𝑖</m:t>
                        </m:r>
                      </m:sub>
                    </m:sSub>
                    <m:r>
                      <a:rPr lang="en-US" sz="2400" i="1" dirty="0">
                        <a:solidFill>
                          <a:srgbClr val="0066FF"/>
                        </a:solidFill>
                        <a:latin typeface="Cambria Math" panose="02040503050406030204" pitchFamily="18" charset="0"/>
                      </a:rPr>
                      <m:t> | </m:t>
                    </m:r>
                    <m:r>
                      <a:rPr lang="en-US" sz="2400" i="1" dirty="0">
                        <a:solidFill>
                          <a:srgbClr val="0066FF"/>
                        </a:solidFill>
                        <a:latin typeface="Cambria Math" panose="02040503050406030204" pitchFamily="18" charset="0"/>
                      </a:rPr>
                      <m:t>𝑃𝑎𝑟𝑒𝑛𝑡𝑠</m:t>
                    </m:r>
                    <m:r>
                      <a:rPr lang="en-US" sz="2400" i="1" dirty="0">
                        <a:solidFill>
                          <a:srgbClr val="0066FF"/>
                        </a:solidFill>
                        <a:latin typeface="Cambria Math" panose="02040503050406030204" pitchFamily="18" charset="0"/>
                      </a:rPr>
                      <m:t>(</m:t>
                    </m:r>
                    <m:sSub>
                      <m:sSubPr>
                        <m:ctrlPr>
                          <a:rPr lang="en-US" sz="2400" b="0" i="1" dirty="0" smtClean="0">
                            <a:solidFill>
                              <a:srgbClr val="0066FF"/>
                            </a:solidFill>
                            <a:latin typeface="Cambria Math" panose="02040503050406030204" pitchFamily="18" charset="0"/>
                          </a:rPr>
                        </m:ctrlPr>
                      </m:sSubPr>
                      <m:e>
                        <m:r>
                          <a:rPr lang="en-US" sz="2400" i="1" dirty="0">
                            <a:solidFill>
                              <a:srgbClr val="0066FF"/>
                            </a:solidFill>
                            <a:latin typeface="Cambria Math" panose="02040503050406030204" pitchFamily="18" charset="0"/>
                          </a:rPr>
                          <m:t>𝑋</m:t>
                        </m:r>
                      </m:e>
                      <m:sub>
                        <m:r>
                          <a:rPr lang="en-US" sz="2400" b="0" i="1" dirty="0" smtClean="0">
                            <a:solidFill>
                              <a:srgbClr val="0066FF"/>
                            </a:solidFill>
                            <a:latin typeface="Cambria Math" panose="02040503050406030204" pitchFamily="18" charset="0"/>
                          </a:rPr>
                          <m:t>𝑖</m:t>
                        </m:r>
                      </m:sub>
                    </m:sSub>
                    <m:r>
                      <a:rPr lang="en-US" sz="2400" i="1" dirty="0">
                        <a:solidFill>
                          <a:srgbClr val="0066FF"/>
                        </a:solidFill>
                        <a:latin typeface="Cambria Math" panose="02040503050406030204" pitchFamily="18" charset="0"/>
                      </a:rPr>
                      <m:t>)) = </m:t>
                    </m:r>
                    <m:r>
                      <a:rPr lang="en-US" sz="2400" i="1" dirty="0">
                        <a:solidFill>
                          <a:srgbClr val="0066FF"/>
                        </a:solidFill>
                        <a:latin typeface="Cambria Math" panose="02040503050406030204" pitchFamily="18" charset="0"/>
                      </a:rPr>
                      <m:t>𝑃</m:t>
                    </m:r>
                    <m:r>
                      <a:rPr lang="en-US" sz="2400" i="1" dirty="0">
                        <a:solidFill>
                          <a:srgbClr val="0066FF"/>
                        </a:solidFill>
                        <a:latin typeface="Cambria Math" panose="02040503050406030204" pitchFamily="18" charset="0"/>
                      </a:rPr>
                      <m:t>(</m:t>
                    </m:r>
                    <m:sSub>
                      <m:sSubPr>
                        <m:ctrlPr>
                          <a:rPr lang="en-US" sz="2400" b="0" i="1" dirty="0" smtClean="0">
                            <a:solidFill>
                              <a:srgbClr val="0066FF"/>
                            </a:solidFill>
                            <a:latin typeface="Cambria Math" panose="02040503050406030204" pitchFamily="18" charset="0"/>
                          </a:rPr>
                        </m:ctrlPr>
                      </m:sSubPr>
                      <m:e>
                        <m:r>
                          <a:rPr lang="en-US" sz="2400" i="1" dirty="0">
                            <a:solidFill>
                              <a:srgbClr val="0066FF"/>
                            </a:solidFill>
                            <a:latin typeface="Cambria Math" panose="02040503050406030204" pitchFamily="18" charset="0"/>
                          </a:rPr>
                          <m:t>𝑋</m:t>
                        </m:r>
                      </m:e>
                      <m:sub>
                        <m:r>
                          <a:rPr lang="en-US" sz="2400" b="0" i="1" dirty="0" smtClean="0">
                            <a:solidFill>
                              <a:srgbClr val="0066FF"/>
                            </a:solidFill>
                            <a:latin typeface="Cambria Math" panose="02040503050406030204" pitchFamily="18" charset="0"/>
                          </a:rPr>
                          <m:t>𝑖</m:t>
                        </m:r>
                      </m:sub>
                    </m:sSub>
                    <m:r>
                      <a:rPr lang="en-US" sz="2400" i="1" dirty="0">
                        <a:solidFill>
                          <a:srgbClr val="0066FF"/>
                        </a:solidFill>
                        <a:latin typeface="Cambria Math" panose="02040503050406030204" pitchFamily="18" charset="0"/>
                      </a:rPr>
                      <m:t> | </m:t>
                    </m:r>
                    <m:r>
                      <a:rPr lang="en-US" sz="2400" i="1" dirty="0">
                        <a:solidFill>
                          <a:srgbClr val="0066FF"/>
                        </a:solidFill>
                        <a:latin typeface="Cambria Math" panose="02040503050406030204" pitchFamily="18" charset="0"/>
                      </a:rPr>
                      <m:t>𝑋</m:t>
                    </m:r>
                    <m:r>
                      <a:rPr lang="en-US" sz="2400" i="1" baseline="-25000" dirty="0">
                        <a:solidFill>
                          <a:srgbClr val="0066FF"/>
                        </a:solidFill>
                        <a:latin typeface="Cambria Math" panose="02040503050406030204" pitchFamily="18" charset="0"/>
                      </a:rPr>
                      <m:t>1</m:t>
                    </m:r>
                    <m:r>
                      <a:rPr lang="en-US" sz="2400" i="1" dirty="0">
                        <a:solidFill>
                          <a:srgbClr val="0066FF"/>
                        </a:solidFill>
                        <a:latin typeface="Cambria Math" panose="02040503050406030204" pitchFamily="18" charset="0"/>
                      </a:rPr>
                      <m:t>, … </m:t>
                    </m:r>
                    <m:sSub>
                      <m:sSubPr>
                        <m:ctrlPr>
                          <a:rPr lang="en-US" sz="2400" b="0" i="1" dirty="0" smtClean="0">
                            <a:solidFill>
                              <a:srgbClr val="0066FF"/>
                            </a:solidFill>
                            <a:latin typeface="Cambria Math" panose="02040503050406030204" pitchFamily="18" charset="0"/>
                          </a:rPr>
                        </m:ctrlPr>
                      </m:sSubPr>
                      <m:e>
                        <m:r>
                          <a:rPr lang="en-US" sz="2400" i="1" dirty="0">
                            <a:solidFill>
                              <a:srgbClr val="0066FF"/>
                            </a:solidFill>
                            <a:latin typeface="Cambria Math" panose="02040503050406030204" pitchFamily="18" charset="0"/>
                          </a:rPr>
                          <m:t>𝑋</m:t>
                        </m:r>
                      </m:e>
                      <m:sub>
                        <m:r>
                          <a:rPr lang="en-US" sz="2400" b="0" i="1" dirty="0" smtClean="0">
                            <a:solidFill>
                              <a:srgbClr val="0066FF"/>
                            </a:solidFill>
                            <a:latin typeface="Cambria Math" panose="02040503050406030204" pitchFamily="18" charset="0"/>
                          </a:rPr>
                          <m:t>𝑖</m:t>
                        </m:r>
                        <m:r>
                          <a:rPr lang="en-US" sz="2400" b="0" i="1" dirty="0" smtClean="0">
                            <a:solidFill>
                              <a:srgbClr val="0066FF"/>
                            </a:solidFill>
                            <a:latin typeface="Cambria Math" panose="02040503050406030204" pitchFamily="18" charset="0"/>
                          </a:rPr>
                          <m:t>−1</m:t>
                        </m:r>
                      </m:sub>
                    </m:sSub>
                    <m:r>
                      <a:rPr lang="en-US" sz="2400" b="0" i="1" dirty="0" smtClean="0">
                        <a:solidFill>
                          <a:srgbClr val="0066FF"/>
                        </a:solidFill>
                        <a:latin typeface="Cambria Math" panose="02040503050406030204" pitchFamily="18" charset="0"/>
                      </a:rPr>
                      <m:t>)</m:t>
                    </m:r>
                  </m:oMath>
                </a14:m>
                <a:br>
                  <a:rPr lang="en-US" sz="2400" dirty="0">
                    <a:solidFill>
                      <a:srgbClr val="0066FF"/>
                    </a:solidFill>
                  </a:rPr>
                </a:br>
                <a:r>
                  <a:rPr lang="en-US" sz="2400" dirty="0"/>
                  <a:t>that is, add a connection only from nodes it directly depends on. </a:t>
                </a:r>
                <a:br>
                  <a:rPr lang="en-US" sz="2400" dirty="0">
                    <a:solidFill>
                      <a:srgbClr val="0066FF"/>
                    </a:solidFill>
                  </a:rPr>
                </a:br>
                <a:endParaRPr lang="en-US" b="1" dirty="0"/>
              </a:p>
              <a:p>
                <a:pPr marL="114300" indent="0">
                  <a:buNone/>
                </a:pPr>
                <a:r>
                  <a:rPr lang="en-US" b="1" dirty="0"/>
                  <a:t>Note</a:t>
                </a:r>
                <a:r>
                  <a:rPr lang="en-US" dirty="0"/>
                  <a:t>: There are many ways to order the variables. Networks are typically constructed by domain experts with causality in mind. E.g., Fire causes Smoke:</a:t>
                </a:r>
              </a:p>
              <a:p>
                <a:pPr marL="114300" indent="0">
                  <a:buNone/>
                </a:pPr>
                <a:endParaRPr lang="en-US" dirty="0"/>
              </a:p>
              <a:p>
                <a:pPr marL="114300" indent="0">
                  <a:buNone/>
                </a:pPr>
                <a:endParaRPr lang="en-US" dirty="0"/>
              </a:p>
              <a:p>
                <a:pPr marL="114300" indent="0">
                  <a:buNone/>
                </a:pPr>
                <a:r>
                  <a:rPr lang="en-US" dirty="0"/>
                  <a:t>The network resulting from causal ordering is typically sparse and conditional probabilities are easier to judge because they represent causal relationships.</a:t>
                </a:r>
              </a:p>
            </p:txBody>
          </p:sp>
        </mc:Choice>
        <mc:Fallback xmlns="">
          <p:sp>
            <p:nvSpPr>
              <p:cNvPr id="11267" name="Rectangle 3"/>
              <p:cNvSpPr>
                <a:spLocks noGrp="1" noRot="1" noChangeAspect="1" noMove="1" noResize="1" noEditPoints="1" noAdjustHandles="1" noChangeArrowheads="1" noChangeShapeType="1" noTextEdit="1"/>
              </p:cNvSpPr>
              <p:nvPr>
                <p:ph idx="1"/>
              </p:nvPr>
            </p:nvSpPr>
            <p:spPr>
              <a:xfrm>
                <a:off x="628650" y="1825624"/>
                <a:ext cx="7886700" cy="4498975"/>
              </a:xfrm>
              <a:blipFill>
                <a:blip r:embed="rId3"/>
                <a:stretch>
                  <a:fillRect l="-850" t="-2439"/>
                </a:stretch>
              </a:blipFill>
            </p:spPr>
            <p:txBody>
              <a:bodyPr/>
              <a:lstStyle/>
              <a:p>
                <a:r>
                  <a:rPr lang="en-US">
                    <a:noFill/>
                  </a:rPr>
                  <a:t> </a:t>
                </a:r>
              </a:p>
            </p:txBody>
          </p:sp>
        </mc:Fallback>
      </mc:AlternateContent>
      <p:grpSp>
        <p:nvGrpSpPr>
          <p:cNvPr id="2" name="Group 1">
            <a:extLst>
              <a:ext uri="{FF2B5EF4-FFF2-40B4-BE49-F238E27FC236}">
                <a16:creationId xmlns:a16="http://schemas.microsoft.com/office/drawing/2014/main" id="{F282C678-C5E3-907A-9D91-E49A21F1D18E}"/>
              </a:ext>
              <a:ext uri="{C183D7F6-B498-43B3-948B-1728B52AA6E4}">
                <adec:decorative xmlns:adec="http://schemas.microsoft.com/office/drawing/2017/decorative" val="1"/>
              </a:ext>
            </a:extLst>
          </p:cNvPr>
          <p:cNvGrpSpPr/>
          <p:nvPr/>
        </p:nvGrpSpPr>
        <p:grpSpPr>
          <a:xfrm>
            <a:off x="3124200" y="4953000"/>
            <a:ext cx="2895600" cy="533400"/>
            <a:chOff x="3124200" y="4953000"/>
            <a:chExt cx="2895600" cy="533400"/>
          </a:xfrm>
        </p:grpSpPr>
        <p:cxnSp>
          <p:nvCxnSpPr>
            <p:cNvPr id="7" name="Straight Arrow Connector 6">
              <a:extLst>
                <a:ext uri="{FF2B5EF4-FFF2-40B4-BE49-F238E27FC236}">
                  <a16:creationId xmlns:a16="http://schemas.microsoft.com/office/drawing/2014/main" id="{45D3F04D-2F58-4C9A-A41A-0F4B76791B46}"/>
                </a:ext>
              </a:extLst>
            </p:cNvPr>
            <p:cNvCxnSpPr>
              <a:cxnSpLocks/>
              <a:stCxn id="10" idx="6"/>
              <a:endCxn id="15" idx="2"/>
            </p:cNvCxnSpPr>
            <p:nvPr/>
          </p:nvCxnSpPr>
          <p:spPr>
            <a:xfrm>
              <a:off x="4210809" y="5219700"/>
              <a:ext cx="818391" cy="0"/>
            </a:xfrm>
            <a:prstGeom prst="straightConnector1">
              <a:avLst/>
            </a:prstGeom>
            <a:ln w="22225">
              <a:solidFill>
                <a:schemeClr val="tx1"/>
              </a:solidFill>
              <a:tailEnd type="arrow"/>
            </a:ln>
          </p:spPr>
          <p:style>
            <a:lnRef idx="1">
              <a:schemeClr val="accent1"/>
            </a:lnRef>
            <a:fillRef idx="0">
              <a:schemeClr val="accent1"/>
            </a:fillRef>
            <a:effectRef idx="0">
              <a:schemeClr val="accent1"/>
            </a:effectRef>
            <a:fontRef idx="minor">
              <a:schemeClr val="tx1"/>
            </a:fontRef>
          </p:style>
        </p:cxnSp>
        <p:sp>
          <p:nvSpPr>
            <p:cNvPr id="10" name="Oval 9">
              <a:extLst>
                <a:ext uri="{FF2B5EF4-FFF2-40B4-BE49-F238E27FC236}">
                  <a16:creationId xmlns:a16="http://schemas.microsoft.com/office/drawing/2014/main" id="{4A4F0091-0D6D-4958-AC66-FC9419F8D704}"/>
                </a:ext>
              </a:extLst>
            </p:cNvPr>
            <p:cNvSpPr/>
            <p:nvPr/>
          </p:nvSpPr>
          <p:spPr>
            <a:xfrm>
              <a:off x="3124200" y="4953000"/>
              <a:ext cx="1086609" cy="533400"/>
            </a:xfrm>
            <a:prstGeom prst="ellipse">
              <a:avLst/>
            </a:prstGeom>
            <a:noFill/>
            <a:ln w="22225">
              <a:solidFill>
                <a:schemeClr val="tx1"/>
              </a:solidFill>
            </a:ln>
          </p:spPr>
          <p:style>
            <a:lnRef idx="2">
              <a:schemeClr val="accent1">
                <a:shade val="50000"/>
              </a:schemeClr>
            </a:lnRef>
            <a:fillRef idx="1">
              <a:schemeClr val="accent1"/>
            </a:fillRef>
            <a:effectRef idx="0">
              <a:schemeClr val="accent1"/>
            </a:effectRef>
            <a:fontRef idx="minor">
              <a:schemeClr val="lt1"/>
            </a:fontRef>
          </p:style>
          <p:txBody>
            <a:bodyPr rtlCol="0" anchor="ctr"/>
            <a:lstStyle/>
            <a:p>
              <a:pPr algn="ctr"/>
              <a:r>
                <a:rPr lang="en-US" sz="1600" dirty="0">
                  <a:solidFill>
                    <a:schemeClr val="tx1"/>
                  </a:solidFill>
                </a:rPr>
                <a:t>Fire</a:t>
              </a:r>
              <a:endParaRPr lang="en-US" sz="1600" dirty="0"/>
            </a:p>
          </p:txBody>
        </p:sp>
        <p:sp>
          <p:nvSpPr>
            <p:cNvPr id="15" name="Oval 14">
              <a:extLst>
                <a:ext uri="{FF2B5EF4-FFF2-40B4-BE49-F238E27FC236}">
                  <a16:creationId xmlns:a16="http://schemas.microsoft.com/office/drawing/2014/main" id="{721D8E20-7100-403B-B112-40132284D918}"/>
                </a:ext>
              </a:extLst>
            </p:cNvPr>
            <p:cNvSpPr/>
            <p:nvPr/>
          </p:nvSpPr>
          <p:spPr>
            <a:xfrm>
              <a:off x="5029200" y="4953000"/>
              <a:ext cx="990600" cy="533400"/>
            </a:xfrm>
            <a:prstGeom prst="ellipse">
              <a:avLst/>
            </a:prstGeom>
            <a:noFill/>
            <a:ln w="22225">
              <a:solidFill>
                <a:schemeClr val="tx1"/>
              </a:solidFill>
            </a:ln>
          </p:spPr>
          <p:style>
            <a:lnRef idx="2">
              <a:schemeClr val="accent1">
                <a:shade val="50000"/>
              </a:schemeClr>
            </a:lnRef>
            <a:fillRef idx="1">
              <a:schemeClr val="accent1"/>
            </a:fillRef>
            <a:effectRef idx="0">
              <a:schemeClr val="accent1"/>
            </a:effectRef>
            <a:fontRef idx="minor">
              <a:schemeClr val="lt1"/>
            </a:fontRef>
          </p:style>
          <p:txBody>
            <a:bodyPr rtlCol="0" anchor="ctr"/>
            <a:lstStyle/>
            <a:p>
              <a:pPr algn="ctr"/>
              <a:r>
                <a:rPr lang="en-US" sz="1400" dirty="0">
                  <a:solidFill>
                    <a:schemeClr val="tx1"/>
                  </a:solidFill>
                </a:rPr>
                <a:t>Smoke</a:t>
              </a:r>
              <a:endParaRPr lang="en-US" sz="1400" baseline="-25000" dirty="0">
                <a:solidFill>
                  <a:schemeClr val="tx1"/>
                </a:solidFill>
              </a:endParaRPr>
            </a:p>
          </p:txBody>
        </p:sp>
      </p:grpSp>
      <p:sp>
        <p:nvSpPr>
          <p:cNvPr id="3" name="Rectangle 2">
            <a:extLst>
              <a:ext uri="{FF2B5EF4-FFF2-40B4-BE49-F238E27FC236}">
                <a16:creationId xmlns:a16="http://schemas.microsoft.com/office/drawing/2014/main" id="{8E7C9372-A478-70C7-A902-24D222CA3C87}"/>
              </a:ext>
            </a:extLst>
          </p:cNvPr>
          <p:cNvSpPr/>
          <p:nvPr/>
        </p:nvSpPr>
        <p:spPr>
          <a:xfrm>
            <a:off x="638934" y="2514601"/>
            <a:ext cx="7743066" cy="1752598"/>
          </a:xfrm>
          <a:prstGeom prst="rect">
            <a:avLst/>
          </a:prstGeom>
          <a:noFill/>
          <a:ln w="9525" cap="flat" cmpd="sng" algn="ctr">
            <a:solidFill>
              <a:schemeClr val="accent2"/>
            </a:solidFill>
            <a:prstDash val="solid"/>
            <a:round/>
            <a:headEnd type="none" w="med" len="med"/>
            <a:tailEnd type="none" w="med" len="med"/>
          </a:ln>
        </p:spPr>
        <p:style>
          <a:lnRef idx="0">
            <a:scrgbClr r="0" g="0" b="0"/>
          </a:lnRef>
          <a:fillRef idx="0">
            <a:scrgbClr r="0" g="0" b="0"/>
          </a:fillRef>
          <a:effectRef idx="0">
            <a:scrgbClr r="0" g="0" b="0"/>
          </a:effectRef>
          <a:fontRef idx="minor">
            <a:schemeClr val="accent2"/>
          </a:fontRef>
        </p:style>
        <p:txBody>
          <a:bodyPr rtlCol="0" anchor="ctr"/>
          <a:lstStyle/>
          <a:p>
            <a:pPr algn="ctr"/>
            <a:endParaRPr lang="en-US"/>
          </a:p>
        </p:txBody>
      </p:sp>
      <p:sp>
        <p:nvSpPr>
          <p:cNvPr id="4" name="TextBox 3">
            <a:extLst>
              <a:ext uri="{FF2B5EF4-FFF2-40B4-BE49-F238E27FC236}">
                <a16:creationId xmlns:a16="http://schemas.microsoft.com/office/drawing/2014/main" id="{1173B15A-A596-A3F0-C6F8-0DAA23DF6878}"/>
              </a:ext>
            </a:extLst>
          </p:cNvPr>
          <p:cNvSpPr txBox="1"/>
          <p:nvPr/>
        </p:nvSpPr>
        <p:spPr>
          <a:xfrm>
            <a:off x="7162800" y="2534723"/>
            <a:ext cx="1143000" cy="369332"/>
          </a:xfrm>
          <a:prstGeom prst="rect">
            <a:avLst/>
          </a:prstGeom>
        </p:spPr>
        <p:style>
          <a:lnRef idx="3">
            <a:schemeClr val="lt1"/>
          </a:lnRef>
          <a:fillRef idx="1">
            <a:schemeClr val="accent2"/>
          </a:fillRef>
          <a:effectRef idx="1">
            <a:schemeClr val="accent2"/>
          </a:effectRef>
          <a:fontRef idx="minor">
            <a:schemeClr val="lt1"/>
          </a:fontRef>
        </p:style>
        <p:txBody>
          <a:bodyPr wrap="square" rtlCol="0">
            <a:spAutoFit/>
          </a:bodyPr>
          <a:lstStyle/>
          <a:p>
            <a:r>
              <a:rPr lang="en-US" dirty="0"/>
              <a:t>Algorithm</a:t>
            </a:r>
          </a:p>
        </p:txBody>
      </p:sp>
    </p:spTree>
  </p:cSld>
  <p:clrMapOvr>
    <a:masterClrMapping/>
  </p:clrMapOvr>
  <p:timing>
    <p:tnLst>
      <p:par>
        <p:cTn id="1" dur="indefinite" restart="never" nodeType="tmRoot">
          <p:childTnLst>
            <p:seq concurrent="1" nextAc="seek">
              <p:cTn id="2" dur="indefinite" nodeType="mainSeq">
                <p:childTnLst>
                  <p:par>
                    <p:cTn id="3" fill="hold">
                      <p:stCondLst>
                        <p:cond delay="indefinite"/>
                      </p:stCondLst>
                      <p:childTnLst>
                        <p:par>
                          <p:cTn id="4" fill="hold">
                            <p:stCondLst>
                              <p:cond delay="0"/>
                            </p:stCondLst>
                            <p:childTnLst>
                              <p:par>
                                <p:cTn id="5" presetID="1" presetClass="entr" presetSubtype="0" fill="hold" nodeType="clickEffect">
                                  <p:stCondLst>
                                    <p:cond delay="0"/>
                                  </p:stCondLst>
                                  <p:childTnLst>
                                    <p:set>
                                      <p:cBhvr>
                                        <p:cTn id="6" dur="1" fill="hold">
                                          <p:stCondLst>
                                            <p:cond delay="0"/>
                                          </p:stCondLst>
                                        </p:cTn>
                                        <p:tgtEl>
                                          <p:spTgt spid="11267">
                                            <p:txEl>
                                              <p:pRg st="6" end="6"/>
                                            </p:txEl>
                                          </p:spTgt>
                                        </p:tgtEl>
                                        <p:attrNameLst>
                                          <p:attrName>style.visibility</p:attrName>
                                        </p:attrNameLst>
                                      </p:cBhvr>
                                      <p:to>
                                        <p:strVal val="visible"/>
                                      </p:to>
                                    </p:set>
                                  </p:childTnLst>
                                </p:cTn>
                              </p:par>
                              <p:par>
                                <p:cTn id="7" presetID="1" presetClass="entr" presetSubtype="0" fill="hold" nodeType="withEffect">
                                  <p:stCondLst>
                                    <p:cond delay="0"/>
                                  </p:stCondLst>
                                  <p:childTnLst>
                                    <p:set>
                                      <p:cBhvr>
                                        <p:cTn id="8" dur="1" fill="hold">
                                          <p:stCondLst>
                                            <p:cond delay="0"/>
                                          </p:stCondLst>
                                        </p:cTn>
                                        <p:tgtEl>
                                          <p:spTgt spid="11267">
                                            <p:txEl>
                                              <p:pRg st="9" end="9"/>
                                            </p:txEl>
                                          </p:spTgt>
                                        </p:tgtEl>
                                        <p:attrNameLst>
                                          <p:attrName>style.visibility</p:attrName>
                                        </p:attrNameLst>
                                      </p:cBhvr>
                                      <p:to>
                                        <p:strVal val="visible"/>
                                      </p:to>
                                    </p:set>
                                  </p:childTnLst>
                                </p:cTn>
                              </p:par>
                              <p:par>
                                <p:cTn id="9" presetID="1" presetClass="entr" presetSubtype="0" fill="hold" nodeType="withEffect">
                                  <p:stCondLst>
                                    <p:cond delay="0"/>
                                  </p:stCondLst>
                                  <p:childTnLst>
                                    <p:set>
                                      <p:cBhvr>
                                        <p:cTn id="10" dur="1" fill="hold">
                                          <p:stCondLst>
                                            <p:cond delay="0"/>
                                          </p:stCondLst>
                                        </p:cTn>
                                        <p:tgtEl>
                                          <p:spTgt spid="2"/>
                                        </p:tgtEl>
                                        <p:attrNameLst>
                                          <p:attrName>style.visibility</p:attrName>
                                        </p:attrNameLst>
                                      </p:cBhvr>
                                      <p:to>
                                        <p:strVal val="visible"/>
                                      </p:to>
                                    </p:set>
                                  </p:childTnLst>
                                </p:cTn>
                              </p:par>
                            </p:childTnLst>
                          </p:cTn>
                        </p:par>
                      </p:childTnLst>
                    </p:cTn>
                  </p:par>
                </p:childTnLst>
              </p:cTn>
              <p:prevCondLst>
                <p:cond evt="onPrev" delay="0">
                  <p:tgtEl>
                    <p:sldTgt/>
                  </p:tgtEl>
                </p:cond>
              </p:prevCondLst>
              <p:nextCondLst>
                <p:cond evt="onNext" delay="0">
                  <p:tgtEl>
                    <p:sldTgt/>
                  </p:tgtEl>
                </p:cond>
              </p:nextCondLst>
            </p:seq>
          </p:childTnLst>
        </p:cTn>
      </p:par>
    </p:tnLst>
  </p:timing>
</p:sld>
</file>

<file path=ppt/slides/slide21.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Title 1"/>
          <p:cNvSpPr>
            <a:spLocks noGrp="1"/>
          </p:cNvSpPr>
          <p:nvPr>
            <p:ph type="title"/>
          </p:nvPr>
        </p:nvSpPr>
        <p:spPr>
          <a:xfrm>
            <a:off x="457200" y="76200"/>
            <a:ext cx="8229600" cy="1066800"/>
          </a:xfrm>
        </p:spPr>
        <p:txBody>
          <a:bodyPr>
            <a:normAutofit/>
          </a:bodyPr>
          <a:lstStyle/>
          <a:p>
            <a:r>
              <a:rPr lang="en-US" sz="3600" dirty="0"/>
              <a:t>A Larger Bayes Network: Car diagnosis</a:t>
            </a:r>
          </a:p>
        </p:txBody>
      </p:sp>
      <p:pic>
        <p:nvPicPr>
          <p:cNvPr id="21506" name="Picture 2" descr="A large network showing the dependece between many random variables for car diagnosis."/>
          <p:cNvPicPr>
            <a:picLocks noChangeAspect="1" noChangeArrowheads="1"/>
          </p:cNvPicPr>
          <p:nvPr/>
        </p:nvPicPr>
        <p:blipFill>
          <a:blip r:embed="rId3" cstate="print"/>
          <a:srcRect/>
          <a:stretch>
            <a:fillRect/>
          </a:stretch>
        </p:blipFill>
        <p:spPr bwMode="auto">
          <a:xfrm>
            <a:off x="1311282" y="1295400"/>
            <a:ext cx="6521435" cy="3433938"/>
          </a:xfrm>
          <a:prstGeom prst="rect">
            <a:avLst/>
          </a:prstGeom>
          <a:noFill/>
          <a:ln w="9525">
            <a:noFill/>
            <a:miter lim="800000"/>
            <a:headEnd/>
            <a:tailEnd/>
          </a:ln>
        </p:spPr>
      </p:pic>
      <p:sp>
        <p:nvSpPr>
          <p:cNvPr id="3" name="Content Placeholder 2"/>
          <p:cNvSpPr>
            <a:spLocks noGrp="1"/>
          </p:cNvSpPr>
          <p:nvPr>
            <p:ph idx="1"/>
          </p:nvPr>
        </p:nvSpPr>
        <p:spPr>
          <a:xfrm>
            <a:off x="5562600" y="1066800"/>
            <a:ext cx="3124200" cy="1828800"/>
          </a:xfrm>
          <a:noFill/>
          <a:ln>
            <a:solidFill>
              <a:schemeClr val="accent2">
                <a:lumMod val="75000"/>
              </a:schemeClr>
            </a:solidFill>
          </a:ln>
        </p:spPr>
        <p:style>
          <a:lnRef idx="2">
            <a:schemeClr val="accent6"/>
          </a:lnRef>
          <a:fillRef idx="1">
            <a:schemeClr val="lt1"/>
          </a:fillRef>
          <a:effectRef idx="0">
            <a:schemeClr val="accent6"/>
          </a:effectRef>
          <a:fontRef idx="minor">
            <a:schemeClr val="dk1"/>
          </a:fontRef>
        </p:style>
        <p:txBody>
          <a:bodyPr>
            <a:normAutofit fontScale="77500" lnSpcReduction="20000"/>
          </a:bodyPr>
          <a:lstStyle/>
          <a:p>
            <a:r>
              <a:rPr lang="en-US" sz="2000" b="1" dirty="0">
                <a:solidFill>
                  <a:srgbClr val="FF0000"/>
                </a:solidFill>
              </a:rPr>
              <a:t>Initial observation</a:t>
            </a:r>
            <a:r>
              <a:rPr lang="en-US" sz="2000" dirty="0">
                <a:solidFill>
                  <a:srgbClr val="FF0000"/>
                </a:solidFill>
              </a:rPr>
              <a:t>: </a:t>
            </a:r>
            <a:r>
              <a:rPr lang="en-US" sz="2000" dirty="0"/>
              <a:t>car won’t start.</a:t>
            </a:r>
          </a:p>
          <a:p>
            <a:r>
              <a:rPr lang="en-US" sz="2000" b="1" dirty="0">
                <a:solidFill>
                  <a:schemeClr val="accent3"/>
                </a:solidFill>
              </a:rPr>
              <a:t>Green: </a:t>
            </a:r>
            <a:r>
              <a:rPr lang="en-US" sz="2000" dirty="0"/>
              <a:t>testable evidence.</a:t>
            </a:r>
            <a:endParaRPr lang="en-US" sz="2000" dirty="0">
              <a:solidFill>
                <a:srgbClr val="FFC000"/>
              </a:solidFill>
            </a:endParaRPr>
          </a:p>
          <a:p>
            <a:r>
              <a:rPr lang="en-US" sz="2000" b="1" dirty="0">
                <a:solidFill>
                  <a:schemeClr val="accent2"/>
                </a:solidFill>
              </a:rPr>
              <a:t>Orange: </a:t>
            </a:r>
            <a:r>
              <a:rPr lang="en-US" sz="2000" dirty="0"/>
              <a:t>reasons: “if broken, then fix it” </a:t>
            </a:r>
          </a:p>
          <a:p>
            <a:r>
              <a:rPr lang="en-US" sz="2000" b="1" dirty="0">
                <a:solidFill>
                  <a:schemeClr val="tx1">
                    <a:lumMod val="50000"/>
                    <a:lumOff val="50000"/>
                  </a:schemeClr>
                </a:solidFill>
              </a:rPr>
              <a:t>Gray: </a:t>
            </a:r>
            <a:r>
              <a:rPr lang="en-US" sz="2000" dirty="0"/>
              <a:t>“hidden variables” to ensure sparse structure, reduce parameters</a:t>
            </a:r>
          </a:p>
        </p:txBody>
      </p:sp>
      <p:sp>
        <p:nvSpPr>
          <p:cNvPr id="4" name="Speech Bubble: Rectangle with Corners Rounded 3">
            <a:extLst>
              <a:ext uri="{FF2B5EF4-FFF2-40B4-BE49-F238E27FC236}">
                <a16:creationId xmlns:a16="http://schemas.microsoft.com/office/drawing/2014/main" id="{D4CABCBE-634F-5D21-383F-F9EDD49D4B1A}"/>
              </a:ext>
              <a:ext uri="{C183D7F6-B498-43B3-948B-1728B52AA6E4}">
                <adec:decorative xmlns:adec="http://schemas.microsoft.com/office/drawing/2017/decorative" val="1"/>
              </a:ext>
            </a:extLst>
          </p:cNvPr>
          <p:cNvSpPr/>
          <p:nvPr/>
        </p:nvSpPr>
        <p:spPr>
          <a:xfrm>
            <a:off x="5791200" y="4881738"/>
            <a:ext cx="1143000" cy="541873"/>
          </a:xfrm>
          <a:prstGeom prst="wedgeRoundRectCallout">
            <a:avLst>
              <a:gd name="adj1" fmla="val -55751"/>
              <a:gd name="adj2" fmla="val -114216"/>
              <a:gd name="adj3" fmla="val 16667"/>
            </a:avLst>
          </a:prstGeom>
        </p:spPr>
        <p:style>
          <a:lnRef idx="2">
            <a:schemeClr val="accent3">
              <a:shade val="15000"/>
            </a:schemeClr>
          </a:lnRef>
          <a:fillRef idx="1">
            <a:schemeClr val="accent3"/>
          </a:fillRef>
          <a:effectRef idx="0">
            <a:schemeClr val="accent3"/>
          </a:effectRef>
          <a:fontRef idx="minor">
            <a:schemeClr val="lt1"/>
          </a:fontRef>
        </p:style>
        <p:txBody>
          <a:bodyPr rtlCol="0" anchor="ctr"/>
          <a:lstStyle/>
          <a:p>
            <a:pPr algn="ctr"/>
            <a:r>
              <a:rPr lang="en-US" sz="1400" dirty="0"/>
              <a:t>Initial Observation</a:t>
            </a:r>
          </a:p>
        </p:txBody>
      </p:sp>
      <mc:AlternateContent xmlns:mc="http://schemas.openxmlformats.org/markup-compatibility/2006" xmlns:a14="http://schemas.microsoft.com/office/drawing/2010/main">
        <mc:Choice Requires="a14">
          <p:sp>
            <p:nvSpPr>
              <p:cNvPr id="5" name="TextBox 4">
                <a:extLst>
                  <a:ext uri="{FF2B5EF4-FFF2-40B4-BE49-F238E27FC236}">
                    <a16:creationId xmlns:a16="http://schemas.microsoft.com/office/drawing/2014/main" id="{B1B95366-B78E-0938-6693-4294F9A74E8B}"/>
                  </a:ext>
                </a:extLst>
              </p:cNvPr>
              <p:cNvSpPr txBox="1"/>
              <p:nvPr/>
            </p:nvSpPr>
            <p:spPr>
              <a:xfrm>
                <a:off x="421193" y="5423611"/>
                <a:ext cx="8229600" cy="1200329"/>
              </a:xfrm>
              <a:prstGeom prst="rect">
                <a:avLst/>
              </a:prstGeom>
              <a:noFill/>
            </p:spPr>
            <p:txBody>
              <a:bodyPr wrap="square" rtlCol="0">
                <a:spAutoFit/>
              </a:bodyPr>
              <a:lstStyle/>
              <a:p>
                <a:pPr marL="285750" indent="-285750">
                  <a:buFont typeface="Arial" panose="020B0604020202020204" pitchFamily="34" charset="0"/>
                  <a:buChar char="•"/>
                </a:pPr>
                <a:r>
                  <a:rPr lang="en-US" dirty="0"/>
                  <a:t>The network was constructed by an expert with causality in mind.</a:t>
                </a:r>
              </a:p>
              <a:p>
                <a:pPr marL="285750" indent="-285750">
                  <a:buFont typeface="Arial" panose="020B0604020202020204" pitchFamily="34" charset="0"/>
                  <a:buChar char="•"/>
                </a:pPr>
                <a:r>
                  <a:rPr lang="en-US" dirty="0"/>
                  <a:t>The CPTs specify the joint probability distribution.</a:t>
                </a:r>
              </a:p>
              <a:p>
                <a:pPr marL="285750" indent="-285750">
                  <a:buFont typeface="Arial" panose="020B0604020202020204" pitchFamily="34" charset="0"/>
                  <a:buChar char="•"/>
                </a:pPr>
                <a:r>
                  <a:rPr lang="en-US" dirty="0"/>
                  <a:t>We can compute conditional probabilities like </a:t>
                </a:r>
                <a:br>
                  <a:rPr lang="en-US" i="1" dirty="0">
                    <a:latin typeface="Cambria Math" panose="02040503050406030204" pitchFamily="18" charset="0"/>
                  </a:rPr>
                </a:br>
                <a14:m>
                  <m:oMath xmlns:m="http://schemas.openxmlformats.org/officeDocument/2006/math">
                    <m:r>
                      <a:rPr lang="en-US" i="1" dirty="0" smtClean="0">
                        <a:latin typeface="Cambria Math" panose="02040503050406030204" pitchFamily="18" charset="0"/>
                      </a:rPr>
                      <m:t>𝑃</m:t>
                    </m:r>
                    <m:r>
                      <a:rPr lang="en-US" i="1" dirty="0" smtClean="0">
                        <a:latin typeface="Cambria Math" panose="02040503050406030204" pitchFamily="18" charset="0"/>
                      </a:rPr>
                      <m:t>(</m:t>
                    </m:r>
                    <m:r>
                      <m:rPr>
                        <m:nor/>
                      </m:rPr>
                      <a:rPr lang="en-US" i="0" dirty="0" smtClean="0">
                        <a:latin typeface="Cambria Math" panose="02040503050406030204" pitchFamily="18" charset="0"/>
                      </a:rPr>
                      <m:t>battery</m:t>
                    </m:r>
                    <m:r>
                      <m:rPr>
                        <m:nor/>
                      </m:rPr>
                      <a:rPr lang="en-US" i="0" dirty="0" smtClean="0">
                        <a:latin typeface="Cambria Math" panose="02040503050406030204" pitchFamily="18" charset="0"/>
                      </a:rPr>
                      <m:t> </m:t>
                    </m:r>
                    <m:r>
                      <m:rPr>
                        <m:nor/>
                      </m:rPr>
                      <a:rPr lang="en-US" i="0" dirty="0" smtClean="0">
                        <a:latin typeface="Cambria Math" panose="02040503050406030204" pitchFamily="18" charset="0"/>
                      </a:rPr>
                      <m:t>dead</m:t>
                    </m:r>
                    <m:r>
                      <m:rPr>
                        <m:nor/>
                      </m:rPr>
                      <a:rPr lang="en-US" i="0" dirty="0" smtClean="0">
                        <a:latin typeface="Cambria Math" panose="02040503050406030204" pitchFamily="18" charset="0"/>
                      </a:rPr>
                      <m:t> </m:t>
                    </m:r>
                    <m:r>
                      <a:rPr lang="en-US" i="1" dirty="0" smtClean="0">
                        <a:latin typeface="Cambria Math" panose="02040503050406030204" pitchFamily="18" charset="0"/>
                      </a:rPr>
                      <m:t>| </m:t>
                    </m:r>
                    <m:r>
                      <m:rPr>
                        <m:nor/>
                      </m:rPr>
                      <a:rPr lang="en-US" i="0" dirty="0" smtClean="0">
                        <a:latin typeface="Cambria Math" panose="02040503050406030204" pitchFamily="18" charset="0"/>
                      </a:rPr>
                      <m:t>car</m:t>
                    </m:r>
                    <m:r>
                      <m:rPr>
                        <m:nor/>
                      </m:rPr>
                      <a:rPr lang="en-US" i="0" dirty="0" smtClean="0">
                        <a:latin typeface="Cambria Math" panose="02040503050406030204" pitchFamily="18" charset="0"/>
                      </a:rPr>
                      <m:t> </m:t>
                    </m:r>
                    <m:r>
                      <m:rPr>
                        <m:nor/>
                      </m:rPr>
                      <a:rPr lang="en-US" i="0" dirty="0" smtClean="0">
                        <a:latin typeface="Cambria Math" panose="02040503050406030204" pitchFamily="18" charset="0"/>
                      </a:rPr>
                      <m:t>won</m:t>
                    </m:r>
                    <m:r>
                      <m:rPr>
                        <m:nor/>
                      </m:rPr>
                      <a:rPr lang="en-US" i="0" dirty="0" smtClean="0">
                        <a:latin typeface="Cambria Math" panose="02040503050406030204" pitchFamily="18" charset="0"/>
                      </a:rPr>
                      <m:t>’</m:t>
                    </m:r>
                    <m:r>
                      <m:rPr>
                        <m:nor/>
                      </m:rPr>
                      <a:rPr lang="en-US" i="0" dirty="0" smtClean="0">
                        <a:latin typeface="Cambria Math" panose="02040503050406030204" pitchFamily="18" charset="0"/>
                      </a:rPr>
                      <m:t>t</m:t>
                    </m:r>
                    <m:r>
                      <m:rPr>
                        <m:nor/>
                      </m:rPr>
                      <a:rPr lang="en-US" i="0" dirty="0" smtClean="0">
                        <a:latin typeface="Cambria Math" panose="02040503050406030204" pitchFamily="18" charset="0"/>
                      </a:rPr>
                      <m:t> </m:t>
                    </m:r>
                    <m:r>
                      <m:rPr>
                        <m:nor/>
                      </m:rPr>
                      <a:rPr lang="en-US" i="0" dirty="0" smtClean="0">
                        <a:latin typeface="Cambria Math" panose="02040503050406030204" pitchFamily="18" charset="0"/>
                      </a:rPr>
                      <m:t>start</m:t>
                    </m:r>
                    <m:r>
                      <a:rPr lang="en-US" i="1" dirty="0" smtClean="0">
                        <a:latin typeface="Cambria Math" panose="02040503050406030204" pitchFamily="18" charset="0"/>
                      </a:rPr>
                      <m:t>)</m:t>
                    </m:r>
                  </m:oMath>
                </a14:m>
                <a:r>
                  <a:rPr lang="en-US" dirty="0"/>
                  <a:t> vs. </a:t>
                </a:r>
                <a14:m>
                  <m:oMath xmlns:m="http://schemas.openxmlformats.org/officeDocument/2006/math">
                    <m:r>
                      <a:rPr lang="en-US" i="1" dirty="0">
                        <a:latin typeface="Cambria Math" panose="02040503050406030204" pitchFamily="18" charset="0"/>
                      </a:rPr>
                      <m:t>𝑃</m:t>
                    </m:r>
                    <m:r>
                      <a:rPr lang="en-US" i="1" dirty="0">
                        <a:latin typeface="Cambria Math" panose="02040503050406030204" pitchFamily="18" charset="0"/>
                      </a:rPr>
                      <m:t>(</m:t>
                    </m:r>
                    <m:r>
                      <m:rPr>
                        <m:nor/>
                      </m:rPr>
                      <a:rPr lang="en-US" b="0" i="0" dirty="0" smtClean="0">
                        <a:latin typeface="Cambria Math" panose="02040503050406030204" pitchFamily="18" charset="0"/>
                      </a:rPr>
                      <m:t>starter</m:t>
                    </m:r>
                    <m:r>
                      <m:rPr>
                        <m:nor/>
                      </m:rPr>
                      <a:rPr lang="en-US" b="0" i="0" dirty="0" smtClean="0">
                        <a:latin typeface="Cambria Math" panose="02040503050406030204" pitchFamily="18" charset="0"/>
                      </a:rPr>
                      <m:t> </m:t>
                    </m:r>
                    <m:r>
                      <m:rPr>
                        <m:nor/>
                      </m:rPr>
                      <a:rPr lang="en-US" b="0" i="0" dirty="0" smtClean="0">
                        <a:latin typeface="Cambria Math" panose="02040503050406030204" pitchFamily="18" charset="0"/>
                      </a:rPr>
                      <m:t>broken</m:t>
                    </m:r>
                    <m:r>
                      <a:rPr lang="en-US" i="1" dirty="0">
                        <a:latin typeface="Cambria Math" panose="02040503050406030204" pitchFamily="18" charset="0"/>
                      </a:rPr>
                      <m:t>| </m:t>
                    </m:r>
                    <m:r>
                      <m:rPr>
                        <m:nor/>
                      </m:rPr>
                      <a:rPr lang="en-US" dirty="0">
                        <a:latin typeface="Cambria Math" panose="02040503050406030204" pitchFamily="18" charset="0"/>
                      </a:rPr>
                      <m:t>car</m:t>
                    </m:r>
                    <m:r>
                      <m:rPr>
                        <m:nor/>
                      </m:rPr>
                      <a:rPr lang="en-US" dirty="0">
                        <a:latin typeface="Cambria Math" panose="02040503050406030204" pitchFamily="18" charset="0"/>
                      </a:rPr>
                      <m:t> </m:t>
                    </m:r>
                    <m:r>
                      <m:rPr>
                        <m:nor/>
                      </m:rPr>
                      <a:rPr lang="en-US" dirty="0">
                        <a:latin typeface="Cambria Math" panose="02040503050406030204" pitchFamily="18" charset="0"/>
                      </a:rPr>
                      <m:t>won</m:t>
                    </m:r>
                    <m:r>
                      <m:rPr>
                        <m:nor/>
                      </m:rPr>
                      <a:rPr lang="en-US" dirty="0">
                        <a:latin typeface="Cambria Math" panose="02040503050406030204" pitchFamily="18" charset="0"/>
                      </a:rPr>
                      <m:t>’</m:t>
                    </m:r>
                    <m:r>
                      <m:rPr>
                        <m:nor/>
                      </m:rPr>
                      <a:rPr lang="en-US" dirty="0">
                        <a:latin typeface="Cambria Math" panose="02040503050406030204" pitchFamily="18" charset="0"/>
                      </a:rPr>
                      <m:t>t</m:t>
                    </m:r>
                    <m:r>
                      <m:rPr>
                        <m:nor/>
                      </m:rPr>
                      <a:rPr lang="en-US" dirty="0">
                        <a:latin typeface="Cambria Math" panose="02040503050406030204" pitchFamily="18" charset="0"/>
                      </a:rPr>
                      <m:t> </m:t>
                    </m:r>
                    <m:r>
                      <m:rPr>
                        <m:nor/>
                      </m:rPr>
                      <a:rPr lang="en-US" dirty="0">
                        <a:latin typeface="Cambria Math" panose="02040503050406030204" pitchFamily="18" charset="0"/>
                      </a:rPr>
                      <m:t>start</m:t>
                    </m:r>
                    <m:r>
                      <a:rPr lang="en-US" i="1" dirty="0">
                        <a:latin typeface="Cambria Math" panose="02040503050406030204" pitchFamily="18" charset="0"/>
                      </a:rPr>
                      <m:t>)</m:t>
                    </m:r>
                  </m:oMath>
                </a14:m>
                <a:r>
                  <a:rPr lang="en-US" dirty="0"/>
                  <a:t> </a:t>
                </a:r>
              </a:p>
            </p:txBody>
          </p:sp>
        </mc:Choice>
        <mc:Fallback xmlns="">
          <p:sp>
            <p:nvSpPr>
              <p:cNvPr id="5" name="TextBox 4">
                <a:extLst>
                  <a:ext uri="{FF2B5EF4-FFF2-40B4-BE49-F238E27FC236}">
                    <a16:creationId xmlns:a16="http://schemas.microsoft.com/office/drawing/2014/main" id="{B1B95366-B78E-0938-6693-4294F9A74E8B}"/>
                  </a:ext>
                </a:extLst>
              </p:cNvPr>
              <p:cNvSpPr txBox="1">
                <a:spLocks noRot="1" noChangeAspect="1" noMove="1" noResize="1" noEditPoints="1" noAdjustHandles="1" noChangeArrowheads="1" noChangeShapeType="1" noTextEdit="1"/>
              </p:cNvSpPr>
              <p:nvPr/>
            </p:nvSpPr>
            <p:spPr>
              <a:xfrm>
                <a:off x="421193" y="5423611"/>
                <a:ext cx="8229600" cy="1200329"/>
              </a:xfrm>
              <a:prstGeom prst="rect">
                <a:avLst/>
              </a:prstGeom>
              <a:blipFill>
                <a:blip r:embed="rId4"/>
                <a:stretch>
                  <a:fillRect l="-444" t="-3046" b="-7107"/>
                </a:stretch>
              </a:blipFill>
            </p:spPr>
            <p:txBody>
              <a:bodyPr/>
              <a:lstStyle/>
              <a:p>
                <a:r>
                  <a:rPr lang="en-US">
                    <a:noFill/>
                  </a:rPr>
                  <a:t> </a:t>
                </a:r>
              </a:p>
            </p:txBody>
          </p:sp>
        </mc:Fallback>
      </mc:AlternateContent>
    </p:spTree>
  </p:cSld>
  <p:clrMapOvr>
    <a:masterClrMapping/>
  </p:clrMapOvr>
  <p:timing>
    <p:tnLst>
      <p:par>
        <p:cTn id="1" dur="indefinite" restart="never" nodeType="tmRoot">
          <p:childTnLst>
            <p:seq concurrent="1" nextAc="seek">
              <p:cTn id="2" dur="indefinite" nodeType="mainSeq">
                <p:childTnLst>
                  <p:par>
                    <p:cTn id="3" fill="hold">
                      <p:stCondLst>
                        <p:cond delay="indefinite"/>
                      </p:stCondLst>
                      <p:childTnLst>
                        <p:par>
                          <p:cTn id="4" fill="hold">
                            <p:stCondLst>
                              <p:cond delay="0"/>
                            </p:stCondLst>
                            <p:childTnLst>
                              <p:par>
                                <p:cTn id="5" presetID="1" presetClass="entr" presetSubtype="0" fill="hold" nodeType="clickEffect">
                                  <p:stCondLst>
                                    <p:cond delay="0"/>
                                  </p:stCondLst>
                                  <p:childTnLst>
                                    <p:set>
                                      <p:cBhvr>
                                        <p:cTn id="6" dur="1" fill="hold">
                                          <p:stCondLst>
                                            <p:cond delay="0"/>
                                          </p:stCondLst>
                                        </p:cTn>
                                        <p:tgtEl>
                                          <p:spTgt spid="5">
                                            <p:txEl>
                                              <p:pRg st="0" end="0"/>
                                            </p:txEl>
                                          </p:spTgt>
                                        </p:tgtEl>
                                        <p:attrNameLst>
                                          <p:attrName>style.visibility</p:attrName>
                                        </p:attrNameLst>
                                      </p:cBhvr>
                                      <p:to>
                                        <p:strVal val="visible"/>
                                      </p:to>
                                    </p:set>
                                  </p:childTnLst>
                                </p:cTn>
                              </p:par>
                            </p:childTnLst>
                          </p:cTn>
                        </p:par>
                      </p:childTnLst>
                    </p:cTn>
                  </p:par>
                  <p:par>
                    <p:cTn id="7" fill="hold">
                      <p:stCondLst>
                        <p:cond delay="indefinite"/>
                      </p:stCondLst>
                      <p:childTnLst>
                        <p:par>
                          <p:cTn id="8" fill="hold">
                            <p:stCondLst>
                              <p:cond delay="0"/>
                            </p:stCondLst>
                            <p:childTnLst>
                              <p:par>
                                <p:cTn id="9" presetID="1" presetClass="entr" presetSubtype="0" fill="hold" nodeType="clickEffect">
                                  <p:stCondLst>
                                    <p:cond delay="0"/>
                                  </p:stCondLst>
                                  <p:childTnLst>
                                    <p:set>
                                      <p:cBhvr>
                                        <p:cTn id="10" dur="1" fill="hold">
                                          <p:stCondLst>
                                            <p:cond delay="0"/>
                                          </p:stCondLst>
                                        </p:cTn>
                                        <p:tgtEl>
                                          <p:spTgt spid="5">
                                            <p:txEl>
                                              <p:pRg st="1" end="1"/>
                                            </p:txEl>
                                          </p:spTgt>
                                        </p:tgtEl>
                                        <p:attrNameLst>
                                          <p:attrName>style.visibility</p:attrName>
                                        </p:attrNameLst>
                                      </p:cBhvr>
                                      <p:to>
                                        <p:strVal val="visible"/>
                                      </p:to>
                                    </p:set>
                                  </p:childTnLst>
                                </p:cTn>
                              </p:par>
                            </p:childTnLst>
                          </p:cTn>
                        </p:par>
                      </p:childTnLst>
                    </p:cTn>
                  </p:par>
                  <p:par>
                    <p:cTn id="11" fill="hold">
                      <p:stCondLst>
                        <p:cond delay="indefinite"/>
                      </p:stCondLst>
                      <p:childTnLst>
                        <p:par>
                          <p:cTn id="12" fill="hold">
                            <p:stCondLst>
                              <p:cond delay="0"/>
                            </p:stCondLst>
                            <p:childTnLst>
                              <p:par>
                                <p:cTn id="13" presetID="1" presetClass="entr" presetSubtype="0" fill="hold" grpId="0" nodeType="clickEffect">
                                  <p:stCondLst>
                                    <p:cond delay="0"/>
                                  </p:stCondLst>
                                  <p:childTnLst>
                                    <p:set>
                                      <p:cBhvr>
                                        <p:cTn id="14" dur="1" fill="hold">
                                          <p:stCondLst>
                                            <p:cond delay="0"/>
                                          </p:stCondLst>
                                        </p:cTn>
                                        <p:tgtEl>
                                          <p:spTgt spid="4"/>
                                        </p:tgtEl>
                                        <p:attrNameLst>
                                          <p:attrName>style.visibility</p:attrName>
                                        </p:attrNameLst>
                                      </p:cBhvr>
                                      <p:to>
                                        <p:strVal val="visible"/>
                                      </p:to>
                                    </p:set>
                                  </p:childTnLst>
                                </p:cTn>
                              </p:par>
                            </p:childTnLst>
                          </p:cTn>
                        </p:par>
                      </p:childTnLst>
                    </p:cTn>
                  </p:par>
                  <p:par>
                    <p:cTn id="15" fill="hold">
                      <p:stCondLst>
                        <p:cond delay="indefinite"/>
                      </p:stCondLst>
                      <p:childTnLst>
                        <p:par>
                          <p:cTn id="16" fill="hold">
                            <p:stCondLst>
                              <p:cond delay="0"/>
                            </p:stCondLst>
                            <p:childTnLst>
                              <p:par>
                                <p:cTn id="17" presetID="1" presetClass="entr" presetSubtype="0" fill="hold" nodeType="clickEffect">
                                  <p:stCondLst>
                                    <p:cond delay="0"/>
                                  </p:stCondLst>
                                  <p:childTnLst>
                                    <p:set>
                                      <p:cBhvr>
                                        <p:cTn id="18" dur="1" fill="hold">
                                          <p:stCondLst>
                                            <p:cond delay="0"/>
                                          </p:stCondLst>
                                        </p:cTn>
                                        <p:tgtEl>
                                          <p:spTgt spid="5">
                                            <p:txEl>
                                              <p:pRg st="2" end="2"/>
                                            </p:txEl>
                                          </p:spTgt>
                                        </p:tgtEl>
                                        <p:attrNameLst>
                                          <p:attrName>style.visibility</p:attrName>
                                        </p:attrNameLst>
                                      </p:cBhvr>
                                      <p:to>
                                        <p:strVal val="visible"/>
                                      </p:to>
                                    </p:set>
                                  </p:childTnLst>
                                </p:cTn>
                              </p:par>
                            </p:childTnLst>
                          </p:cTn>
                        </p:par>
                      </p:childTnLst>
                    </p:cTn>
                  </p:par>
                </p:childTnLst>
              </p:cTn>
              <p:prevCondLst>
                <p:cond evt="onPrev" delay="0">
                  <p:tgtEl>
                    <p:sldTgt/>
                  </p:tgtEl>
                </p:cond>
              </p:prevCondLst>
              <p:nextCondLst>
                <p:cond evt="onNext" delay="0">
                  <p:tgtEl>
                    <p:sldTgt/>
                  </p:tgtEl>
                </p:cond>
              </p:nextCondLst>
            </p:seq>
          </p:childTnLst>
        </p:cTn>
      </p:par>
    </p:tnLst>
    <p:bldLst>
      <p:bldP spid="4" grpId="0" animBg="1"/>
    </p:bldLst>
  </p:timing>
</p:sld>
</file>

<file path=ppt/slides/slide22.xml><?xml version="1.0" encoding="utf-8"?>
<p:sld xmlns:a="http://schemas.openxmlformats.org/drawingml/2006/main" xmlns:r="http://schemas.openxmlformats.org/officeDocument/2006/relationships" xmlns:p="http://schemas.openxmlformats.org/presentationml/2006/main" show="0">
  <p:cSld>
    <p:spTree>
      <p:nvGrpSpPr>
        <p:cNvPr id="1" name=""/>
        <p:cNvGrpSpPr/>
        <p:nvPr/>
      </p:nvGrpSpPr>
      <p:grpSpPr>
        <a:xfrm>
          <a:off x="0" y="0"/>
          <a:ext cx="0" cy="0"/>
          <a:chOff x="0" y="0"/>
          <a:chExt cx="0" cy="0"/>
        </a:xfrm>
      </p:grpSpPr>
      <p:sp>
        <p:nvSpPr>
          <p:cNvPr id="2" name="Title 1"/>
          <p:cNvSpPr>
            <a:spLocks noGrp="1"/>
          </p:cNvSpPr>
          <p:nvPr>
            <p:ph type="title"/>
          </p:nvPr>
        </p:nvSpPr>
        <p:spPr>
          <a:xfrm>
            <a:off x="457200" y="198438"/>
            <a:ext cx="8229600" cy="639762"/>
          </a:xfrm>
        </p:spPr>
        <p:txBody>
          <a:bodyPr>
            <a:normAutofit/>
          </a:bodyPr>
          <a:lstStyle/>
          <a:p>
            <a:r>
              <a:rPr lang="en-US" dirty="0"/>
              <a:t>Car insurance: Cost is affected by many factors</a:t>
            </a:r>
          </a:p>
        </p:txBody>
      </p:sp>
      <p:sp>
        <p:nvSpPr>
          <p:cNvPr id="3" name="Content Placeholder 2"/>
          <p:cNvSpPr>
            <a:spLocks noGrp="1"/>
          </p:cNvSpPr>
          <p:nvPr>
            <p:ph idx="1"/>
          </p:nvPr>
        </p:nvSpPr>
        <p:spPr/>
        <p:txBody>
          <a:bodyPr/>
          <a:lstStyle/>
          <a:p>
            <a:endParaRPr lang="en-US"/>
          </a:p>
        </p:txBody>
      </p:sp>
      <p:pic>
        <p:nvPicPr>
          <p:cNvPr id="4" name="Picture 3">
            <a:extLst>
              <a:ext uri="{FF2B5EF4-FFF2-40B4-BE49-F238E27FC236}">
                <a16:creationId xmlns:a16="http://schemas.microsoft.com/office/drawing/2014/main" id="{D4D5DC74-C0AF-405D-8801-A274DEC09940}"/>
              </a:ext>
              <a:ext uri="{C183D7F6-B498-43B3-948B-1728B52AA6E4}">
                <adec:decorative xmlns:adec="http://schemas.microsoft.com/office/drawing/2017/decorative" val="1"/>
              </a:ext>
            </a:extLst>
          </p:cNvPr>
          <p:cNvPicPr>
            <a:picLocks noChangeAspect="1"/>
          </p:cNvPicPr>
          <p:nvPr/>
        </p:nvPicPr>
        <p:blipFill>
          <a:blip r:embed="rId3"/>
          <a:stretch>
            <a:fillRect/>
          </a:stretch>
        </p:blipFill>
        <p:spPr>
          <a:xfrm>
            <a:off x="3621" y="904875"/>
            <a:ext cx="9136758" cy="5495925"/>
          </a:xfrm>
          <a:prstGeom prst="rect">
            <a:avLst/>
          </a:prstGeom>
        </p:spPr>
      </p:pic>
    </p:spTree>
  </p:cSld>
  <p:clrMapOvr>
    <a:masterClrMapping/>
  </p:clrMapOvr>
</p:sld>
</file>

<file path=ppt/slides/slide23.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13314" name="Rectangle 2"/>
          <p:cNvSpPr>
            <a:spLocks noGrp="1" noChangeArrowheads="1"/>
          </p:cNvSpPr>
          <p:nvPr>
            <p:ph type="title"/>
          </p:nvPr>
        </p:nvSpPr>
        <p:spPr/>
        <p:txBody>
          <a:bodyPr/>
          <a:lstStyle/>
          <a:p>
            <a:r>
              <a:rPr lang="en-US" dirty="0"/>
              <a:t>Summary</a:t>
            </a:r>
          </a:p>
        </p:txBody>
      </p:sp>
      <p:sp>
        <p:nvSpPr>
          <p:cNvPr id="13315" name="Rectangle 3"/>
          <p:cNvSpPr>
            <a:spLocks noGrp="1" noChangeArrowheads="1"/>
          </p:cNvSpPr>
          <p:nvPr>
            <p:ph idx="1"/>
          </p:nvPr>
        </p:nvSpPr>
        <p:spPr>
          <a:xfrm>
            <a:off x="628650" y="1825625"/>
            <a:ext cx="7886700" cy="4117975"/>
          </a:xfrm>
        </p:spPr>
        <p:txBody>
          <a:bodyPr>
            <a:normAutofit fontScale="70000" lnSpcReduction="20000"/>
          </a:bodyPr>
          <a:lstStyle/>
          <a:p>
            <a:r>
              <a:rPr lang="en-US" sz="2400" dirty="0"/>
              <a:t>Bayesian networks provide a </a:t>
            </a:r>
            <a:r>
              <a:rPr lang="en-US" sz="2400" b="1" dirty="0"/>
              <a:t>natural representation for joint probabilities</a:t>
            </a:r>
            <a:r>
              <a:rPr lang="en-US" sz="2400" dirty="0"/>
              <a:t> used to calculate conditional probabilities needed for inference (prediction).</a:t>
            </a:r>
          </a:p>
          <a:p>
            <a:r>
              <a:rPr lang="en-US" sz="2400" b="1" dirty="0"/>
              <a:t>Conditional independence </a:t>
            </a:r>
            <a:r>
              <a:rPr lang="en-US" sz="2400" dirty="0"/>
              <a:t>(induced by causality) reduces the number of needed parameters and creates a compact network. </a:t>
            </a:r>
          </a:p>
          <a:p>
            <a:r>
              <a:rPr lang="en-US" sz="2400" dirty="0"/>
              <a:t>Bayesian networks let us make optimal decisions as long as independence assumptions hold.</a:t>
            </a:r>
          </a:p>
          <a:p>
            <a:endParaRPr lang="en-US" sz="2400" dirty="0"/>
          </a:p>
          <a:p>
            <a:r>
              <a:rPr lang="en-US" sz="2400" dirty="0"/>
              <a:t>Representation</a:t>
            </a:r>
          </a:p>
          <a:p>
            <a:pPr lvl="1"/>
            <a:r>
              <a:rPr lang="en-US" sz="2000" dirty="0"/>
              <a:t>Topology (nodes and edges)</a:t>
            </a:r>
          </a:p>
          <a:p>
            <a:pPr lvl="1"/>
            <a:r>
              <a:rPr lang="en-US" sz="2000" dirty="0"/>
              <a:t>Conditional probability tables (CPTs)</a:t>
            </a:r>
          </a:p>
          <a:p>
            <a:pPr lvl="1"/>
            <a:endParaRPr lang="en-US" sz="2000" dirty="0"/>
          </a:p>
          <a:p>
            <a:r>
              <a:rPr lang="en-US" sz="2300" dirty="0"/>
              <a:t>Construction</a:t>
            </a:r>
          </a:p>
          <a:p>
            <a:pPr lvl="1"/>
            <a:r>
              <a:rPr lang="en-US" sz="2000" dirty="0"/>
              <a:t>Typically easy for domain experts </a:t>
            </a:r>
          </a:p>
          <a:p>
            <a:pPr lvl="1"/>
            <a:r>
              <a:rPr lang="en-US" sz="2000" dirty="0"/>
              <a:t>to construct thinking about causality.</a:t>
            </a:r>
          </a:p>
          <a:p>
            <a:pPr lvl="1"/>
            <a:endParaRPr lang="en-US" sz="2000" dirty="0"/>
          </a:p>
          <a:p>
            <a:r>
              <a:rPr lang="en-US" sz="2300" dirty="0"/>
              <a:t>Use</a:t>
            </a:r>
          </a:p>
          <a:p>
            <a:pPr lvl="1"/>
            <a:r>
              <a:rPr lang="en-US" sz="2000" dirty="0"/>
              <a:t>Calculating conditional probabilities for</a:t>
            </a:r>
            <a:br>
              <a:rPr lang="en-US" sz="2000" dirty="0"/>
            </a:br>
            <a:r>
              <a:rPr lang="en-US" sz="2000" dirty="0"/>
              <a:t>decision making is called inference.</a:t>
            </a:r>
          </a:p>
        </p:txBody>
      </p:sp>
      <p:grpSp>
        <p:nvGrpSpPr>
          <p:cNvPr id="3" name="Group 2">
            <a:extLst>
              <a:ext uri="{FF2B5EF4-FFF2-40B4-BE49-F238E27FC236}">
                <a16:creationId xmlns:a16="http://schemas.microsoft.com/office/drawing/2014/main" id="{C3BBF21C-154D-086F-039E-6CE3DE191E23}"/>
              </a:ext>
              <a:ext uri="{C183D7F6-B498-43B3-948B-1728B52AA6E4}">
                <adec:decorative xmlns:adec="http://schemas.microsoft.com/office/drawing/2017/decorative" val="1"/>
              </a:ext>
            </a:extLst>
          </p:cNvPr>
          <p:cNvGrpSpPr/>
          <p:nvPr/>
        </p:nvGrpSpPr>
        <p:grpSpPr>
          <a:xfrm>
            <a:off x="4273062" y="3405554"/>
            <a:ext cx="4248150" cy="2943999"/>
            <a:chOff x="4267201" y="3533001"/>
            <a:chExt cx="4248150" cy="2943999"/>
          </a:xfrm>
        </p:grpSpPr>
        <p:pic>
          <p:nvPicPr>
            <p:cNvPr id="6" name="Picture 5">
              <a:extLst>
                <a:ext uri="{FF2B5EF4-FFF2-40B4-BE49-F238E27FC236}">
                  <a16:creationId xmlns:a16="http://schemas.microsoft.com/office/drawing/2014/main" id="{55532B94-F51F-49AE-A5D7-BD23A5ACC938}"/>
                </a:ext>
              </a:extLst>
            </p:cNvPr>
            <p:cNvPicPr>
              <a:picLocks noChangeAspect="1"/>
            </p:cNvPicPr>
            <p:nvPr/>
          </p:nvPicPr>
          <p:blipFill>
            <a:blip r:embed="rId3"/>
            <a:stretch>
              <a:fillRect/>
            </a:stretch>
          </p:blipFill>
          <p:spPr>
            <a:xfrm>
              <a:off x="4267201" y="3889839"/>
              <a:ext cx="4248150" cy="2587161"/>
            </a:xfrm>
            <a:prstGeom prst="rect">
              <a:avLst/>
            </a:prstGeom>
          </p:spPr>
        </p:pic>
        <mc:AlternateContent xmlns:mc="http://schemas.openxmlformats.org/markup-compatibility/2006" xmlns:a14="http://schemas.microsoft.com/office/drawing/2010/main">
          <mc:Choice Requires="a14">
            <p:sp>
              <p:nvSpPr>
                <p:cNvPr id="2" name="TextBox 1">
                  <a:extLst>
                    <a:ext uri="{FF2B5EF4-FFF2-40B4-BE49-F238E27FC236}">
                      <a16:creationId xmlns:a16="http://schemas.microsoft.com/office/drawing/2014/main" id="{017E3408-15B1-43F5-B080-C9EEE384BC45}"/>
                    </a:ext>
                  </a:extLst>
                </p:cNvPr>
                <p:cNvSpPr txBox="1"/>
                <p:nvPr/>
              </p:nvSpPr>
              <p:spPr>
                <a:xfrm>
                  <a:off x="5126240" y="3533001"/>
                  <a:ext cx="2375587" cy="246221"/>
                </a:xfrm>
                <a:prstGeom prst="rect">
                  <a:avLst/>
                </a:prstGeom>
                <a:noFill/>
              </p:spPr>
              <p:txBody>
                <a:bodyPr wrap="none" lIns="0" tIns="0" rIns="0" bIns="0" rtlCol="0">
                  <a:spAutoFit/>
                </a:bodyPr>
                <a:lstStyle/>
                <a:p>
                  <a14:m>
                    <m:oMath xmlns:m="http://schemas.openxmlformats.org/officeDocument/2006/math">
                      <m:r>
                        <a:rPr lang="en-US" sz="1600" b="0" i="1" smtClean="0">
                          <a:latin typeface="Cambria Math" panose="02040503050406030204" pitchFamily="18" charset="0"/>
                        </a:rPr>
                        <m:t>𝑃</m:t>
                      </m:r>
                      <m:r>
                        <a:rPr lang="en-US" sz="1600" b="0" i="1" smtClean="0">
                          <a:latin typeface="Cambria Math" panose="02040503050406030204" pitchFamily="18" charset="0"/>
                        </a:rPr>
                        <m:t>(</m:t>
                      </m:r>
                      <m:r>
                        <a:rPr lang="en-US" sz="1600" b="0" i="1" smtClean="0">
                          <a:latin typeface="Cambria Math" panose="02040503050406030204" pitchFamily="18" charset="0"/>
                        </a:rPr>
                        <m:t>𝐵</m:t>
                      </m:r>
                      <m:r>
                        <a:rPr lang="en-US" sz="1600" b="0" i="1" smtClean="0">
                          <a:latin typeface="Cambria Math" panose="02040503050406030204" pitchFamily="18" charset="0"/>
                        </a:rPr>
                        <m:t>, </m:t>
                      </m:r>
                      <m:r>
                        <a:rPr lang="en-US" sz="1600" b="0" i="1" smtClean="0">
                          <a:latin typeface="Cambria Math" panose="02040503050406030204" pitchFamily="18" charset="0"/>
                        </a:rPr>
                        <m:t>𝐸</m:t>
                      </m:r>
                      <m:r>
                        <a:rPr lang="en-US" sz="1600" b="0" i="1" smtClean="0">
                          <a:latin typeface="Cambria Math" panose="02040503050406030204" pitchFamily="18" charset="0"/>
                        </a:rPr>
                        <m:t>, </m:t>
                      </m:r>
                      <m:r>
                        <a:rPr lang="en-US" sz="1600" b="0" i="1" smtClean="0">
                          <a:latin typeface="Cambria Math" panose="02040503050406030204" pitchFamily="18" charset="0"/>
                        </a:rPr>
                        <m:t>𝐴</m:t>
                      </m:r>
                      <m:r>
                        <a:rPr lang="en-US" sz="1600" b="0" i="1" smtClean="0">
                          <a:latin typeface="Cambria Math" panose="02040503050406030204" pitchFamily="18" charset="0"/>
                        </a:rPr>
                        <m:t>, </m:t>
                      </m:r>
                      <m:r>
                        <a:rPr lang="en-US" sz="1600" b="0" i="1" smtClean="0">
                          <a:latin typeface="Cambria Math" panose="02040503050406030204" pitchFamily="18" charset="0"/>
                        </a:rPr>
                        <m:t>𝐽</m:t>
                      </m:r>
                      <m:r>
                        <a:rPr lang="en-US" sz="1600" b="0" i="1" smtClean="0">
                          <a:latin typeface="Cambria Math" panose="02040503050406030204" pitchFamily="18" charset="0"/>
                        </a:rPr>
                        <m:t>, </m:t>
                      </m:r>
                      <m:r>
                        <a:rPr lang="en-US" sz="1600" b="0" i="1" smtClean="0">
                          <a:latin typeface="Cambria Math" panose="02040503050406030204" pitchFamily="18" charset="0"/>
                        </a:rPr>
                        <m:t>𝑀</m:t>
                      </m:r>
                      <m:r>
                        <a:rPr lang="en-US" sz="1600" b="0" i="1" smtClean="0">
                          <a:latin typeface="Cambria Math" panose="02040503050406030204" pitchFamily="18" charset="0"/>
                        </a:rPr>
                        <m:t>)</m:t>
                      </m:r>
                    </m:oMath>
                  </a14:m>
                  <a:r>
                    <a:rPr lang="en-US" sz="1600" dirty="0"/>
                    <a:t> is defined by</a:t>
                  </a:r>
                </a:p>
              </p:txBody>
            </p:sp>
          </mc:Choice>
          <mc:Fallback xmlns="">
            <p:sp>
              <p:nvSpPr>
                <p:cNvPr id="2" name="TextBox 1">
                  <a:extLst>
                    <a:ext uri="{FF2B5EF4-FFF2-40B4-BE49-F238E27FC236}">
                      <a16:creationId xmlns:a16="http://schemas.microsoft.com/office/drawing/2014/main" id="{017E3408-15B1-43F5-B080-C9EEE384BC45}"/>
                    </a:ext>
                  </a:extLst>
                </p:cNvPr>
                <p:cNvSpPr txBox="1">
                  <a:spLocks noRot="1" noChangeAspect="1" noMove="1" noResize="1" noEditPoints="1" noAdjustHandles="1" noChangeArrowheads="1" noChangeShapeType="1" noTextEdit="1"/>
                </p:cNvSpPr>
                <p:nvPr/>
              </p:nvSpPr>
              <p:spPr>
                <a:xfrm>
                  <a:off x="5126240" y="3533001"/>
                  <a:ext cx="2375587" cy="246221"/>
                </a:xfrm>
                <a:prstGeom prst="rect">
                  <a:avLst/>
                </a:prstGeom>
                <a:blipFill>
                  <a:blip r:embed="rId4"/>
                  <a:stretch>
                    <a:fillRect l="-3077" t="-27500" r="-3846" b="-50000"/>
                  </a:stretch>
                </a:blipFill>
              </p:spPr>
              <p:txBody>
                <a:bodyPr/>
                <a:lstStyle/>
                <a:p>
                  <a:r>
                    <a:rPr lang="en-US">
                      <a:noFill/>
                    </a:rPr>
                    <a:t> </a:t>
                  </a:r>
                </a:p>
              </p:txBody>
            </p:sp>
          </mc:Fallback>
        </mc:AlternateContent>
      </p:grpSp>
    </p:spTree>
  </p:cSld>
  <p:clrMapOvr>
    <a:masterClrMapping/>
  </p:clrMapOvr>
  <p:timing>
    <p:tnLst>
      <p:par>
        <p:cTn id="1" dur="indefinite" restart="never" nodeType="tmRoot">
          <p:childTnLst>
            <p:seq concurrent="1" nextAc="seek">
              <p:cTn id="2" dur="indefinite" nodeType="mainSeq">
                <p:childTnLst>
                  <p:par>
                    <p:cTn id="3" fill="hold">
                      <p:stCondLst>
                        <p:cond delay="indefinite"/>
                      </p:stCondLst>
                      <p:childTnLst>
                        <p:par>
                          <p:cTn id="4" fill="hold">
                            <p:stCondLst>
                              <p:cond delay="0"/>
                            </p:stCondLst>
                            <p:childTnLst>
                              <p:par>
                                <p:cTn id="5" presetID="1" presetClass="entr" presetSubtype="0" fill="hold" grpId="0" nodeType="clickEffect">
                                  <p:stCondLst>
                                    <p:cond delay="0"/>
                                  </p:stCondLst>
                                  <p:childTnLst>
                                    <p:set>
                                      <p:cBhvr>
                                        <p:cTn id="6" dur="1" fill="hold">
                                          <p:stCondLst>
                                            <p:cond delay="0"/>
                                          </p:stCondLst>
                                        </p:cTn>
                                        <p:tgtEl>
                                          <p:spTgt spid="13315">
                                            <p:txEl>
                                              <p:pRg st="0" end="0"/>
                                            </p:txEl>
                                          </p:spTgt>
                                        </p:tgtEl>
                                        <p:attrNameLst>
                                          <p:attrName>style.visibility</p:attrName>
                                        </p:attrNameLst>
                                      </p:cBhvr>
                                      <p:to>
                                        <p:strVal val="visible"/>
                                      </p:to>
                                    </p:set>
                                  </p:childTnLst>
                                </p:cTn>
                              </p:par>
                            </p:childTnLst>
                          </p:cTn>
                        </p:par>
                      </p:childTnLst>
                    </p:cTn>
                  </p:par>
                  <p:par>
                    <p:cTn id="7" fill="hold">
                      <p:stCondLst>
                        <p:cond delay="indefinite"/>
                      </p:stCondLst>
                      <p:childTnLst>
                        <p:par>
                          <p:cTn id="8" fill="hold">
                            <p:stCondLst>
                              <p:cond delay="0"/>
                            </p:stCondLst>
                            <p:childTnLst>
                              <p:par>
                                <p:cTn id="9" presetID="1" presetClass="entr" presetSubtype="0" fill="hold" grpId="0" nodeType="clickEffect">
                                  <p:stCondLst>
                                    <p:cond delay="0"/>
                                  </p:stCondLst>
                                  <p:childTnLst>
                                    <p:set>
                                      <p:cBhvr>
                                        <p:cTn id="10" dur="1" fill="hold">
                                          <p:stCondLst>
                                            <p:cond delay="0"/>
                                          </p:stCondLst>
                                        </p:cTn>
                                        <p:tgtEl>
                                          <p:spTgt spid="13315">
                                            <p:txEl>
                                              <p:pRg st="1" end="1"/>
                                            </p:txEl>
                                          </p:spTgt>
                                        </p:tgtEl>
                                        <p:attrNameLst>
                                          <p:attrName>style.visibility</p:attrName>
                                        </p:attrNameLst>
                                      </p:cBhvr>
                                      <p:to>
                                        <p:strVal val="visible"/>
                                      </p:to>
                                    </p:set>
                                  </p:childTnLst>
                                </p:cTn>
                              </p:par>
                            </p:childTnLst>
                          </p:cTn>
                        </p:par>
                      </p:childTnLst>
                    </p:cTn>
                  </p:par>
                  <p:par>
                    <p:cTn id="11" fill="hold">
                      <p:stCondLst>
                        <p:cond delay="indefinite"/>
                      </p:stCondLst>
                      <p:childTnLst>
                        <p:par>
                          <p:cTn id="12" fill="hold">
                            <p:stCondLst>
                              <p:cond delay="0"/>
                            </p:stCondLst>
                            <p:childTnLst>
                              <p:par>
                                <p:cTn id="13" presetID="1" presetClass="entr" presetSubtype="0" fill="hold" grpId="0" nodeType="clickEffect">
                                  <p:stCondLst>
                                    <p:cond delay="0"/>
                                  </p:stCondLst>
                                  <p:childTnLst>
                                    <p:set>
                                      <p:cBhvr>
                                        <p:cTn id="14" dur="1" fill="hold">
                                          <p:stCondLst>
                                            <p:cond delay="0"/>
                                          </p:stCondLst>
                                        </p:cTn>
                                        <p:tgtEl>
                                          <p:spTgt spid="13315">
                                            <p:txEl>
                                              <p:pRg st="2" end="2"/>
                                            </p:txEl>
                                          </p:spTgt>
                                        </p:tgtEl>
                                        <p:attrNameLst>
                                          <p:attrName>style.visibility</p:attrName>
                                        </p:attrNameLst>
                                      </p:cBhvr>
                                      <p:to>
                                        <p:strVal val="visible"/>
                                      </p:to>
                                    </p:set>
                                  </p:childTnLst>
                                </p:cTn>
                              </p:par>
                            </p:childTnLst>
                          </p:cTn>
                        </p:par>
                      </p:childTnLst>
                    </p:cTn>
                  </p:par>
                  <p:par>
                    <p:cTn id="15" fill="hold">
                      <p:stCondLst>
                        <p:cond delay="indefinite"/>
                      </p:stCondLst>
                      <p:childTnLst>
                        <p:par>
                          <p:cTn id="16" fill="hold">
                            <p:stCondLst>
                              <p:cond delay="0"/>
                            </p:stCondLst>
                            <p:childTnLst>
                              <p:par>
                                <p:cTn id="17" presetID="1" presetClass="entr" presetSubtype="0" fill="hold" grpId="0" nodeType="clickEffect">
                                  <p:stCondLst>
                                    <p:cond delay="0"/>
                                  </p:stCondLst>
                                  <p:childTnLst>
                                    <p:set>
                                      <p:cBhvr>
                                        <p:cTn id="18" dur="1" fill="hold">
                                          <p:stCondLst>
                                            <p:cond delay="0"/>
                                          </p:stCondLst>
                                        </p:cTn>
                                        <p:tgtEl>
                                          <p:spTgt spid="13315">
                                            <p:txEl>
                                              <p:pRg st="4" end="4"/>
                                            </p:txEl>
                                          </p:spTgt>
                                        </p:tgtEl>
                                        <p:attrNameLst>
                                          <p:attrName>style.visibility</p:attrName>
                                        </p:attrNameLst>
                                      </p:cBhvr>
                                      <p:to>
                                        <p:strVal val="visible"/>
                                      </p:to>
                                    </p:set>
                                  </p:childTnLst>
                                </p:cTn>
                              </p:par>
                              <p:par>
                                <p:cTn id="19" presetID="1" presetClass="entr" presetSubtype="0" fill="hold" grpId="0" nodeType="withEffect">
                                  <p:stCondLst>
                                    <p:cond delay="0"/>
                                  </p:stCondLst>
                                  <p:childTnLst>
                                    <p:set>
                                      <p:cBhvr>
                                        <p:cTn id="20" dur="1" fill="hold">
                                          <p:stCondLst>
                                            <p:cond delay="0"/>
                                          </p:stCondLst>
                                        </p:cTn>
                                        <p:tgtEl>
                                          <p:spTgt spid="13315">
                                            <p:txEl>
                                              <p:pRg st="5" end="5"/>
                                            </p:txEl>
                                          </p:spTgt>
                                        </p:tgtEl>
                                        <p:attrNameLst>
                                          <p:attrName>style.visibility</p:attrName>
                                        </p:attrNameLst>
                                      </p:cBhvr>
                                      <p:to>
                                        <p:strVal val="visible"/>
                                      </p:to>
                                    </p:set>
                                  </p:childTnLst>
                                </p:cTn>
                              </p:par>
                              <p:par>
                                <p:cTn id="21" presetID="1" presetClass="entr" presetSubtype="0" fill="hold" grpId="0" nodeType="withEffect">
                                  <p:stCondLst>
                                    <p:cond delay="0"/>
                                  </p:stCondLst>
                                  <p:childTnLst>
                                    <p:set>
                                      <p:cBhvr>
                                        <p:cTn id="22" dur="1" fill="hold">
                                          <p:stCondLst>
                                            <p:cond delay="0"/>
                                          </p:stCondLst>
                                        </p:cTn>
                                        <p:tgtEl>
                                          <p:spTgt spid="13315">
                                            <p:txEl>
                                              <p:pRg st="6" end="6"/>
                                            </p:txEl>
                                          </p:spTgt>
                                        </p:tgtEl>
                                        <p:attrNameLst>
                                          <p:attrName>style.visibility</p:attrName>
                                        </p:attrNameLst>
                                      </p:cBhvr>
                                      <p:to>
                                        <p:strVal val="visible"/>
                                      </p:to>
                                    </p:set>
                                  </p:childTnLst>
                                </p:cTn>
                              </p:par>
                              <p:par>
                                <p:cTn id="23" presetID="1" presetClass="entr" presetSubtype="0" fill="hold" nodeType="withEffect">
                                  <p:stCondLst>
                                    <p:cond delay="0"/>
                                  </p:stCondLst>
                                  <p:childTnLst>
                                    <p:set>
                                      <p:cBhvr>
                                        <p:cTn id="24" dur="1" fill="hold">
                                          <p:stCondLst>
                                            <p:cond delay="0"/>
                                          </p:stCondLst>
                                        </p:cTn>
                                        <p:tgtEl>
                                          <p:spTgt spid="3"/>
                                        </p:tgtEl>
                                        <p:attrNameLst>
                                          <p:attrName>style.visibility</p:attrName>
                                        </p:attrNameLst>
                                      </p:cBhvr>
                                      <p:to>
                                        <p:strVal val="visible"/>
                                      </p:to>
                                    </p:set>
                                  </p:childTnLst>
                                </p:cTn>
                              </p:par>
                            </p:childTnLst>
                          </p:cTn>
                        </p:par>
                      </p:childTnLst>
                    </p:cTn>
                  </p:par>
                  <p:par>
                    <p:cTn id="25" fill="hold">
                      <p:stCondLst>
                        <p:cond delay="indefinite"/>
                      </p:stCondLst>
                      <p:childTnLst>
                        <p:par>
                          <p:cTn id="26" fill="hold">
                            <p:stCondLst>
                              <p:cond delay="0"/>
                            </p:stCondLst>
                            <p:childTnLst>
                              <p:par>
                                <p:cTn id="27" presetID="1" presetClass="entr" presetSubtype="0" fill="hold" grpId="0" nodeType="clickEffect">
                                  <p:stCondLst>
                                    <p:cond delay="0"/>
                                  </p:stCondLst>
                                  <p:childTnLst>
                                    <p:set>
                                      <p:cBhvr>
                                        <p:cTn id="28" dur="1" fill="hold">
                                          <p:stCondLst>
                                            <p:cond delay="0"/>
                                          </p:stCondLst>
                                        </p:cTn>
                                        <p:tgtEl>
                                          <p:spTgt spid="13315">
                                            <p:txEl>
                                              <p:pRg st="8" end="8"/>
                                            </p:txEl>
                                          </p:spTgt>
                                        </p:tgtEl>
                                        <p:attrNameLst>
                                          <p:attrName>style.visibility</p:attrName>
                                        </p:attrNameLst>
                                      </p:cBhvr>
                                      <p:to>
                                        <p:strVal val="visible"/>
                                      </p:to>
                                    </p:set>
                                  </p:childTnLst>
                                </p:cTn>
                              </p:par>
                              <p:par>
                                <p:cTn id="29" presetID="1" presetClass="entr" presetSubtype="0" fill="hold" grpId="0" nodeType="withEffect">
                                  <p:stCondLst>
                                    <p:cond delay="0"/>
                                  </p:stCondLst>
                                  <p:childTnLst>
                                    <p:set>
                                      <p:cBhvr>
                                        <p:cTn id="30" dur="1" fill="hold">
                                          <p:stCondLst>
                                            <p:cond delay="0"/>
                                          </p:stCondLst>
                                        </p:cTn>
                                        <p:tgtEl>
                                          <p:spTgt spid="13315">
                                            <p:txEl>
                                              <p:pRg st="9" end="9"/>
                                            </p:txEl>
                                          </p:spTgt>
                                        </p:tgtEl>
                                        <p:attrNameLst>
                                          <p:attrName>style.visibility</p:attrName>
                                        </p:attrNameLst>
                                      </p:cBhvr>
                                      <p:to>
                                        <p:strVal val="visible"/>
                                      </p:to>
                                    </p:set>
                                  </p:childTnLst>
                                </p:cTn>
                              </p:par>
                              <p:par>
                                <p:cTn id="31" presetID="1" presetClass="entr" presetSubtype="0" fill="hold" grpId="0" nodeType="withEffect">
                                  <p:stCondLst>
                                    <p:cond delay="0"/>
                                  </p:stCondLst>
                                  <p:childTnLst>
                                    <p:set>
                                      <p:cBhvr>
                                        <p:cTn id="32" dur="1" fill="hold">
                                          <p:stCondLst>
                                            <p:cond delay="0"/>
                                          </p:stCondLst>
                                        </p:cTn>
                                        <p:tgtEl>
                                          <p:spTgt spid="13315">
                                            <p:txEl>
                                              <p:pRg st="10" end="10"/>
                                            </p:txEl>
                                          </p:spTgt>
                                        </p:tgtEl>
                                        <p:attrNameLst>
                                          <p:attrName>style.visibility</p:attrName>
                                        </p:attrNameLst>
                                      </p:cBhvr>
                                      <p:to>
                                        <p:strVal val="visible"/>
                                      </p:to>
                                    </p:set>
                                  </p:childTnLst>
                                </p:cTn>
                              </p:par>
                            </p:childTnLst>
                          </p:cTn>
                        </p:par>
                      </p:childTnLst>
                    </p:cTn>
                  </p:par>
                  <p:par>
                    <p:cTn id="33" fill="hold">
                      <p:stCondLst>
                        <p:cond delay="indefinite"/>
                      </p:stCondLst>
                      <p:childTnLst>
                        <p:par>
                          <p:cTn id="34" fill="hold">
                            <p:stCondLst>
                              <p:cond delay="0"/>
                            </p:stCondLst>
                            <p:childTnLst>
                              <p:par>
                                <p:cTn id="35" presetID="1" presetClass="entr" presetSubtype="0" fill="hold" grpId="0" nodeType="clickEffect">
                                  <p:stCondLst>
                                    <p:cond delay="0"/>
                                  </p:stCondLst>
                                  <p:childTnLst>
                                    <p:set>
                                      <p:cBhvr>
                                        <p:cTn id="36" dur="1" fill="hold">
                                          <p:stCondLst>
                                            <p:cond delay="0"/>
                                          </p:stCondLst>
                                        </p:cTn>
                                        <p:tgtEl>
                                          <p:spTgt spid="13315">
                                            <p:txEl>
                                              <p:pRg st="12" end="12"/>
                                            </p:txEl>
                                          </p:spTgt>
                                        </p:tgtEl>
                                        <p:attrNameLst>
                                          <p:attrName>style.visibility</p:attrName>
                                        </p:attrNameLst>
                                      </p:cBhvr>
                                      <p:to>
                                        <p:strVal val="visible"/>
                                      </p:to>
                                    </p:set>
                                  </p:childTnLst>
                                </p:cTn>
                              </p:par>
                              <p:par>
                                <p:cTn id="37" presetID="1" presetClass="entr" presetSubtype="0" fill="hold" grpId="0" nodeType="withEffect">
                                  <p:stCondLst>
                                    <p:cond delay="0"/>
                                  </p:stCondLst>
                                  <p:childTnLst>
                                    <p:set>
                                      <p:cBhvr>
                                        <p:cTn id="38" dur="1" fill="hold">
                                          <p:stCondLst>
                                            <p:cond delay="0"/>
                                          </p:stCondLst>
                                        </p:cTn>
                                        <p:tgtEl>
                                          <p:spTgt spid="13315">
                                            <p:txEl>
                                              <p:pRg st="13" end="13"/>
                                            </p:txEl>
                                          </p:spTgt>
                                        </p:tgtEl>
                                        <p:attrNameLst>
                                          <p:attrName>style.visibility</p:attrName>
                                        </p:attrNameLst>
                                      </p:cBhvr>
                                      <p:to>
                                        <p:strVal val="visible"/>
                                      </p:to>
                                    </p:set>
                                  </p:childTnLst>
                                </p:cTn>
                              </p:par>
                            </p:childTnLst>
                          </p:cTn>
                        </p:par>
                      </p:childTnLst>
                    </p:cTn>
                  </p:par>
                </p:childTnLst>
              </p:cTn>
              <p:prevCondLst>
                <p:cond evt="onPrev" delay="0">
                  <p:tgtEl>
                    <p:sldTgt/>
                  </p:tgtEl>
                </p:cond>
              </p:prevCondLst>
              <p:nextCondLst>
                <p:cond evt="onNext" delay="0">
                  <p:tgtEl>
                    <p:sldTgt/>
                  </p:tgtEl>
                </p:cond>
              </p:nextCondLst>
            </p:seq>
          </p:childTnLst>
        </p:cTn>
      </p:par>
    </p:tnLst>
    <p:bldLst>
      <p:bldP spid="13315" grpId="0" uiExpand="1" build="p"/>
    </p:bldLst>
  </p:timing>
</p:sld>
</file>

<file path=ppt/slides/slide24.xml><?xml version="1.0" encoding="utf-8"?>
<p:sld xmlns:a="http://schemas.openxmlformats.org/drawingml/2006/main" xmlns:r="http://schemas.openxmlformats.org/officeDocument/2006/relationships" xmlns:p="http://schemas.openxmlformats.org/presentationml/2006/main">
  <p:cSld>
    <p:bg>
      <p:bgPr>
        <a:solidFill>
          <a:schemeClr val="bg1"/>
        </a:solidFill>
        <a:effectLst/>
      </p:bgPr>
    </p:bg>
    <p:spTree>
      <p:nvGrpSpPr>
        <p:cNvPr id="1" name=""/>
        <p:cNvGrpSpPr/>
        <p:nvPr/>
      </p:nvGrpSpPr>
      <p:grpSpPr>
        <a:xfrm>
          <a:off x="0" y="0"/>
          <a:ext cx="0" cy="0"/>
          <a:chOff x="0" y="0"/>
          <a:chExt cx="0" cy="0"/>
        </a:xfrm>
      </p:grpSpPr>
      <p:sp useBgFill="1">
        <p:nvSpPr>
          <p:cNvPr id="29" name="Rectangle 28">
            <a:extLst>
              <a:ext uri="{FF2B5EF4-FFF2-40B4-BE49-F238E27FC236}">
                <a16:creationId xmlns:a16="http://schemas.microsoft.com/office/drawing/2014/main" id="{5A59F003-E00A-43F9-91DC-CC54E3B87466}"/>
              </a:ext>
              <a:ext uri="{C183D7F6-B498-43B3-948B-1728B52AA6E4}">
                <adec:decorative xmlns:adec="http://schemas.microsoft.com/office/drawing/2017/decorative" val="1"/>
              </a:ext>
            </a:extLst>
          </p:cNvPr>
          <p:cNvSpPr>
            <a:spLocks noGrp="1" noRot="1" noChangeAspect="1" noMove="1" noResize="1" noEditPoints="1" noAdjustHandles="1" noChangeArrowheads="1" noChangeShapeType="1" noTextEdit="1"/>
          </p:cNvSpPr>
          <p:nvPr>
            <p:extLst>
              <p:ext uri="{386F3935-93C4-4BCD-93E2-E3B085C9AB24}">
                <p16:designElem xmlns:p16="http://schemas.microsoft.com/office/powerpoint/2015/main" val="1"/>
              </p:ext>
            </p:extLst>
          </p:nvPr>
        </p:nvSpPr>
        <p:spPr>
          <a:xfrm>
            <a:off x="0" y="0"/>
            <a:ext cx="9144000" cy="6858000"/>
          </a:xfrm>
          <a:prstGeom prst="rect">
            <a:avLst/>
          </a:prstGeom>
          <a:ln>
            <a:noFill/>
          </a:ln>
        </p:spPr>
        <p:style>
          <a:lnRef idx="2">
            <a:schemeClr val="accent1">
              <a:shade val="50000"/>
            </a:schemeClr>
          </a:lnRef>
          <a:fillRef idx="1">
            <a:schemeClr val="accent1"/>
          </a:fillRef>
          <a:effectRef idx="0">
            <a:schemeClr val="accent1"/>
          </a:effectRef>
          <a:fontRef idx="minor">
            <a:schemeClr val="lt1"/>
          </a:fontRef>
        </p:style>
        <p:txBody>
          <a:bodyPr rtlCol="0" anchor="ctr"/>
          <a:lstStyle/>
          <a:p>
            <a:pPr algn="ctr"/>
            <a:endParaRPr lang="en-US"/>
          </a:p>
        </p:txBody>
      </p:sp>
      <p:pic>
        <p:nvPicPr>
          <p:cNvPr id="6" name="Picture 2" descr="Image for post">
            <a:extLst>
              <a:ext uri="{FF2B5EF4-FFF2-40B4-BE49-F238E27FC236}">
                <a16:creationId xmlns:a16="http://schemas.microsoft.com/office/drawing/2014/main" id="{34006FE2-3208-4458-B2A1-31B683ABC6F8}"/>
              </a:ext>
            </a:extLst>
          </p:cNvPr>
          <p:cNvPicPr>
            <a:picLocks noChangeAspect="1" noChangeArrowheads="1"/>
          </p:cNvPicPr>
          <p:nvPr/>
        </p:nvPicPr>
        <p:blipFill rotWithShape="1">
          <a:blip r:embed="rId2">
            <a:extLst>
              <a:ext uri="{BEBA8EAE-BF5A-486C-A8C5-ECC9F3942E4B}">
                <a14:imgProps xmlns:a14="http://schemas.microsoft.com/office/drawing/2010/main">
                  <a14:imgLayer r:embed="rId3">
                    <a14:imgEffect>
                      <a14:saturation sat="33000"/>
                    </a14:imgEffect>
                  </a14:imgLayer>
                </a14:imgProps>
              </a:ext>
              <a:ext uri="{28A0092B-C50C-407E-A947-70E740481C1C}">
                <a14:useLocalDpi xmlns:a14="http://schemas.microsoft.com/office/drawing/2010/main" val="0"/>
              </a:ext>
            </a:extLst>
          </a:blip>
          <a:srcRect l="3415" t="9091" r="15372" b="-2"/>
          <a:stretch/>
        </p:blipFill>
        <p:spPr bwMode="auto">
          <a:xfrm>
            <a:off x="20" y="10"/>
            <a:ext cx="9143980" cy="6857990"/>
          </a:xfrm>
          <a:prstGeom prst="rect">
            <a:avLst/>
          </a:prstGeom>
          <a:noFill/>
          <a:extLst>
            <a:ext uri="{909E8E84-426E-40DD-AFC4-6F175D3DCCD1}">
              <a14:hiddenFill xmlns:a14="http://schemas.microsoft.com/office/drawing/2010/main">
                <a:solidFill>
                  <a:srgbClr val="FFFFFF"/>
                </a:solidFill>
              </a14:hiddenFill>
            </a:ext>
          </a:extLst>
        </p:spPr>
      </p:pic>
      <p:sp>
        <p:nvSpPr>
          <p:cNvPr id="31" name="Rectangle 30">
            <a:extLst>
              <a:ext uri="{FF2B5EF4-FFF2-40B4-BE49-F238E27FC236}">
                <a16:creationId xmlns:a16="http://schemas.microsoft.com/office/drawing/2014/main" id="{D74A4382-E3AD-430A-9A1F-DFA3E0E77A7D}"/>
              </a:ext>
              <a:ext uri="{C183D7F6-B498-43B3-948B-1728B52AA6E4}">
                <adec:decorative xmlns:adec="http://schemas.microsoft.com/office/drawing/2017/decorative" val="1"/>
              </a:ext>
            </a:extLst>
          </p:cNvPr>
          <p:cNvSpPr>
            <a:spLocks noGrp="1" noRot="1" noChangeAspect="1" noMove="1" noResize="1" noEditPoints="1" noAdjustHandles="1" noChangeArrowheads="1" noChangeShapeType="1" noTextEdit="1"/>
          </p:cNvSpPr>
          <p:nvPr>
            <p:extLst>
              <p:ext uri="{386F3935-93C4-4BCD-93E2-E3B085C9AB24}">
                <p16:designElem xmlns:p16="http://schemas.microsoft.com/office/powerpoint/2015/main" val="1"/>
              </p:ext>
            </p:extLst>
          </p:nvPr>
        </p:nvSpPr>
        <p:spPr>
          <a:xfrm rot="16200000">
            <a:off x="2275865" y="-511"/>
            <a:ext cx="4592270" cy="9144001"/>
          </a:xfrm>
          <a:prstGeom prst="rect">
            <a:avLst/>
          </a:prstGeom>
          <a:gradFill>
            <a:gsLst>
              <a:gs pos="35000">
                <a:schemeClr val="tx1">
                  <a:alpha val="46000"/>
                </a:schemeClr>
              </a:gs>
              <a:gs pos="21000">
                <a:schemeClr val="tx1">
                  <a:alpha val="30000"/>
                </a:schemeClr>
              </a:gs>
              <a:gs pos="0">
                <a:schemeClr val="tx1">
                  <a:alpha val="0"/>
                </a:schemeClr>
              </a:gs>
              <a:gs pos="100000">
                <a:schemeClr val="tx1">
                  <a:alpha val="90000"/>
                </a:schemeClr>
              </a:gs>
            </a:gsLst>
            <a:lin ang="10800000" scaled="0"/>
          </a:gradFill>
          <a:ln>
            <a:noFill/>
          </a:ln>
        </p:spPr>
        <p:style>
          <a:lnRef idx="2">
            <a:schemeClr val="accent1">
              <a:shade val="50000"/>
            </a:schemeClr>
          </a:lnRef>
          <a:fillRef idx="1">
            <a:schemeClr val="accent1"/>
          </a:fillRef>
          <a:effectRef idx="0">
            <a:schemeClr val="accent1"/>
          </a:effectRef>
          <a:fontRef idx="minor">
            <a:schemeClr val="lt1"/>
          </a:fontRef>
        </p:style>
        <p:txBody>
          <a:bodyPr rtlCol="0" anchor="ctr"/>
          <a:lstStyle/>
          <a:p>
            <a:pPr algn="ctr"/>
            <a:endParaRPr lang="en-US" dirty="0"/>
          </a:p>
        </p:txBody>
      </p:sp>
      <p:sp>
        <p:nvSpPr>
          <p:cNvPr id="4" name="Title 3">
            <a:extLst>
              <a:ext uri="{FF2B5EF4-FFF2-40B4-BE49-F238E27FC236}">
                <a16:creationId xmlns:a16="http://schemas.microsoft.com/office/drawing/2014/main" id="{ABFA9A6E-92F6-4FF4-A5B7-677FDDDFB7CF}"/>
              </a:ext>
            </a:extLst>
          </p:cNvPr>
          <p:cNvSpPr>
            <a:spLocks noGrp="1"/>
          </p:cNvSpPr>
          <p:nvPr>
            <p:ph type="title"/>
          </p:nvPr>
        </p:nvSpPr>
        <p:spPr>
          <a:xfrm>
            <a:off x="303414" y="3091928"/>
            <a:ext cx="6808922" cy="2387600"/>
          </a:xfrm>
        </p:spPr>
        <p:txBody>
          <a:bodyPr vert="horz" lIns="91440" tIns="45720" rIns="91440" bIns="45720" rtlCol="0" anchor="b">
            <a:normAutofit/>
          </a:bodyPr>
          <a:lstStyle/>
          <a:p>
            <a:pPr defTabSz="914400"/>
            <a:r>
              <a:rPr lang="en-US" sz="5700" b="1" dirty="0">
                <a:solidFill>
                  <a:schemeClr val="bg1"/>
                </a:solidFill>
              </a:rPr>
              <a:t>Exact Inference in BN</a:t>
            </a:r>
          </a:p>
        </p:txBody>
      </p:sp>
      <p:sp>
        <p:nvSpPr>
          <p:cNvPr id="33" name="Rectangle: Rounded Corners 32">
            <a:extLst>
              <a:ext uri="{FF2B5EF4-FFF2-40B4-BE49-F238E27FC236}">
                <a16:creationId xmlns:a16="http://schemas.microsoft.com/office/drawing/2014/main" id="{79F40191-0F44-4FD1-82CC-ACB507C14BE6}"/>
              </a:ext>
              <a:ext uri="{C183D7F6-B498-43B3-948B-1728B52AA6E4}">
                <adec:decorative xmlns:adec="http://schemas.microsoft.com/office/drawing/2017/decorative" val="1"/>
              </a:ext>
            </a:extLst>
          </p:cNvPr>
          <p:cNvSpPr>
            <a:spLocks noGrp="1" noRot="1" noChangeAspect="1" noMove="1" noResize="1" noEditPoints="1" noAdjustHandles="1" noChangeArrowheads="1" noChangeShapeType="1" noTextEdit="1"/>
          </p:cNvSpPr>
          <p:nvPr>
            <p:extLst>
              <p:ext uri="{386F3935-93C4-4BCD-93E2-E3B085C9AB24}">
                <p16:designElem xmlns:p16="http://schemas.microsoft.com/office/powerpoint/2015/main" val="1"/>
              </p:ext>
            </p:extLst>
          </p:nvPr>
        </p:nvSpPr>
        <p:spPr>
          <a:xfrm>
            <a:off x="0" y="5575039"/>
            <a:ext cx="7339422" cy="685800"/>
          </a:xfrm>
          <a:prstGeom prst="roundRect">
            <a:avLst>
              <a:gd name="adj" fmla="val 0"/>
            </a:avLst>
          </a:prstGeom>
          <a:solidFill>
            <a:schemeClr val="accent2"/>
          </a:solidFill>
          <a:ln>
            <a:noFill/>
          </a:ln>
        </p:spPr>
        <p:style>
          <a:lnRef idx="2">
            <a:schemeClr val="accent1">
              <a:shade val="50000"/>
            </a:schemeClr>
          </a:lnRef>
          <a:fillRef idx="1">
            <a:schemeClr val="accent1"/>
          </a:fillRef>
          <a:effectRef idx="0">
            <a:schemeClr val="accent1"/>
          </a:effectRef>
          <a:fontRef idx="minor">
            <a:schemeClr val="lt1"/>
          </a:fontRef>
        </p:style>
        <p:txBody>
          <a:bodyPr rtlCol="0" anchor="ctr"/>
          <a:lstStyle/>
          <a:p>
            <a:pPr algn="ctr"/>
            <a:endParaRPr lang="en-US"/>
          </a:p>
        </p:txBody>
      </p:sp>
      <p:sp>
        <p:nvSpPr>
          <p:cNvPr id="5" name="Text Placeholder 4">
            <a:extLst>
              <a:ext uri="{FF2B5EF4-FFF2-40B4-BE49-F238E27FC236}">
                <a16:creationId xmlns:a16="http://schemas.microsoft.com/office/drawing/2014/main" id="{5CD11D8A-783A-4FEE-B310-9101D63F0A4E}"/>
              </a:ext>
            </a:extLst>
          </p:cNvPr>
          <p:cNvSpPr>
            <a:spLocks noGrp="1"/>
          </p:cNvSpPr>
          <p:nvPr>
            <p:ph type="body" idx="1"/>
          </p:nvPr>
        </p:nvSpPr>
        <p:spPr>
          <a:xfrm>
            <a:off x="303414" y="5624945"/>
            <a:ext cx="6808922" cy="592975"/>
          </a:xfrm>
        </p:spPr>
        <p:txBody>
          <a:bodyPr vert="horz" lIns="91440" tIns="45720" rIns="91440" bIns="45720" rtlCol="0" anchor="ctr">
            <a:normAutofit/>
          </a:bodyPr>
          <a:lstStyle/>
          <a:p>
            <a:pPr defTabSz="914400">
              <a:spcBef>
                <a:spcPts val="1000"/>
              </a:spcBef>
            </a:pPr>
            <a:r>
              <a:rPr lang="en-US" sz="2400" b="1" dirty="0">
                <a:solidFill>
                  <a:schemeClr val="bg1"/>
                </a:solidFill>
              </a:rPr>
              <a:t>Calculate the posterior probability given evidence</a:t>
            </a:r>
          </a:p>
        </p:txBody>
      </p:sp>
    </p:spTree>
    <p:extLst>
      <p:ext uri="{BB962C8B-B14F-4D97-AF65-F5344CB8AC3E}">
        <p14:creationId xmlns:p14="http://schemas.microsoft.com/office/powerpoint/2010/main" val="4062238121"/>
      </p:ext>
    </p:extLst>
  </p:cSld>
  <p:clrMapOvr>
    <a:masterClrMapping/>
  </p:clrMapOvr>
</p:sld>
</file>

<file path=ppt/slides/slide25.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Title 1"/>
          <p:cNvSpPr>
            <a:spLocks noGrp="1"/>
          </p:cNvSpPr>
          <p:nvPr>
            <p:ph type="title"/>
          </p:nvPr>
        </p:nvSpPr>
        <p:spPr/>
        <p:txBody>
          <a:bodyPr/>
          <a:lstStyle/>
          <a:p>
            <a:r>
              <a:rPr lang="en-US" dirty="0"/>
              <a:t>Exact Inference: </a:t>
            </a:r>
            <a:br>
              <a:rPr lang="en-US" dirty="0"/>
            </a:br>
            <a:r>
              <a:rPr lang="en-US" dirty="0"/>
              <a:t>Calculating Conditional Distributions</a:t>
            </a:r>
          </a:p>
        </p:txBody>
      </p:sp>
      <mc:AlternateContent xmlns:mc="http://schemas.openxmlformats.org/markup-compatibility/2006" xmlns:a14="http://schemas.microsoft.com/office/drawing/2010/main">
        <mc:Choice Requires="a14">
          <p:sp>
            <p:nvSpPr>
              <p:cNvPr id="3" name="Content Placeholder 2"/>
              <p:cNvSpPr>
                <a:spLocks noGrp="1"/>
              </p:cNvSpPr>
              <p:nvPr>
                <p:ph idx="1"/>
              </p:nvPr>
            </p:nvSpPr>
            <p:spPr>
              <a:xfrm>
                <a:off x="628650" y="1690690"/>
                <a:ext cx="7886700" cy="3967586"/>
              </a:xfrm>
            </p:spPr>
            <p:txBody>
              <a:bodyPr>
                <a:normAutofit fontScale="92500" lnSpcReduction="20000"/>
              </a:bodyPr>
              <a:lstStyle/>
              <a:p>
                <a:pPr marL="0" indent="0">
                  <a:buNone/>
                </a:pPr>
                <a:r>
                  <a:rPr lang="en-US" sz="2400" b="1" dirty="0"/>
                  <a:t>Goal</a:t>
                </a:r>
              </a:p>
              <a:p>
                <a:pPr lvl="1"/>
                <a:r>
                  <a:rPr lang="en-US" sz="2400" dirty="0"/>
                  <a:t>Query </a:t>
                </a:r>
                <a:r>
                  <a:rPr lang="en-US" sz="2400" i="1" dirty="0"/>
                  <a:t>variables:</a:t>
                </a:r>
                <a:r>
                  <a:rPr lang="en-US" sz="2400" dirty="0"/>
                  <a:t> </a:t>
                </a:r>
                <a14:m>
                  <m:oMath xmlns:m="http://schemas.openxmlformats.org/officeDocument/2006/math">
                    <m:r>
                      <a:rPr lang="en-US" sz="2400" b="0" i="1" dirty="0" smtClean="0">
                        <a:solidFill>
                          <a:srgbClr val="0066FF"/>
                        </a:solidFill>
                        <a:latin typeface="Cambria Math" panose="02040503050406030204" pitchFamily="18" charset="0"/>
                      </a:rPr>
                      <m:t>𝑋</m:t>
                    </m:r>
                  </m:oMath>
                </a14:m>
                <a:endParaRPr lang="en-US" sz="2400" dirty="0">
                  <a:solidFill>
                    <a:srgbClr val="0066FF"/>
                  </a:solidFill>
                </a:endParaRPr>
              </a:p>
              <a:p>
                <a:pPr lvl="1"/>
                <a:r>
                  <a:rPr lang="en-US" sz="2400" i="1" dirty="0"/>
                  <a:t>Evidence </a:t>
                </a:r>
                <a:r>
                  <a:rPr lang="en-US" sz="2400" dirty="0"/>
                  <a:t>(</a:t>
                </a:r>
                <a:r>
                  <a:rPr lang="en-US" sz="2400" i="1" dirty="0"/>
                  <a:t>observed</a:t>
                </a:r>
                <a:r>
                  <a:rPr lang="en-US" sz="2400" dirty="0"/>
                  <a:t>) event: </a:t>
                </a:r>
                <a14:m>
                  <m:oMath xmlns:m="http://schemas.openxmlformats.org/officeDocument/2006/math">
                    <m:r>
                      <a:rPr lang="en-US" sz="2400" b="0" i="1" dirty="0" smtClean="0">
                        <a:solidFill>
                          <a:srgbClr val="0066FF"/>
                        </a:solidFill>
                        <a:latin typeface="Cambria Math" panose="02040503050406030204" pitchFamily="18" charset="0"/>
                      </a:rPr>
                      <m:t>𝐸</m:t>
                    </m:r>
                    <m:r>
                      <a:rPr lang="en-US" sz="2400" b="0" i="1" dirty="0">
                        <a:solidFill>
                          <a:srgbClr val="0066FF"/>
                        </a:solidFill>
                        <a:latin typeface="Cambria Math" panose="02040503050406030204" pitchFamily="18" charset="0"/>
                      </a:rPr>
                      <m:t> = </m:t>
                    </m:r>
                    <m:r>
                      <a:rPr lang="en-US" sz="2400" b="0" i="1" dirty="0">
                        <a:solidFill>
                          <a:srgbClr val="0066FF"/>
                        </a:solidFill>
                        <a:latin typeface="Cambria Math" panose="02040503050406030204" pitchFamily="18" charset="0"/>
                      </a:rPr>
                      <m:t>𝑒</m:t>
                    </m:r>
                    <m:r>
                      <a:rPr lang="en-US" sz="2400" b="0" i="1" dirty="0">
                        <a:solidFill>
                          <a:srgbClr val="0066FF"/>
                        </a:solidFill>
                        <a:latin typeface="Cambria Math" panose="02040503050406030204" pitchFamily="18" charset="0"/>
                      </a:rPr>
                      <m:t> </m:t>
                    </m:r>
                  </m:oMath>
                </a14:m>
                <a:endParaRPr lang="en-US" sz="2400" dirty="0">
                  <a:solidFill>
                    <a:srgbClr val="0066FF"/>
                  </a:solidFill>
                </a:endParaRPr>
              </a:p>
              <a:p>
                <a:pPr lvl="1"/>
                <a:r>
                  <a:rPr lang="en-US" sz="2400" i="1" dirty="0"/>
                  <a:t>Set of unobserved </a:t>
                </a:r>
                <a:r>
                  <a:rPr lang="en-US" sz="2400" dirty="0"/>
                  <a:t>variables: </a:t>
                </a:r>
                <a14:m>
                  <m:oMath xmlns:m="http://schemas.openxmlformats.org/officeDocument/2006/math">
                    <m:r>
                      <a:rPr lang="en-US" sz="2400" b="0" i="1" dirty="0" smtClean="0">
                        <a:solidFill>
                          <a:srgbClr val="0066FF"/>
                        </a:solidFill>
                        <a:latin typeface="Cambria Math" panose="02040503050406030204" pitchFamily="18" charset="0"/>
                      </a:rPr>
                      <m:t>𝑌</m:t>
                    </m:r>
                  </m:oMath>
                </a14:m>
                <a:r>
                  <a:rPr lang="en-US" sz="2400" dirty="0"/>
                  <a:t>  </a:t>
                </a:r>
              </a:p>
              <a:p>
                <a:pPr lvl="1"/>
                <a:r>
                  <a:rPr lang="en-US" sz="2400" dirty="0"/>
                  <a:t>Calculate the probability of </a:t>
                </a:r>
                <a14:m>
                  <m:oMath xmlns:m="http://schemas.openxmlformats.org/officeDocument/2006/math">
                    <m:r>
                      <a:rPr lang="en-US" sz="2400" i="1" dirty="0" smtClean="0">
                        <a:latin typeface="Cambria Math" panose="02040503050406030204" pitchFamily="18" charset="0"/>
                      </a:rPr>
                      <m:t>𝑋</m:t>
                    </m:r>
                  </m:oMath>
                </a14:m>
                <a:r>
                  <a:rPr lang="en-US" sz="2400" dirty="0"/>
                  <a:t> given </a:t>
                </a:r>
                <a14:m>
                  <m:oMath xmlns:m="http://schemas.openxmlformats.org/officeDocument/2006/math">
                    <m:r>
                      <a:rPr lang="en-US" sz="2400" i="1" dirty="0" smtClean="0">
                        <a:latin typeface="Cambria Math" panose="02040503050406030204" pitchFamily="18" charset="0"/>
                      </a:rPr>
                      <m:t>𝑒</m:t>
                    </m:r>
                  </m:oMath>
                </a14:m>
                <a:r>
                  <a:rPr lang="en-US" sz="2400" dirty="0"/>
                  <a:t>.</a:t>
                </a:r>
              </a:p>
              <a:p>
                <a:endParaRPr lang="en-US" sz="2400" dirty="0"/>
              </a:p>
              <a:p>
                <a:pPr marL="0" indent="0">
                  <a:buNone/>
                </a:pPr>
                <a:r>
                  <a:rPr lang="en-US" sz="2400" dirty="0"/>
                  <a:t>If we know the full joint distribution </a:t>
                </a:r>
                <a14:m>
                  <m:oMath xmlns:m="http://schemas.openxmlformats.org/officeDocument/2006/math">
                    <m:r>
                      <a:rPr lang="en-US" sz="2400" i="1" dirty="0" smtClean="0">
                        <a:solidFill>
                          <a:srgbClr val="0066FF"/>
                        </a:solidFill>
                        <a:latin typeface="Cambria Math" panose="02040503050406030204" pitchFamily="18" charset="0"/>
                      </a:rPr>
                      <m:t>𝑃</m:t>
                    </m:r>
                    <m:r>
                      <a:rPr lang="en-US" sz="2400" i="1" dirty="0" smtClean="0">
                        <a:solidFill>
                          <a:srgbClr val="0066FF"/>
                        </a:solidFill>
                        <a:latin typeface="Cambria Math" panose="02040503050406030204" pitchFamily="18" charset="0"/>
                      </a:rPr>
                      <m:t>(</m:t>
                    </m:r>
                    <m:r>
                      <a:rPr lang="en-US" sz="2400" i="1" dirty="0" smtClean="0">
                        <a:solidFill>
                          <a:srgbClr val="0066FF"/>
                        </a:solidFill>
                        <a:latin typeface="Cambria Math" panose="02040503050406030204" pitchFamily="18" charset="0"/>
                      </a:rPr>
                      <m:t>𝑋</m:t>
                    </m:r>
                    <m:r>
                      <a:rPr lang="en-US" sz="2400" i="1" dirty="0" smtClean="0">
                        <a:solidFill>
                          <a:srgbClr val="0066FF"/>
                        </a:solidFill>
                        <a:latin typeface="Cambria Math" panose="02040503050406030204" pitchFamily="18" charset="0"/>
                      </a:rPr>
                      <m:t>, </m:t>
                    </m:r>
                    <m:r>
                      <a:rPr lang="en-US" sz="2400" i="1" dirty="0" smtClean="0">
                        <a:solidFill>
                          <a:srgbClr val="0066FF"/>
                        </a:solidFill>
                        <a:latin typeface="Cambria Math" panose="02040503050406030204" pitchFamily="18" charset="0"/>
                      </a:rPr>
                      <m:t>𝐸</m:t>
                    </m:r>
                    <m:r>
                      <a:rPr lang="en-US" sz="2400" i="1" dirty="0" smtClean="0">
                        <a:solidFill>
                          <a:srgbClr val="0066FF"/>
                        </a:solidFill>
                        <a:latin typeface="Cambria Math" panose="02040503050406030204" pitchFamily="18" charset="0"/>
                      </a:rPr>
                      <m:t>, </m:t>
                    </m:r>
                    <m:r>
                      <a:rPr lang="en-US" sz="2400" i="1" dirty="0" smtClean="0">
                        <a:solidFill>
                          <a:srgbClr val="0066FF"/>
                        </a:solidFill>
                        <a:latin typeface="Cambria Math" panose="02040503050406030204" pitchFamily="18" charset="0"/>
                      </a:rPr>
                      <m:t>𝑌</m:t>
                    </m:r>
                    <m:r>
                      <a:rPr lang="en-US" sz="2400" i="1" dirty="0" smtClean="0">
                        <a:solidFill>
                          <a:srgbClr val="0066FF"/>
                        </a:solidFill>
                        <a:latin typeface="Cambria Math" panose="02040503050406030204" pitchFamily="18" charset="0"/>
                      </a:rPr>
                      <m:t>), </m:t>
                    </m:r>
                  </m:oMath>
                </a14:m>
                <a:r>
                  <a:rPr lang="en-US" sz="2400" dirty="0"/>
                  <a:t>we can infer </a:t>
                </a:r>
                <a14:m>
                  <m:oMath xmlns:m="http://schemas.openxmlformats.org/officeDocument/2006/math">
                    <m:r>
                      <a:rPr lang="en-US" sz="2400" i="1" dirty="0" smtClean="0">
                        <a:solidFill>
                          <a:srgbClr val="0066FF"/>
                        </a:solidFill>
                        <a:latin typeface="Cambria Math" panose="02040503050406030204" pitchFamily="18" charset="0"/>
                      </a:rPr>
                      <m:t>𝑋</m:t>
                    </m:r>
                  </m:oMath>
                </a14:m>
                <a:r>
                  <a:rPr lang="en-US" sz="2400" b="1" dirty="0">
                    <a:solidFill>
                      <a:srgbClr val="0066FF"/>
                    </a:solidFill>
                  </a:rPr>
                  <a:t> </a:t>
                </a:r>
                <a:r>
                  <a:rPr lang="en-US" sz="2400" dirty="0"/>
                  <a:t>by:</a:t>
                </a:r>
              </a:p>
              <a:p>
                <a:pPr lvl="1">
                  <a:buNone/>
                </a:pPr>
                <a:br>
                  <a:rPr lang="en-US" sz="2400" dirty="0"/>
                </a:br>
                <a:endParaRPr lang="en-US" sz="2400" dirty="0"/>
              </a:p>
              <a:p>
                <a:pPr lvl="1">
                  <a:buNone/>
                </a:pPr>
                <a:endParaRPr lang="en-US" sz="2400" b="1" i="1" dirty="0">
                  <a:solidFill>
                    <a:srgbClr val="000000"/>
                  </a:solidFill>
                  <a:latin typeface="Cambria Math" panose="02040503050406030204" pitchFamily="18" charset="0"/>
                </a:endParaRPr>
              </a:p>
              <a:p>
                <a:pPr lvl="1">
                  <a:buNone/>
                </a:pPr>
                <a14:m>
                  <m:oMathPara xmlns:m="http://schemas.openxmlformats.org/officeDocument/2006/math">
                    <m:oMathParaPr>
                      <m:jc m:val="centerGroup"/>
                    </m:oMathParaPr>
                    <m:oMath xmlns:m="http://schemas.openxmlformats.org/officeDocument/2006/math">
                      <m:r>
                        <a:rPr lang="en-US" sz="2400" b="1" i="1" smtClean="0">
                          <a:solidFill>
                            <a:srgbClr val="000000"/>
                          </a:solidFill>
                          <a:latin typeface="Cambria Math" panose="02040503050406030204" pitchFamily="18" charset="0"/>
                        </a:rPr>
                        <m:t>𝑷</m:t>
                      </m:r>
                      <m:d>
                        <m:dPr>
                          <m:ctrlPr>
                            <a:rPr lang="en-US" sz="2400" b="0" i="1">
                              <a:solidFill>
                                <a:srgbClr val="000000"/>
                              </a:solidFill>
                              <a:latin typeface="Cambria Math" panose="02040503050406030204" pitchFamily="18" charset="0"/>
                            </a:rPr>
                          </m:ctrlPr>
                        </m:dPr>
                        <m:e>
                          <m:r>
                            <a:rPr lang="en-US" sz="2400" b="0" i="1">
                              <a:solidFill>
                                <a:srgbClr val="000000"/>
                              </a:solidFill>
                              <a:latin typeface="Cambria Math" panose="02040503050406030204" pitchFamily="18" charset="0"/>
                            </a:rPr>
                            <m:t>𝑋</m:t>
                          </m:r>
                        </m:e>
                        <m:e>
                          <m:r>
                            <a:rPr lang="en-US" sz="2400" b="0" i="1">
                              <a:solidFill>
                                <a:srgbClr val="000000"/>
                              </a:solidFill>
                              <a:latin typeface="Cambria Math" panose="02040503050406030204" pitchFamily="18" charset="0"/>
                            </a:rPr>
                            <m:t>𝐸</m:t>
                          </m:r>
                          <m:r>
                            <a:rPr lang="en-US" sz="2400" b="0" i="1">
                              <a:solidFill>
                                <a:srgbClr val="000000"/>
                              </a:solidFill>
                              <a:latin typeface="Cambria Math" panose="02040503050406030204" pitchFamily="18" charset="0"/>
                            </a:rPr>
                            <m:t>=</m:t>
                          </m:r>
                          <m:r>
                            <a:rPr lang="en-US" sz="2400" b="0" i="1">
                              <a:solidFill>
                                <a:srgbClr val="000000"/>
                              </a:solidFill>
                              <a:latin typeface="Cambria Math" panose="02040503050406030204" pitchFamily="18" charset="0"/>
                            </a:rPr>
                            <m:t>𝑒</m:t>
                          </m:r>
                        </m:e>
                      </m:d>
                      <m:r>
                        <a:rPr lang="en-US" sz="2400" b="0" i="1">
                          <a:solidFill>
                            <a:srgbClr val="000000"/>
                          </a:solidFill>
                          <a:latin typeface="Cambria Math" panose="02040503050406030204" pitchFamily="18" charset="0"/>
                        </a:rPr>
                        <m:t>=</m:t>
                      </m:r>
                      <m:f>
                        <m:fPr>
                          <m:ctrlPr>
                            <a:rPr lang="en-US" sz="2400" i="1">
                              <a:solidFill>
                                <a:srgbClr val="000000"/>
                              </a:solidFill>
                              <a:latin typeface="Cambria Math" panose="02040503050406030204" pitchFamily="18" charset="0"/>
                            </a:rPr>
                          </m:ctrlPr>
                        </m:fPr>
                        <m:num>
                          <m:r>
                            <a:rPr lang="en-US" sz="2400" b="1" i="1">
                              <a:solidFill>
                                <a:srgbClr val="000000"/>
                              </a:solidFill>
                              <a:latin typeface="Cambria Math" panose="02040503050406030204" pitchFamily="18" charset="0"/>
                            </a:rPr>
                            <m:t>𝑷</m:t>
                          </m:r>
                          <m:d>
                            <m:dPr>
                              <m:ctrlPr>
                                <a:rPr lang="en-US" sz="2400" b="0" i="1">
                                  <a:solidFill>
                                    <a:srgbClr val="000000"/>
                                  </a:solidFill>
                                  <a:latin typeface="Cambria Math" panose="02040503050406030204" pitchFamily="18" charset="0"/>
                                </a:rPr>
                              </m:ctrlPr>
                            </m:dPr>
                            <m:e>
                              <m:r>
                                <a:rPr lang="en-US" sz="2400" b="0" i="1">
                                  <a:solidFill>
                                    <a:srgbClr val="000000"/>
                                  </a:solidFill>
                                  <a:latin typeface="Cambria Math" panose="02040503050406030204" pitchFamily="18" charset="0"/>
                                </a:rPr>
                                <m:t>𝑋</m:t>
                              </m:r>
                              <m:r>
                                <a:rPr lang="en-US" sz="2400" b="0" i="1">
                                  <a:solidFill>
                                    <a:srgbClr val="000000"/>
                                  </a:solidFill>
                                  <a:latin typeface="Cambria Math" panose="02040503050406030204" pitchFamily="18" charset="0"/>
                                </a:rPr>
                                <m:t>,</m:t>
                              </m:r>
                              <m:r>
                                <a:rPr lang="en-US" sz="2400" b="0" i="1">
                                  <a:solidFill>
                                    <a:srgbClr val="000000"/>
                                  </a:solidFill>
                                  <a:latin typeface="Cambria Math" panose="02040503050406030204" pitchFamily="18" charset="0"/>
                                </a:rPr>
                                <m:t>𝑒</m:t>
                              </m:r>
                            </m:e>
                          </m:d>
                        </m:num>
                        <m:den>
                          <m:r>
                            <a:rPr lang="en-US" sz="2400" b="0" i="1">
                              <a:solidFill>
                                <a:srgbClr val="000000"/>
                              </a:solidFill>
                              <a:latin typeface="Cambria Math" panose="02040503050406030204" pitchFamily="18" charset="0"/>
                            </a:rPr>
                            <m:t>𝑃</m:t>
                          </m:r>
                          <m:d>
                            <m:dPr>
                              <m:ctrlPr>
                                <a:rPr lang="en-US" sz="2400" b="0" i="1">
                                  <a:solidFill>
                                    <a:srgbClr val="000000"/>
                                  </a:solidFill>
                                  <a:latin typeface="Cambria Math" panose="02040503050406030204" pitchFamily="18" charset="0"/>
                                </a:rPr>
                              </m:ctrlPr>
                            </m:dPr>
                            <m:e>
                              <m:r>
                                <a:rPr lang="en-US" sz="2400" b="0" i="1">
                                  <a:solidFill>
                                    <a:srgbClr val="000000"/>
                                  </a:solidFill>
                                  <a:latin typeface="Cambria Math" panose="02040503050406030204" pitchFamily="18" charset="0"/>
                                </a:rPr>
                                <m:t>𝑒</m:t>
                              </m:r>
                            </m:e>
                          </m:d>
                        </m:den>
                      </m:f>
                      <m:r>
                        <a:rPr lang="en-US" sz="2400" b="0" i="1" smtClean="0">
                          <a:solidFill>
                            <a:srgbClr val="000000"/>
                          </a:solidFill>
                          <a:latin typeface="Cambria Math" panose="02040503050406030204" pitchFamily="18" charset="0"/>
                        </a:rPr>
                        <m:t>=</m:t>
                      </m:r>
                      <m:f>
                        <m:fPr>
                          <m:ctrlPr>
                            <a:rPr lang="en-US" sz="2400" b="0" i="1" smtClean="0">
                              <a:solidFill>
                                <a:srgbClr val="000000"/>
                              </a:solidFill>
                              <a:latin typeface="Cambria Math" panose="02040503050406030204" pitchFamily="18" charset="0"/>
                            </a:rPr>
                          </m:ctrlPr>
                        </m:fPr>
                        <m:num>
                          <m:nary>
                            <m:naryPr>
                              <m:chr m:val="∑"/>
                              <m:supHide m:val="on"/>
                              <m:ctrlPr>
                                <a:rPr lang="en-US" sz="2400" i="1">
                                  <a:solidFill>
                                    <a:srgbClr val="000000"/>
                                  </a:solidFill>
                                  <a:latin typeface="Cambria Math" panose="02040503050406030204" pitchFamily="18" charset="0"/>
                                </a:rPr>
                              </m:ctrlPr>
                            </m:naryPr>
                            <m:sub>
                              <m:r>
                                <a:rPr lang="en-US" sz="2400" i="1">
                                  <a:solidFill>
                                    <a:srgbClr val="000000"/>
                                  </a:solidFill>
                                  <a:latin typeface="Cambria Math" panose="02040503050406030204" pitchFamily="18" charset="0"/>
                                </a:rPr>
                                <m:t>𝑦</m:t>
                              </m:r>
                            </m:sub>
                            <m:sup/>
                            <m:e>
                              <m:r>
                                <a:rPr lang="en-US" sz="2400" b="1" i="1">
                                  <a:solidFill>
                                    <a:srgbClr val="000000"/>
                                  </a:solidFill>
                                  <a:latin typeface="Cambria Math" panose="02040503050406030204" pitchFamily="18" charset="0"/>
                                </a:rPr>
                                <m:t>𝑷</m:t>
                              </m:r>
                              <m:r>
                                <a:rPr lang="en-US" sz="2400" i="1">
                                  <a:solidFill>
                                    <a:srgbClr val="000000"/>
                                  </a:solidFill>
                                  <a:latin typeface="Cambria Math" panose="02040503050406030204" pitchFamily="18" charset="0"/>
                                </a:rPr>
                                <m:t>(</m:t>
                              </m:r>
                              <m:r>
                                <a:rPr lang="en-US" sz="2400" i="1">
                                  <a:solidFill>
                                    <a:srgbClr val="000000"/>
                                  </a:solidFill>
                                  <a:latin typeface="Cambria Math" panose="02040503050406030204" pitchFamily="18" charset="0"/>
                                </a:rPr>
                                <m:t>𝑋</m:t>
                              </m:r>
                              <m:r>
                                <a:rPr lang="en-US" sz="2400" i="1">
                                  <a:solidFill>
                                    <a:srgbClr val="000000"/>
                                  </a:solidFill>
                                  <a:latin typeface="Cambria Math" panose="02040503050406030204" pitchFamily="18" charset="0"/>
                                </a:rPr>
                                <m:t>,</m:t>
                              </m:r>
                              <m:r>
                                <a:rPr lang="en-US" sz="2400" i="1">
                                  <a:solidFill>
                                    <a:srgbClr val="000000"/>
                                  </a:solidFill>
                                  <a:latin typeface="Cambria Math" panose="02040503050406030204" pitchFamily="18" charset="0"/>
                                </a:rPr>
                                <m:t>𝑒</m:t>
                              </m:r>
                              <m:r>
                                <a:rPr lang="en-US" sz="2400" i="1">
                                  <a:solidFill>
                                    <a:srgbClr val="000000"/>
                                  </a:solidFill>
                                  <a:latin typeface="Cambria Math" panose="02040503050406030204" pitchFamily="18" charset="0"/>
                                </a:rPr>
                                <m:t>,</m:t>
                              </m:r>
                              <m:r>
                                <a:rPr lang="en-US" sz="2400" i="1">
                                  <a:solidFill>
                                    <a:srgbClr val="000000"/>
                                  </a:solidFill>
                                  <a:latin typeface="Cambria Math" panose="02040503050406030204" pitchFamily="18" charset="0"/>
                                </a:rPr>
                                <m:t>𝑦</m:t>
                              </m:r>
                              <m:r>
                                <a:rPr lang="en-US" sz="2400" i="1">
                                  <a:solidFill>
                                    <a:srgbClr val="000000"/>
                                  </a:solidFill>
                                  <a:latin typeface="Cambria Math" panose="02040503050406030204" pitchFamily="18" charset="0"/>
                                </a:rPr>
                                <m:t>)</m:t>
                              </m:r>
                            </m:e>
                          </m:nary>
                        </m:num>
                        <m:den>
                          <m:r>
                            <a:rPr lang="en-US" sz="2400" b="0" i="1" smtClean="0">
                              <a:solidFill>
                                <a:srgbClr val="000000"/>
                              </a:solidFill>
                              <a:latin typeface="Cambria Math" panose="02040503050406030204" pitchFamily="18" charset="0"/>
                            </a:rPr>
                            <m:t>𝑃</m:t>
                          </m:r>
                          <m:r>
                            <a:rPr lang="en-US" sz="2400" b="0" i="1" smtClean="0">
                              <a:solidFill>
                                <a:srgbClr val="000000"/>
                              </a:solidFill>
                              <a:latin typeface="Cambria Math" panose="02040503050406030204" pitchFamily="18" charset="0"/>
                            </a:rPr>
                            <m:t>(</m:t>
                          </m:r>
                          <m:r>
                            <a:rPr lang="en-US" sz="2400" b="0" i="1" smtClean="0">
                              <a:solidFill>
                                <a:srgbClr val="000000"/>
                              </a:solidFill>
                              <a:latin typeface="Cambria Math" panose="02040503050406030204" pitchFamily="18" charset="0"/>
                            </a:rPr>
                            <m:t>𝑒</m:t>
                          </m:r>
                          <m:r>
                            <a:rPr lang="en-US" sz="2400" b="0" i="1" smtClean="0">
                              <a:solidFill>
                                <a:srgbClr val="000000"/>
                              </a:solidFill>
                              <a:latin typeface="Cambria Math" panose="02040503050406030204" pitchFamily="18" charset="0"/>
                            </a:rPr>
                            <m:t>)</m:t>
                          </m:r>
                        </m:den>
                      </m:f>
                      <m:r>
                        <a:rPr lang="en-US" sz="2400" b="0" i="1">
                          <a:solidFill>
                            <a:srgbClr val="000000"/>
                          </a:solidFill>
                          <a:latin typeface="Cambria Math" panose="02040503050406030204" pitchFamily="18" charset="0"/>
                        </a:rPr>
                        <m:t>∝</m:t>
                      </m:r>
                      <m:nary>
                        <m:naryPr>
                          <m:chr m:val="∑"/>
                          <m:supHide m:val="on"/>
                          <m:ctrlPr>
                            <a:rPr lang="en-US" sz="2400" i="1">
                              <a:solidFill>
                                <a:srgbClr val="000000"/>
                              </a:solidFill>
                              <a:latin typeface="Cambria Math" panose="02040503050406030204" pitchFamily="18" charset="0"/>
                            </a:rPr>
                          </m:ctrlPr>
                        </m:naryPr>
                        <m:sub>
                          <m:r>
                            <a:rPr lang="en-US" sz="2400" b="0" i="1">
                              <a:solidFill>
                                <a:srgbClr val="000000"/>
                              </a:solidFill>
                              <a:latin typeface="Cambria Math" panose="02040503050406030204" pitchFamily="18" charset="0"/>
                            </a:rPr>
                            <m:t>𝑦</m:t>
                          </m:r>
                        </m:sub>
                        <m:sup/>
                        <m:e>
                          <m:r>
                            <a:rPr lang="en-US" sz="2400" b="1" i="1">
                              <a:solidFill>
                                <a:srgbClr val="000000"/>
                              </a:solidFill>
                              <a:latin typeface="Cambria Math" panose="02040503050406030204" pitchFamily="18" charset="0"/>
                            </a:rPr>
                            <m:t>𝑷</m:t>
                          </m:r>
                          <m:r>
                            <a:rPr lang="en-US" sz="2400" b="0" i="1">
                              <a:solidFill>
                                <a:srgbClr val="000000"/>
                              </a:solidFill>
                              <a:latin typeface="Cambria Math" panose="02040503050406030204" pitchFamily="18" charset="0"/>
                            </a:rPr>
                            <m:t>(</m:t>
                          </m:r>
                          <m:r>
                            <a:rPr lang="en-US" sz="2400" b="0" i="1">
                              <a:solidFill>
                                <a:srgbClr val="000000"/>
                              </a:solidFill>
                              <a:latin typeface="Cambria Math" panose="02040503050406030204" pitchFamily="18" charset="0"/>
                            </a:rPr>
                            <m:t>𝑋</m:t>
                          </m:r>
                          <m:r>
                            <a:rPr lang="en-US" sz="2400" b="0" i="1">
                              <a:solidFill>
                                <a:srgbClr val="000000"/>
                              </a:solidFill>
                              <a:latin typeface="Cambria Math" panose="02040503050406030204" pitchFamily="18" charset="0"/>
                            </a:rPr>
                            <m:t>,</m:t>
                          </m:r>
                          <m:r>
                            <a:rPr lang="en-US" sz="2400" b="0" i="1">
                              <a:solidFill>
                                <a:srgbClr val="000000"/>
                              </a:solidFill>
                              <a:latin typeface="Cambria Math" panose="02040503050406030204" pitchFamily="18" charset="0"/>
                            </a:rPr>
                            <m:t>𝑒</m:t>
                          </m:r>
                          <m:r>
                            <a:rPr lang="en-US" sz="2400" b="0" i="1">
                              <a:solidFill>
                                <a:srgbClr val="000000"/>
                              </a:solidFill>
                              <a:latin typeface="Cambria Math" panose="02040503050406030204" pitchFamily="18" charset="0"/>
                            </a:rPr>
                            <m:t>,</m:t>
                          </m:r>
                          <m:r>
                            <a:rPr lang="en-US" sz="2400" b="0" i="1">
                              <a:solidFill>
                                <a:srgbClr val="000000"/>
                              </a:solidFill>
                              <a:latin typeface="Cambria Math" panose="02040503050406030204" pitchFamily="18" charset="0"/>
                            </a:rPr>
                            <m:t>𝑦</m:t>
                          </m:r>
                          <m:r>
                            <a:rPr lang="en-US" sz="2400" b="0" i="1">
                              <a:solidFill>
                                <a:srgbClr val="000000"/>
                              </a:solidFill>
                              <a:latin typeface="Cambria Math" panose="02040503050406030204" pitchFamily="18" charset="0"/>
                            </a:rPr>
                            <m:t>)</m:t>
                          </m:r>
                        </m:e>
                      </m:nary>
                    </m:oMath>
                  </m:oMathPara>
                </a14:m>
                <a:endParaRPr lang="en-US" sz="2400" dirty="0"/>
              </a:p>
              <a:p>
                <a:pPr lvl="1">
                  <a:buNone/>
                </a:pPr>
                <a:endParaRPr lang="en-US" sz="2400" dirty="0">
                  <a:solidFill>
                    <a:srgbClr val="0066FF"/>
                  </a:solidFill>
                </a:endParaRPr>
              </a:p>
            </p:txBody>
          </p:sp>
        </mc:Choice>
        <mc:Fallback xmlns="">
          <p:sp>
            <p:nvSpPr>
              <p:cNvPr id="3" name="Content Placeholder 2"/>
              <p:cNvSpPr>
                <a:spLocks noGrp="1" noRot="1" noChangeAspect="1" noMove="1" noResize="1" noEditPoints="1" noAdjustHandles="1" noChangeArrowheads="1" noChangeShapeType="1" noTextEdit="1"/>
              </p:cNvSpPr>
              <p:nvPr>
                <p:ph idx="1"/>
              </p:nvPr>
            </p:nvSpPr>
            <p:spPr>
              <a:xfrm>
                <a:off x="628650" y="1690690"/>
                <a:ext cx="7886700" cy="3967586"/>
              </a:xfrm>
              <a:blipFill>
                <a:blip r:embed="rId3"/>
                <a:stretch>
                  <a:fillRect l="-1005" t="-3072"/>
                </a:stretch>
              </a:blipFill>
            </p:spPr>
            <p:txBody>
              <a:bodyPr/>
              <a:lstStyle/>
              <a:p>
                <a:r>
                  <a:rPr lang="en-US">
                    <a:noFill/>
                  </a:rPr>
                  <a:t> </a:t>
                </a:r>
              </a:p>
            </p:txBody>
          </p:sp>
        </mc:Fallback>
      </mc:AlternateContent>
      <p:sp>
        <p:nvSpPr>
          <p:cNvPr id="11" name="Speech Bubble: Rectangle 10">
            <a:extLst>
              <a:ext uri="{FF2B5EF4-FFF2-40B4-BE49-F238E27FC236}">
                <a16:creationId xmlns:a16="http://schemas.microsoft.com/office/drawing/2014/main" id="{1B9C2C12-1844-4E38-BACA-59E42FBE9848}"/>
              </a:ext>
            </a:extLst>
          </p:cNvPr>
          <p:cNvSpPr/>
          <p:nvPr/>
        </p:nvSpPr>
        <p:spPr>
          <a:xfrm>
            <a:off x="6000750" y="5658275"/>
            <a:ext cx="2514600" cy="914400"/>
          </a:xfrm>
          <a:prstGeom prst="wedgeRectCallout">
            <a:avLst>
              <a:gd name="adj1" fmla="val -38735"/>
              <a:gd name="adj2" fmla="val -76577"/>
            </a:avLst>
          </a:prstGeom>
        </p:spPr>
        <p:style>
          <a:lnRef idx="2">
            <a:schemeClr val="accent6">
              <a:shade val="50000"/>
            </a:schemeClr>
          </a:lnRef>
          <a:fillRef idx="1">
            <a:schemeClr val="accent6"/>
          </a:fillRef>
          <a:effectRef idx="0">
            <a:schemeClr val="accent6"/>
          </a:effectRef>
          <a:fontRef idx="minor">
            <a:schemeClr val="lt1"/>
          </a:fontRef>
        </p:style>
        <p:txBody>
          <a:bodyPr rtlCol="0" anchor="ctr"/>
          <a:lstStyle/>
          <a:p>
            <a:pPr algn="ctr"/>
            <a:r>
              <a:rPr lang="en-US" dirty="0"/>
              <a:t>Sum over values of unobservable variables = marginalizing them out.</a:t>
            </a:r>
          </a:p>
        </p:txBody>
      </p:sp>
    </p:spTree>
  </p:cSld>
  <p:clrMapOvr>
    <a:masterClrMapping/>
  </p:clrMapOvr>
  <p:timing>
    <p:tnLst>
      <p:par>
        <p:cTn id="1" dur="indefinite" restart="never" nodeType="tmRoot">
          <p:childTnLst>
            <p:seq concurrent="1" nextAc="seek">
              <p:cTn id="2" dur="indefinite" nodeType="mainSeq">
                <p:childTnLst>
                  <p:par>
                    <p:cTn id="3" fill="hold">
                      <p:stCondLst>
                        <p:cond delay="indefinite"/>
                      </p:stCondLst>
                      <p:childTnLst>
                        <p:par>
                          <p:cTn id="4" fill="hold">
                            <p:stCondLst>
                              <p:cond delay="0"/>
                            </p:stCondLst>
                            <p:childTnLst>
                              <p:par>
                                <p:cTn id="5" presetID="1" presetClass="entr" presetSubtype="0" fill="hold" grpId="0" nodeType="clickEffect">
                                  <p:stCondLst>
                                    <p:cond delay="0"/>
                                  </p:stCondLst>
                                  <p:childTnLst>
                                    <p:set>
                                      <p:cBhvr>
                                        <p:cTn id="6" dur="1" fill="hold">
                                          <p:stCondLst>
                                            <p:cond delay="0"/>
                                          </p:stCondLst>
                                        </p:cTn>
                                        <p:tgtEl>
                                          <p:spTgt spid="11"/>
                                        </p:tgtEl>
                                        <p:attrNameLst>
                                          <p:attrName>style.visibility</p:attrName>
                                        </p:attrNameLst>
                                      </p:cBhvr>
                                      <p:to>
                                        <p:strVal val="visible"/>
                                      </p:to>
                                    </p:set>
                                  </p:childTnLst>
                                </p:cTn>
                              </p:par>
                              <p:par>
                                <p:cTn id="7" presetID="1" presetClass="entr" presetSubtype="0" fill="hold" nodeType="withEffect">
                                  <p:stCondLst>
                                    <p:cond delay="0"/>
                                  </p:stCondLst>
                                  <p:childTnLst>
                                    <p:set>
                                      <p:cBhvr>
                                        <p:cTn id="8" dur="1" fill="hold">
                                          <p:stCondLst>
                                            <p:cond delay="0"/>
                                          </p:stCondLst>
                                        </p:cTn>
                                        <p:tgtEl>
                                          <p:spTgt spid="3">
                                            <p:txEl>
                                              <p:pRg st="6" end="6"/>
                                            </p:txEl>
                                          </p:spTgt>
                                        </p:tgtEl>
                                        <p:attrNameLst>
                                          <p:attrName>style.visibility</p:attrName>
                                        </p:attrNameLst>
                                      </p:cBhvr>
                                      <p:to>
                                        <p:strVal val="visible"/>
                                      </p:to>
                                    </p:set>
                                  </p:childTnLst>
                                </p:cTn>
                              </p:par>
                              <p:par>
                                <p:cTn id="9" presetID="1" presetClass="entr" presetSubtype="0" fill="hold" nodeType="withEffect">
                                  <p:stCondLst>
                                    <p:cond delay="0"/>
                                  </p:stCondLst>
                                  <p:childTnLst>
                                    <p:set>
                                      <p:cBhvr>
                                        <p:cTn id="10" dur="1" fill="hold">
                                          <p:stCondLst>
                                            <p:cond delay="0"/>
                                          </p:stCondLst>
                                        </p:cTn>
                                        <p:tgtEl>
                                          <p:spTgt spid="3">
                                            <p:txEl>
                                              <p:pRg st="7" end="7"/>
                                            </p:txEl>
                                          </p:spTgt>
                                        </p:tgtEl>
                                        <p:attrNameLst>
                                          <p:attrName>style.visibility</p:attrName>
                                        </p:attrNameLst>
                                      </p:cBhvr>
                                      <p:to>
                                        <p:strVal val="visible"/>
                                      </p:to>
                                    </p:set>
                                  </p:childTnLst>
                                </p:cTn>
                              </p:par>
                              <p:par>
                                <p:cTn id="11" presetID="1" presetClass="entr" presetSubtype="0" fill="hold" nodeType="withEffect">
                                  <p:stCondLst>
                                    <p:cond delay="0"/>
                                  </p:stCondLst>
                                  <p:childTnLst>
                                    <p:set>
                                      <p:cBhvr>
                                        <p:cTn id="12" dur="1" fill="hold">
                                          <p:stCondLst>
                                            <p:cond delay="0"/>
                                          </p:stCondLst>
                                        </p:cTn>
                                        <p:tgtEl>
                                          <p:spTgt spid="3">
                                            <p:txEl>
                                              <p:pRg st="9" end="9"/>
                                            </p:txEl>
                                          </p:spTgt>
                                        </p:tgtEl>
                                        <p:attrNameLst>
                                          <p:attrName>style.visibility</p:attrName>
                                        </p:attrNameLst>
                                      </p:cBhvr>
                                      <p:to>
                                        <p:strVal val="visible"/>
                                      </p:to>
                                    </p:set>
                                  </p:childTnLst>
                                </p:cTn>
                              </p:par>
                            </p:childTnLst>
                          </p:cTn>
                        </p:par>
                      </p:childTnLst>
                    </p:cTn>
                  </p:par>
                </p:childTnLst>
              </p:cTn>
              <p:prevCondLst>
                <p:cond evt="onPrev" delay="0">
                  <p:tgtEl>
                    <p:sldTgt/>
                  </p:tgtEl>
                </p:cond>
              </p:prevCondLst>
              <p:nextCondLst>
                <p:cond evt="onNext" delay="0">
                  <p:tgtEl>
                    <p:sldTgt/>
                  </p:tgtEl>
                </p:cond>
              </p:nextCondLst>
            </p:seq>
          </p:childTnLst>
        </p:cTn>
      </p:par>
    </p:tnLst>
    <p:bldLst>
      <p:bldP spid="11" grpId="0" animBg="1"/>
    </p:bldLst>
  </p:timing>
</p:sld>
</file>

<file path=ppt/slides/slide26.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Title 1"/>
          <p:cNvSpPr>
            <a:spLocks noGrp="1"/>
          </p:cNvSpPr>
          <p:nvPr>
            <p:ph type="title"/>
          </p:nvPr>
        </p:nvSpPr>
        <p:spPr/>
        <p:txBody>
          <a:bodyPr>
            <a:normAutofit/>
          </a:bodyPr>
          <a:lstStyle/>
          <a:p>
            <a:r>
              <a:rPr lang="en-US" dirty="0"/>
              <a:t>Exact inference:  </a:t>
            </a:r>
            <a:br>
              <a:rPr lang="en-US" dirty="0"/>
            </a:br>
            <a:r>
              <a:rPr lang="en-US" dirty="0"/>
              <a:t>Example – Calculation</a:t>
            </a:r>
          </a:p>
        </p:txBody>
      </p:sp>
      <mc:AlternateContent xmlns:mc="http://schemas.openxmlformats.org/markup-compatibility/2006" xmlns:a14="http://schemas.microsoft.com/office/drawing/2010/main">
        <mc:Choice Requires="a14">
          <p:sp>
            <p:nvSpPr>
              <p:cNvPr id="3" name="Content Placeholder 2"/>
              <p:cNvSpPr>
                <a:spLocks noGrp="1"/>
              </p:cNvSpPr>
              <p:nvPr>
                <p:ph idx="1"/>
              </p:nvPr>
            </p:nvSpPr>
            <p:spPr>
              <a:xfrm>
                <a:off x="628650" y="3124200"/>
                <a:ext cx="7886700" cy="3052762"/>
              </a:xfrm>
            </p:spPr>
            <p:txBody>
              <a:bodyPr>
                <a:normAutofit fontScale="85000" lnSpcReduction="20000"/>
              </a:bodyPr>
              <a:lstStyle/>
              <a:p>
                <a:pPr marL="0" indent="0">
                  <a:buNone/>
                </a:pPr>
                <a:r>
                  <a:rPr lang="en-US" sz="2000" dirty="0"/>
                  <a:t>Assume we can observe being called and the two variables have the values</a:t>
                </a:r>
                <a14:m>
                  <m:oMath xmlns:m="http://schemas.openxmlformats.org/officeDocument/2006/math">
                    <m:r>
                      <a:rPr lang="en-US" sz="2000" i="1" dirty="0" smtClean="0">
                        <a:latin typeface="Cambria Math" panose="02040503050406030204" pitchFamily="18" charset="0"/>
                      </a:rPr>
                      <m:t> </m:t>
                    </m:r>
                    <m:r>
                      <a:rPr lang="en-US" sz="2000" i="1" dirty="0" smtClean="0">
                        <a:latin typeface="Cambria Math" panose="02040503050406030204" pitchFamily="18" charset="0"/>
                      </a:rPr>
                      <m:t>𝑗</m:t>
                    </m:r>
                    <m:r>
                      <a:rPr lang="en-US" sz="2000" i="1" dirty="0" smtClean="0">
                        <a:latin typeface="Cambria Math" panose="02040503050406030204" pitchFamily="18" charset="0"/>
                      </a:rPr>
                      <m:t> </m:t>
                    </m:r>
                  </m:oMath>
                </a14:m>
                <a:r>
                  <a:rPr lang="en-US" sz="2000" dirty="0"/>
                  <a:t>and </a:t>
                </a:r>
                <a14:m>
                  <m:oMath xmlns:m="http://schemas.openxmlformats.org/officeDocument/2006/math">
                    <m:r>
                      <a:rPr lang="en-US" sz="2000" i="1" dirty="0" smtClean="0">
                        <a:latin typeface="Cambria Math" panose="02040503050406030204" pitchFamily="18" charset="0"/>
                      </a:rPr>
                      <m:t>𝑚</m:t>
                    </m:r>
                  </m:oMath>
                </a14:m>
                <a:r>
                  <a:rPr lang="en-US" sz="2000" dirty="0"/>
                  <a:t>. </a:t>
                </a:r>
              </a:p>
              <a:p>
                <a:pPr marL="0" indent="0">
                  <a:buNone/>
                </a:pPr>
                <a:r>
                  <a:rPr lang="en-US" sz="2000" dirty="0"/>
                  <a:t>We want to know the probability of a burglary.</a:t>
                </a:r>
                <a:br>
                  <a:rPr lang="en-US" sz="2000" dirty="0"/>
                </a:br>
                <a:endParaRPr lang="en-US" sz="2000" dirty="0"/>
              </a:p>
              <a:p>
                <a:pPr marL="0" indent="0">
                  <a:buNone/>
                </a:pPr>
                <a:r>
                  <a:rPr lang="en-US" sz="2000" b="1" dirty="0"/>
                  <a:t>Query</a:t>
                </a:r>
                <a:r>
                  <a:rPr lang="en-US" sz="2000" dirty="0"/>
                  <a:t>: </a:t>
                </a:r>
                <a14:m>
                  <m:oMath xmlns:m="http://schemas.openxmlformats.org/officeDocument/2006/math">
                    <m:r>
                      <a:rPr lang="en-US" sz="2000" i="1" dirty="0" smtClean="0">
                        <a:solidFill>
                          <a:srgbClr val="0000FF"/>
                        </a:solidFill>
                        <a:latin typeface="Cambria Math" panose="02040503050406030204" pitchFamily="18" charset="0"/>
                      </a:rPr>
                      <m:t>𝑃</m:t>
                    </m:r>
                    <m:r>
                      <a:rPr lang="en-US" sz="2000" i="1" dirty="0" smtClean="0">
                        <a:solidFill>
                          <a:srgbClr val="0000FF"/>
                        </a:solidFill>
                        <a:latin typeface="Cambria Math" panose="02040503050406030204" pitchFamily="18" charset="0"/>
                      </a:rPr>
                      <m:t>(</m:t>
                    </m:r>
                    <m:r>
                      <a:rPr lang="en-US" sz="2000" i="1" dirty="0" smtClean="0">
                        <a:solidFill>
                          <a:srgbClr val="0000FF"/>
                        </a:solidFill>
                        <a:latin typeface="Cambria Math" panose="02040503050406030204" pitchFamily="18" charset="0"/>
                      </a:rPr>
                      <m:t>𝐵</m:t>
                    </m:r>
                    <m:r>
                      <a:rPr lang="en-US" sz="2000" i="1" dirty="0" smtClean="0">
                        <a:solidFill>
                          <a:srgbClr val="0000FF"/>
                        </a:solidFill>
                        <a:latin typeface="Cambria Math" panose="02040503050406030204" pitchFamily="18" charset="0"/>
                      </a:rPr>
                      <m:t> | </m:t>
                    </m:r>
                    <m:r>
                      <a:rPr lang="en-US" sz="2000" i="1" dirty="0" smtClean="0">
                        <a:solidFill>
                          <a:srgbClr val="0000FF"/>
                        </a:solidFill>
                        <a:latin typeface="Cambria Math" panose="02040503050406030204" pitchFamily="18" charset="0"/>
                      </a:rPr>
                      <m:t>𝑗</m:t>
                    </m:r>
                    <m:r>
                      <a:rPr lang="en-US" sz="2000" i="1" dirty="0" smtClean="0">
                        <a:solidFill>
                          <a:srgbClr val="0000FF"/>
                        </a:solidFill>
                        <a:latin typeface="Cambria Math" panose="02040503050406030204" pitchFamily="18" charset="0"/>
                      </a:rPr>
                      <m:t>, </m:t>
                    </m:r>
                    <m:r>
                      <a:rPr lang="en-US" sz="2000" i="1" dirty="0" smtClean="0">
                        <a:solidFill>
                          <a:srgbClr val="0000FF"/>
                        </a:solidFill>
                        <a:latin typeface="Cambria Math" panose="02040503050406030204" pitchFamily="18" charset="0"/>
                      </a:rPr>
                      <m:t>𝑚</m:t>
                    </m:r>
                    <m:r>
                      <a:rPr lang="en-US" sz="2000" i="1" dirty="0" smtClean="0">
                        <a:solidFill>
                          <a:srgbClr val="0000FF"/>
                        </a:solidFill>
                        <a:latin typeface="Cambria Math" panose="02040503050406030204" pitchFamily="18" charset="0"/>
                      </a:rPr>
                      <m:t>)</m:t>
                    </m:r>
                  </m:oMath>
                </a14:m>
                <a:r>
                  <a:rPr lang="en-US" sz="2000" dirty="0">
                    <a:solidFill>
                      <a:srgbClr val="0000FF"/>
                    </a:solidFill>
                  </a:rPr>
                  <a:t> </a:t>
                </a:r>
                <a:r>
                  <a:rPr lang="en-US" sz="2000" dirty="0"/>
                  <a:t> with unobservable variables: Earthquake </a:t>
                </a:r>
                <a14:m>
                  <m:oMath xmlns:m="http://schemas.openxmlformats.org/officeDocument/2006/math">
                    <m:r>
                      <a:rPr lang="en-US" sz="2000" b="0" i="1" dirty="0" smtClean="0">
                        <a:solidFill>
                          <a:srgbClr val="0000FF"/>
                        </a:solidFill>
                        <a:latin typeface="Cambria Math" panose="02040503050406030204" pitchFamily="18" charset="0"/>
                      </a:rPr>
                      <m:t>𝐸</m:t>
                    </m:r>
                  </m:oMath>
                </a14:m>
                <a:r>
                  <a:rPr lang="en-US" sz="2000" dirty="0"/>
                  <a:t>, Alarm </a:t>
                </a:r>
                <a14:m>
                  <m:oMath xmlns:m="http://schemas.openxmlformats.org/officeDocument/2006/math">
                    <m:r>
                      <a:rPr lang="en-US" sz="2000" b="0" i="1" dirty="0" smtClean="0">
                        <a:solidFill>
                          <a:srgbClr val="0000FF"/>
                        </a:solidFill>
                        <a:latin typeface="Cambria Math" panose="02040503050406030204" pitchFamily="18" charset="0"/>
                      </a:rPr>
                      <m:t>𝐴</m:t>
                    </m:r>
                  </m:oMath>
                </a14:m>
                <a:endParaRPr lang="en-US" sz="2000" dirty="0"/>
              </a:p>
              <a:p>
                <a:pPr marL="0" indent="0">
                  <a:buNone/>
                </a:pPr>
                <a:endParaRPr lang="en-US" sz="2000" dirty="0">
                  <a:solidFill>
                    <a:srgbClr val="0000FF"/>
                  </a:solidFill>
                </a:endParaRPr>
              </a:p>
              <a:p>
                <a:pPr marL="0" indent="0">
                  <a:buNone/>
                </a:pPr>
                <a14:m>
                  <m:oMathPara xmlns:m="http://schemas.openxmlformats.org/officeDocument/2006/math">
                    <m:oMathParaPr>
                      <m:jc m:val="centerGroup"/>
                    </m:oMathParaPr>
                    <m:oMath xmlns:m="http://schemas.openxmlformats.org/officeDocument/2006/math">
                      <m:r>
                        <a:rPr lang="en-US" sz="2000" i="1" smtClean="0">
                          <a:solidFill>
                            <a:srgbClr val="000000"/>
                          </a:solidFill>
                          <a:latin typeface="Cambria Math" panose="02040503050406030204" pitchFamily="18" charset="0"/>
                        </a:rPr>
                        <m:t>𝑃</m:t>
                      </m:r>
                      <m:r>
                        <a:rPr lang="en-US" sz="2000" i="1" smtClean="0">
                          <a:solidFill>
                            <a:srgbClr val="000000"/>
                          </a:solidFill>
                          <a:latin typeface="Cambria Math" panose="02040503050406030204" pitchFamily="18" charset="0"/>
                        </a:rPr>
                        <m:t>(</m:t>
                      </m:r>
                      <m:r>
                        <a:rPr lang="en-US" sz="2000" i="1" smtClean="0">
                          <a:solidFill>
                            <a:srgbClr val="000000"/>
                          </a:solidFill>
                          <a:latin typeface="Cambria Math" panose="02040503050406030204" pitchFamily="18" charset="0"/>
                        </a:rPr>
                        <m:t>𝑏</m:t>
                      </m:r>
                      <m:r>
                        <a:rPr lang="en-US" sz="2000" i="1" smtClean="0">
                          <a:solidFill>
                            <a:srgbClr val="000000"/>
                          </a:solidFill>
                          <a:latin typeface="Cambria Math" panose="02040503050406030204" pitchFamily="18" charset="0"/>
                        </a:rPr>
                        <m:t>|</m:t>
                      </m:r>
                      <m:r>
                        <a:rPr lang="en-US" sz="2000" i="1" smtClean="0">
                          <a:solidFill>
                            <a:srgbClr val="000000"/>
                          </a:solidFill>
                          <a:latin typeface="Cambria Math" panose="02040503050406030204" pitchFamily="18" charset="0"/>
                        </a:rPr>
                        <m:t>𝑗</m:t>
                      </m:r>
                      <m:r>
                        <a:rPr lang="en-US" sz="2000" i="1" smtClean="0">
                          <a:solidFill>
                            <a:srgbClr val="000000"/>
                          </a:solidFill>
                          <a:latin typeface="Cambria Math" panose="02040503050406030204" pitchFamily="18" charset="0"/>
                        </a:rPr>
                        <m:t>,</m:t>
                      </m:r>
                      <m:r>
                        <a:rPr lang="en-US" sz="2000" i="1" smtClean="0">
                          <a:solidFill>
                            <a:srgbClr val="000000"/>
                          </a:solidFill>
                          <a:latin typeface="Cambria Math" panose="02040503050406030204" pitchFamily="18" charset="0"/>
                        </a:rPr>
                        <m:t>𝑚</m:t>
                      </m:r>
                      <m:r>
                        <a:rPr lang="en-US" sz="2000" i="1" smtClean="0">
                          <a:solidFill>
                            <a:srgbClr val="000000"/>
                          </a:solidFill>
                          <a:latin typeface="Cambria Math" panose="02040503050406030204" pitchFamily="18" charset="0"/>
                        </a:rPr>
                        <m:t>)=</m:t>
                      </m:r>
                      <m:f>
                        <m:fPr>
                          <m:ctrlPr>
                            <a:rPr lang="en-US" sz="2000" i="1">
                              <a:solidFill>
                                <a:srgbClr val="000000"/>
                              </a:solidFill>
                              <a:latin typeface="Cambria Math" panose="02040503050406030204" pitchFamily="18" charset="0"/>
                            </a:rPr>
                          </m:ctrlPr>
                        </m:fPr>
                        <m:num>
                          <m:r>
                            <a:rPr lang="en-US" sz="2000" i="1">
                              <a:solidFill>
                                <a:srgbClr val="000000"/>
                              </a:solidFill>
                              <a:latin typeface="Cambria Math" panose="02040503050406030204" pitchFamily="18" charset="0"/>
                            </a:rPr>
                            <m:t>𝑃</m:t>
                          </m:r>
                          <m:r>
                            <a:rPr lang="en-US" sz="2000" i="1">
                              <a:solidFill>
                                <a:srgbClr val="000000"/>
                              </a:solidFill>
                              <a:latin typeface="Cambria Math" panose="02040503050406030204" pitchFamily="18" charset="0"/>
                            </a:rPr>
                            <m:t>(</m:t>
                          </m:r>
                          <m:r>
                            <a:rPr lang="en-US" sz="2000" i="1">
                              <a:solidFill>
                                <a:srgbClr val="000000"/>
                              </a:solidFill>
                              <a:latin typeface="Cambria Math" panose="02040503050406030204" pitchFamily="18" charset="0"/>
                            </a:rPr>
                            <m:t>𝑏</m:t>
                          </m:r>
                          <m:r>
                            <a:rPr lang="en-US" sz="2000" i="1">
                              <a:solidFill>
                                <a:srgbClr val="000000"/>
                              </a:solidFill>
                              <a:latin typeface="Cambria Math" panose="02040503050406030204" pitchFamily="18" charset="0"/>
                            </a:rPr>
                            <m:t>,</m:t>
                          </m:r>
                          <m:r>
                            <a:rPr lang="en-US" sz="2000" i="1">
                              <a:solidFill>
                                <a:srgbClr val="000000"/>
                              </a:solidFill>
                              <a:latin typeface="Cambria Math" panose="02040503050406030204" pitchFamily="18" charset="0"/>
                            </a:rPr>
                            <m:t>𝑗</m:t>
                          </m:r>
                          <m:r>
                            <a:rPr lang="en-US" sz="2000" i="1">
                              <a:solidFill>
                                <a:srgbClr val="000000"/>
                              </a:solidFill>
                              <a:latin typeface="Cambria Math" panose="02040503050406030204" pitchFamily="18" charset="0"/>
                            </a:rPr>
                            <m:t>,</m:t>
                          </m:r>
                          <m:r>
                            <a:rPr lang="en-US" sz="2000" i="1">
                              <a:solidFill>
                                <a:srgbClr val="000000"/>
                              </a:solidFill>
                              <a:latin typeface="Cambria Math" panose="02040503050406030204" pitchFamily="18" charset="0"/>
                            </a:rPr>
                            <m:t>𝑚</m:t>
                          </m:r>
                          <m:r>
                            <a:rPr lang="en-US" sz="2000" i="1">
                              <a:solidFill>
                                <a:srgbClr val="000000"/>
                              </a:solidFill>
                              <a:latin typeface="Cambria Math" panose="02040503050406030204" pitchFamily="18" charset="0"/>
                            </a:rPr>
                            <m:t>)</m:t>
                          </m:r>
                        </m:num>
                        <m:den>
                          <m:r>
                            <a:rPr lang="en-US" sz="2000" i="1">
                              <a:solidFill>
                                <a:srgbClr val="000000"/>
                              </a:solidFill>
                              <a:latin typeface="Cambria Math" panose="02040503050406030204" pitchFamily="18" charset="0"/>
                            </a:rPr>
                            <m:t>𝑃</m:t>
                          </m:r>
                          <m:r>
                            <a:rPr lang="en-US" sz="2000" i="1">
                              <a:solidFill>
                                <a:srgbClr val="000000"/>
                              </a:solidFill>
                              <a:latin typeface="Cambria Math" panose="02040503050406030204" pitchFamily="18" charset="0"/>
                            </a:rPr>
                            <m:t>(</m:t>
                          </m:r>
                          <m:r>
                            <a:rPr lang="en-US" sz="2000" i="1">
                              <a:solidFill>
                                <a:srgbClr val="000000"/>
                              </a:solidFill>
                              <a:latin typeface="Cambria Math" panose="02040503050406030204" pitchFamily="18" charset="0"/>
                            </a:rPr>
                            <m:t>𝑗</m:t>
                          </m:r>
                          <m:r>
                            <a:rPr lang="en-US" sz="2000" i="1">
                              <a:solidFill>
                                <a:srgbClr val="000000"/>
                              </a:solidFill>
                              <a:latin typeface="Cambria Math" panose="02040503050406030204" pitchFamily="18" charset="0"/>
                            </a:rPr>
                            <m:t>,</m:t>
                          </m:r>
                          <m:r>
                            <a:rPr lang="en-US" sz="2000" i="1">
                              <a:solidFill>
                                <a:srgbClr val="000000"/>
                              </a:solidFill>
                              <a:latin typeface="Cambria Math" panose="02040503050406030204" pitchFamily="18" charset="0"/>
                            </a:rPr>
                            <m:t>𝑚</m:t>
                          </m:r>
                          <m:r>
                            <a:rPr lang="en-US" sz="2000" i="1">
                              <a:solidFill>
                                <a:srgbClr val="000000"/>
                              </a:solidFill>
                              <a:latin typeface="Cambria Math" panose="02040503050406030204" pitchFamily="18" charset="0"/>
                            </a:rPr>
                            <m:t>)</m:t>
                          </m:r>
                        </m:den>
                      </m:f>
                      <m:r>
                        <a:rPr lang="en-US" sz="2000" i="1">
                          <a:solidFill>
                            <a:srgbClr val="000000"/>
                          </a:solidFill>
                          <a:latin typeface="Cambria Math" panose="02040503050406030204" pitchFamily="18" charset="0"/>
                        </a:rPr>
                        <m:t>∝</m:t>
                      </m:r>
                      <m:nary>
                        <m:naryPr>
                          <m:chr m:val="∑"/>
                          <m:supHide m:val="on"/>
                          <m:ctrlPr>
                            <a:rPr lang="en-US" sz="2000" i="1">
                              <a:solidFill>
                                <a:srgbClr val="000000"/>
                              </a:solidFill>
                              <a:latin typeface="Cambria Math" panose="02040503050406030204" pitchFamily="18" charset="0"/>
                            </a:rPr>
                          </m:ctrlPr>
                        </m:naryPr>
                        <m:sub>
                          <m:r>
                            <a:rPr lang="en-US" sz="2000" i="1">
                              <a:solidFill>
                                <a:srgbClr val="000000"/>
                              </a:solidFill>
                              <a:latin typeface="Cambria Math" panose="02040503050406030204" pitchFamily="18" charset="0"/>
                            </a:rPr>
                            <m:t>𝑒</m:t>
                          </m:r>
                        </m:sub>
                        <m:sup/>
                        <m:e>
                          <m:nary>
                            <m:naryPr>
                              <m:chr m:val="∑"/>
                              <m:supHide m:val="on"/>
                              <m:ctrlPr>
                                <a:rPr lang="en-US" sz="2000" i="1">
                                  <a:solidFill>
                                    <a:srgbClr val="000000"/>
                                  </a:solidFill>
                                  <a:latin typeface="Cambria Math" panose="02040503050406030204" pitchFamily="18" charset="0"/>
                                </a:rPr>
                              </m:ctrlPr>
                            </m:naryPr>
                            <m:sub>
                              <m:r>
                                <a:rPr lang="en-US" sz="2000" i="1">
                                  <a:solidFill>
                                    <a:srgbClr val="000000"/>
                                  </a:solidFill>
                                  <a:latin typeface="Cambria Math" panose="02040503050406030204" pitchFamily="18" charset="0"/>
                                </a:rPr>
                                <m:t>𝑎</m:t>
                              </m:r>
                            </m:sub>
                            <m:sup/>
                            <m:e>
                              <m:r>
                                <a:rPr lang="en-US" sz="2000" i="1">
                                  <a:solidFill>
                                    <a:srgbClr val="000000"/>
                                  </a:solidFill>
                                  <a:latin typeface="Cambria Math" panose="02040503050406030204" pitchFamily="18" charset="0"/>
                                </a:rPr>
                                <m:t>𝑃</m:t>
                              </m:r>
                              <m:r>
                                <a:rPr lang="en-US" sz="2000" i="1">
                                  <a:solidFill>
                                    <a:srgbClr val="000000"/>
                                  </a:solidFill>
                                  <a:latin typeface="Cambria Math" panose="02040503050406030204" pitchFamily="18" charset="0"/>
                                </a:rPr>
                                <m:t>(</m:t>
                              </m:r>
                              <m:r>
                                <a:rPr lang="en-US" sz="2000" i="1">
                                  <a:solidFill>
                                    <a:srgbClr val="000000"/>
                                  </a:solidFill>
                                  <a:latin typeface="Cambria Math" panose="02040503050406030204" pitchFamily="18" charset="0"/>
                                </a:rPr>
                                <m:t>𝑏</m:t>
                              </m:r>
                              <m:r>
                                <a:rPr lang="en-US" sz="2000" i="1">
                                  <a:solidFill>
                                    <a:srgbClr val="000000"/>
                                  </a:solidFill>
                                  <a:latin typeface="Cambria Math" panose="02040503050406030204" pitchFamily="18" charset="0"/>
                                </a:rPr>
                                <m:t>,</m:t>
                              </m:r>
                              <m:r>
                                <a:rPr lang="en-US" sz="2000" i="1">
                                  <a:solidFill>
                                    <a:srgbClr val="000000"/>
                                  </a:solidFill>
                                  <a:latin typeface="Cambria Math" panose="02040503050406030204" pitchFamily="18" charset="0"/>
                                </a:rPr>
                                <m:t>𝑒</m:t>
                              </m:r>
                              <m:r>
                                <a:rPr lang="en-US" sz="2000" i="1">
                                  <a:solidFill>
                                    <a:srgbClr val="000000"/>
                                  </a:solidFill>
                                  <a:latin typeface="Cambria Math" panose="02040503050406030204" pitchFamily="18" charset="0"/>
                                </a:rPr>
                                <m:t>,</m:t>
                              </m:r>
                              <m:r>
                                <a:rPr lang="en-US" sz="2000" i="1">
                                  <a:solidFill>
                                    <a:srgbClr val="000000"/>
                                  </a:solidFill>
                                  <a:latin typeface="Cambria Math" panose="02040503050406030204" pitchFamily="18" charset="0"/>
                                </a:rPr>
                                <m:t>𝑎</m:t>
                              </m:r>
                              <m:r>
                                <a:rPr lang="en-US" sz="2000" i="1">
                                  <a:solidFill>
                                    <a:srgbClr val="000000"/>
                                  </a:solidFill>
                                  <a:latin typeface="Cambria Math" panose="02040503050406030204" pitchFamily="18" charset="0"/>
                                </a:rPr>
                                <m:t>,</m:t>
                              </m:r>
                              <m:r>
                                <a:rPr lang="en-US" sz="2000" i="1">
                                  <a:solidFill>
                                    <a:srgbClr val="000000"/>
                                  </a:solidFill>
                                  <a:latin typeface="Cambria Math" panose="02040503050406030204" pitchFamily="18" charset="0"/>
                                </a:rPr>
                                <m:t>𝑗</m:t>
                              </m:r>
                              <m:r>
                                <a:rPr lang="en-US" sz="2000" i="1">
                                  <a:solidFill>
                                    <a:srgbClr val="000000"/>
                                  </a:solidFill>
                                  <a:latin typeface="Cambria Math" panose="02040503050406030204" pitchFamily="18" charset="0"/>
                                </a:rPr>
                                <m:t>,</m:t>
                              </m:r>
                              <m:r>
                                <a:rPr lang="en-US" sz="2000" i="1">
                                  <a:solidFill>
                                    <a:srgbClr val="000000"/>
                                  </a:solidFill>
                                  <a:latin typeface="Cambria Math" panose="02040503050406030204" pitchFamily="18" charset="0"/>
                                </a:rPr>
                                <m:t>𝑚</m:t>
                              </m:r>
                              <m:r>
                                <a:rPr lang="en-US" sz="2000" i="1">
                                  <a:solidFill>
                                    <a:srgbClr val="000000"/>
                                  </a:solidFill>
                                  <a:latin typeface="Cambria Math" panose="02040503050406030204" pitchFamily="18" charset="0"/>
                                </a:rPr>
                                <m:t>)</m:t>
                              </m:r>
                            </m:e>
                          </m:nary>
                        </m:e>
                      </m:nary>
                    </m:oMath>
                    <m:oMath xmlns:m="http://schemas.openxmlformats.org/officeDocument/2006/math">
                      <m:r>
                        <a:rPr lang="en-US" sz="2000" i="1">
                          <a:solidFill>
                            <a:srgbClr val="000000"/>
                          </a:solidFill>
                          <a:latin typeface="Cambria Math" panose="02040503050406030204" pitchFamily="18" charset="0"/>
                        </a:rPr>
                        <m:t>=</m:t>
                      </m:r>
                      <m:nary>
                        <m:naryPr>
                          <m:chr m:val="∑"/>
                          <m:supHide m:val="on"/>
                          <m:ctrlPr>
                            <a:rPr lang="en-US" sz="2000" i="1">
                              <a:solidFill>
                                <a:srgbClr val="000000"/>
                              </a:solidFill>
                              <a:latin typeface="Cambria Math" panose="02040503050406030204" pitchFamily="18" charset="0"/>
                            </a:rPr>
                          </m:ctrlPr>
                        </m:naryPr>
                        <m:sub>
                          <m:r>
                            <a:rPr lang="en-US" sz="2000" i="1">
                              <a:solidFill>
                                <a:srgbClr val="000000"/>
                              </a:solidFill>
                              <a:latin typeface="Cambria Math" panose="02040503050406030204" pitchFamily="18" charset="0"/>
                            </a:rPr>
                            <m:t>𝑒</m:t>
                          </m:r>
                        </m:sub>
                        <m:sup/>
                        <m:e>
                          <m:nary>
                            <m:naryPr>
                              <m:chr m:val="∑"/>
                              <m:supHide m:val="on"/>
                              <m:ctrlPr>
                                <a:rPr lang="en-US" sz="2000" i="1">
                                  <a:solidFill>
                                    <a:srgbClr val="000000"/>
                                  </a:solidFill>
                                  <a:latin typeface="Cambria Math" panose="02040503050406030204" pitchFamily="18" charset="0"/>
                                </a:rPr>
                              </m:ctrlPr>
                            </m:naryPr>
                            <m:sub>
                              <m:r>
                                <a:rPr lang="en-US" sz="2000" i="1">
                                  <a:solidFill>
                                    <a:srgbClr val="000000"/>
                                  </a:solidFill>
                                  <a:latin typeface="Cambria Math" panose="02040503050406030204" pitchFamily="18" charset="0"/>
                                </a:rPr>
                                <m:t>𝑎</m:t>
                              </m:r>
                            </m:sub>
                            <m:sup/>
                            <m:e>
                              <m:r>
                                <a:rPr lang="en-US" sz="2000" i="1">
                                  <a:solidFill>
                                    <a:srgbClr val="000000"/>
                                  </a:solidFill>
                                  <a:latin typeface="Cambria Math" panose="02040503050406030204" pitchFamily="18" charset="0"/>
                                </a:rPr>
                                <m:t>𝑃</m:t>
                              </m:r>
                              <m:r>
                                <a:rPr lang="en-US" sz="2000" i="1">
                                  <a:solidFill>
                                    <a:srgbClr val="000000"/>
                                  </a:solidFill>
                                  <a:latin typeface="Cambria Math" panose="02040503050406030204" pitchFamily="18" charset="0"/>
                                </a:rPr>
                                <m:t>(</m:t>
                              </m:r>
                              <m:r>
                                <a:rPr lang="en-US" sz="2000" i="1">
                                  <a:solidFill>
                                    <a:srgbClr val="000000"/>
                                  </a:solidFill>
                                  <a:latin typeface="Cambria Math" panose="02040503050406030204" pitchFamily="18" charset="0"/>
                                </a:rPr>
                                <m:t>𝑏</m:t>
                              </m:r>
                              <m:r>
                                <a:rPr lang="en-US" sz="2000" i="1">
                                  <a:solidFill>
                                    <a:srgbClr val="000000"/>
                                  </a:solidFill>
                                  <a:latin typeface="Cambria Math" panose="02040503050406030204" pitchFamily="18" charset="0"/>
                                </a:rPr>
                                <m:t>)</m:t>
                              </m:r>
                              <m:r>
                                <a:rPr lang="en-US" sz="2000" i="1">
                                  <a:solidFill>
                                    <a:srgbClr val="000000"/>
                                  </a:solidFill>
                                  <a:latin typeface="Cambria Math" panose="02040503050406030204" pitchFamily="18" charset="0"/>
                                </a:rPr>
                                <m:t>𝑃</m:t>
                              </m:r>
                              <m:r>
                                <a:rPr lang="en-US" sz="2000" i="1">
                                  <a:solidFill>
                                    <a:srgbClr val="000000"/>
                                  </a:solidFill>
                                  <a:latin typeface="Cambria Math" panose="02040503050406030204" pitchFamily="18" charset="0"/>
                                </a:rPr>
                                <m:t>(</m:t>
                              </m:r>
                              <m:r>
                                <a:rPr lang="en-US" sz="2000" i="1">
                                  <a:solidFill>
                                    <a:srgbClr val="000000"/>
                                  </a:solidFill>
                                  <a:latin typeface="Cambria Math" panose="02040503050406030204" pitchFamily="18" charset="0"/>
                                </a:rPr>
                                <m:t>𝑒</m:t>
                              </m:r>
                              <m:r>
                                <a:rPr lang="en-US" sz="2000" i="1">
                                  <a:solidFill>
                                    <a:srgbClr val="000000"/>
                                  </a:solidFill>
                                  <a:latin typeface="Cambria Math" panose="02040503050406030204" pitchFamily="18" charset="0"/>
                                </a:rPr>
                                <m:t>)</m:t>
                              </m:r>
                              <m:r>
                                <a:rPr lang="en-US" sz="2000" i="1">
                                  <a:solidFill>
                                    <a:srgbClr val="000000"/>
                                  </a:solidFill>
                                  <a:latin typeface="Cambria Math" panose="02040503050406030204" pitchFamily="18" charset="0"/>
                                </a:rPr>
                                <m:t>𝑃</m:t>
                              </m:r>
                              <m:r>
                                <a:rPr lang="en-US" sz="2000" i="1">
                                  <a:solidFill>
                                    <a:srgbClr val="000000"/>
                                  </a:solidFill>
                                  <a:latin typeface="Cambria Math" panose="02040503050406030204" pitchFamily="18" charset="0"/>
                                </a:rPr>
                                <m:t>(</m:t>
                              </m:r>
                              <m:r>
                                <a:rPr lang="en-US" sz="2000" i="1">
                                  <a:solidFill>
                                    <a:srgbClr val="000000"/>
                                  </a:solidFill>
                                  <a:latin typeface="Cambria Math" panose="02040503050406030204" pitchFamily="18" charset="0"/>
                                </a:rPr>
                                <m:t>𝑎</m:t>
                              </m:r>
                              <m:r>
                                <a:rPr lang="en-US" sz="2000" i="1">
                                  <a:solidFill>
                                    <a:srgbClr val="000000"/>
                                  </a:solidFill>
                                  <a:latin typeface="Cambria Math" panose="02040503050406030204" pitchFamily="18" charset="0"/>
                                </a:rPr>
                                <m:t>|</m:t>
                              </m:r>
                              <m:r>
                                <a:rPr lang="en-US" sz="2000" i="1">
                                  <a:solidFill>
                                    <a:srgbClr val="000000"/>
                                  </a:solidFill>
                                  <a:latin typeface="Cambria Math" panose="02040503050406030204" pitchFamily="18" charset="0"/>
                                </a:rPr>
                                <m:t>𝑏</m:t>
                              </m:r>
                              <m:r>
                                <a:rPr lang="en-US" sz="2000" i="1">
                                  <a:solidFill>
                                    <a:srgbClr val="000000"/>
                                  </a:solidFill>
                                  <a:latin typeface="Cambria Math" panose="02040503050406030204" pitchFamily="18" charset="0"/>
                                </a:rPr>
                                <m:t>,</m:t>
                              </m:r>
                              <m:r>
                                <a:rPr lang="en-US" sz="2000" i="1">
                                  <a:solidFill>
                                    <a:srgbClr val="000000"/>
                                  </a:solidFill>
                                  <a:latin typeface="Cambria Math" panose="02040503050406030204" pitchFamily="18" charset="0"/>
                                </a:rPr>
                                <m:t>𝑒</m:t>
                              </m:r>
                              <m:r>
                                <a:rPr lang="en-US" sz="2000" i="1">
                                  <a:solidFill>
                                    <a:srgbClr val="000000"/>
                                  </a:solidFill>
                                  <a:latin typeface="Cambria Math" panose="02040503050406030204" pitchFamily="18" charset="0"/>
                                </a:rPr>
                                <m:t>)</m:t>
                              </m:r>
                              <m:r>
                                <a:rPr lang="en-US" sz="2000" i="1">
                                  <a:solidFill>
                                    <a:srgbClr val="000000"/>
                                  </a:solidFill>
                                  <a:latin typeface="Cambria Math" panose="02040503050406030204" pitchFamily="18" charset="0"/>
                                </a:rPr>
                                <m:t>𝑃</m:t>
                              </m:r>
                              <m:r>
                                <a:rPr lang="en-US" sz="2000" i="1">
                                  <a:solidFill>
                                    <a:srgbClr val="000000"/>
                                  </a:solidFill>
                                  <a:latin typeface="Cambria Math" panose="02040503050406030204" pitchFamily="18" charset="0"/>
                                </a:rPr>
                                <m:t>(</m:t>
                              </m:r>
                              <m:r>
                                <a:rPr lang="en-US" sz="2000" i="1">
                                  <a:solidFill>
                                    <a:srgbClr val="000000"/>
                                  </a:solidFill>
                                  <a:latin typeface="Cambria Math" panose="02040503050406030204" pitchFamily="18" charset="0"/>
                                </a:rPr>
                                <m:t>𝑗</m:t>
                              </m:r>
                              <m:r>
                                <a:rPr lang="en-US" sz="2000" i="1">
                                  <a:solidFill>
                                    <a:srgbClr val="000000"/>
                                  </a:solidFill>
                                  <a:latin typeface="Cambria Math" panose="02040503050406030204" pitchFamily="18" charset="0"/>
                                </a:rPr>
                                <m:t>|</m:t>
                              </m:r>
                              <m:r>
                                <a:rPr lang="en-US" sz="2000" i="1">
                                  <a:solidFill>
                                    <a:srgbClr val="000000"/>
                                  </a:solidFill>
                                  <a:latin typeface="Cambria Math" panose="02040503050406030204" pitchFamily="18" charset="0"/>
                                </a:rPr>
                                <m:t>𝑎</m:t>
                              </m:r>
                              <m:r>
                                <a:rPr lang="en-US" sz="2000" i="1">
                                  <a:solidFill>
                                    <a:srgbClr val="000000"/>
                                  </a:solidFill>
                                  <a:latin typeface="Cambria Math" panose="02040503050406030204" pitchFamily="18" charset="0"/>
                                </a:rPr>
                                <m:t>)</m:t>
                              </m:r>
                              <m:r>
                                <a:rPr lang="en-US" sz="2000" i="1">
                                  <a:solidFill>
                                    <a:srgbClr val="000000"/>
                                  </a:solidFill>
                                  <a:latin typeface="Cambria Math" panose="02040503050406030204" pitchFamily="18" charset="0"/>
                                </a:rPr>
                                <m:t>𝑃</m:t>
                              </m:r>
                              <m:r>
                                <a:rPr lang="en-US" sz="2000" i="1">
                                  <a:solidFill>
                                    <a:srgbClr val="000000"/>
                                  </a:solidFill>
                                  <a:latin typeface="Cambria Math" panose="02040503050406030204" pitchFamily="18" charset="0"/>
                                </a:rPr>
                                <m:t>(</m:t>
                              </m:r>
                              <m:r>
                                <a:rPr lang="en-US" sz="2000" i="1">
                                  <a:solidFill>
                                    <a:srgbClr val="000000"/>
                                  </a:solidFill>
                                  <a:latin typeface="Cambria Math" panose="02040503050406030204" pitchFamily="18" charset="0"/>
                                </a:rPr>
                                <m:t>𝑚</m:t>
                              </m:r>
                              <m:r>
                                <a:rPr lang="en-US" sz="2000" i="1">
                                  <a:solidFill>
                                    <a:srgbClr val="000000"/>
                                  </a:solidFill>
                                  <a:latin typeface="Cambria Math" panose="02040503050406030204" pitchFamily="18" charset="0"/>
                                </a:rPr>
                                <m:t>|</m:t>
                              </m:r>
                              <m:r>
                                <a:rPr lang="en-US" sz="2000" i="1">
                                  <a:solidFill>
                                    <a:srgbClr val="000000"/>
                                  </a:solidFill>
                                  <a:latin typeface="Cambria Math" panose="02040503050406030204" pitchFamily="18" charset="0"/>
                                </a:rPr>
                                <m:t>𝑎</m:t>
                              </m:r>
                              <m:r>
                                <a:rPr lang="en-US" sz="2000" i="1">
                                  <a:solidFill>
                                    <a:srgbClr val="000000"/>
                                  </a:solidFill>
                                  <a:latin typeface="Cambria Math" panose="02040503050406030204" pitchFamily="18" charset="0"/>
                                </a:rPr>
                                <m:t>)</m:t>
                              </m:r>
                            </m:e>
                          </m:nary>
                        </m:e>
                      </m:nary>
                    </m:oMath>
                    <m:oMath xmlns:m="http://schemas.openxmlformats.org/officeDocument/2006/math">
                      <m:r>
                        <a:rPr lang="en-US" sz="2000" i="1">
                          <a:solidFill>
                            <a:srgbClr val="000000"/>
                          </a:solidFill>
                          <a:latin typeface="Cambria Math" panose="02040503050406030204" pitchFamily="18" charset="0"/>
                        </a:rPr>
                        <m:t>=</m:t>
                      </m:r>
                      <m:r>
                        <a:rPr lang="en-US" sz="2000" i="1">
                          <a:solidFill>
                            <a:srgbClr val="000000"/>
                          </a:solidFill>
                          <a:latin typeface="Cambria Math" panose="02040503050406030204" pitchFamily="18" charset="0"/>
                        </a:rPr>
                        <m:t>𝑃</m:t>
                      </m:r>
                      <m:r>
                        <a:rPr lang="en-US" sz="2000" i="1">
                          <a:solidFill>
                            <a:srgbClr val="000000"/>
                          </a:solidFill>
                          <a:latin typeface="Cambria Math" panose="02040503050406030204" pitchFamily="18" charset="0"/>
                        </a:rPr>
                        <m:t>(</m:t>
                      </m:r>
                      <m:r>
                        <a:rPr lang="en-US" sz="2000" i="1">
                          <a:solidFill>
                            <a:srgbClr val="000000"/>
                          </a:solidFill>
                          <a:latin typeface="Cambria Math" panose="02040503050406030204" pitchFamily="18" charset="0"/>
                        </a:rPr>
                        <m:t>𝑏</m:t>
                      </m:r>
                      <m:r>
                        <a:rPr lang="en-US" sz="2000" i="1">
                          <a:solidFill>
                            <a:srgbClr val="000000"/>
                          </a:solidFill>
                          <a:latin typeface="Cambria Math" panose="02040503050406030204" pitchFamily="18" charset="0"/>
                        </a:rPr>
                        <m:t>)</m:t>
                      </m:r>
                      <m:nary>
                        <m:naryPr>
                          <m:chr m:val="∑"/>
                          <m:supHide m:val="on"/>
                          <m:ctrlPr>
                            <a:rPr lang="en-US" sz="2000" i="1">
                              <a:solidFill>
                                <a:srgbClr val="000000"/>
                              </a:solidFill>
                              <a:latin typeface="Cambria Math" panose="02040503050406030204" pitchFamily="18" charset="0"/>
                            </a:rPr>
                          </m:ctrlPr>
                        </m:naryPr>
                        <m:sub>
                          <m:r>
                            <a:rPr lang="en-US" sz="2000" i="1">
                              <a:solidFill>
                                <a:srgbClr val="000000"/>
                              </a:solidFill>
                              <a:latin typeface="Cambria Math" panose="02040503050406030204" pitchFamily="18" charset="0"/>
                            </a:rPr>
                            <m:t>𝑒</m:t>
                          </m:r>
                        </m:sub>
                        <m:sup/>
                        <m:e>
                          <m:r>
                            <a:rPr lang="en-US" sz="2000" i="1">
                              <a:solidFill>
                                <a:srgbClr val="000000"/>
                              </a:solidFill>
                              <a:latin typeface="Cambria Math" panose="02040503050406030204" pitchFamily="18" charset="0"/>
                            </a:rPr>
                            <m:t>𝑃</m:t>
                          </m:r>
                          <m:r>
                            <a:rPr lang="en-US" sz="2000" i="1">
                              <a:solidFill>
                                <a:srgbClr val="000000"/>
                              </a:solidFill>
                              <a:latin typeface="Cambria Math" panose="02040503050406030204" pitchFamily="18" charset="0"/>
                            </a:rPr>
                            <m:t>(</m:t>
                          </m:r>
                          <m:r>
                            <a:rPr lang="en-US" sz="2000" i="1">
                              <a:solidFill>
                                <a:srgbClr val="000000"/>
                              </a:solidFill>
                              <a:latin typeface="Cambria Math" panose="02040503050406030204" pitchFamily="18" charset="0"/>
                            </a:rPr>
                            <m:t>𝑒</m:t>
                          </m:r>
                          <m:r>
                            <a:rPr lang="en-US" sz="2000" i="1">
                              <a:solidFill>
                                <a:srgbClr val="000000"/>
                              </a:solidFill>
                              <a:latin typeface="Cambria Math" panose="02040503050406030204" pitchFamily="18" charset="0"/>
                            </a:rPr>
                            <m:t>)</m:t>
                          </m:r>
                          <m:nary>
                            <m:naryPr>
                              <m:chr m:val="∑"/>
                              <m:supHide m:val="on"/>
                              <m:ctrlPr>
                                <a:rPr lang="en-US" sz="2000" i="1">
                                  <a:solidFill>
                                    <a:srgbClr val="000000"/>
                                  </a:solidFill>
                                  <a:latin typeface="Cambria Math" panose="02040503050406030204" pitchFamily="18" charset="0"/>
                                </a:rPr>
                              </m:ctrlPr>
                            </m:naryPr>
                            <m:sub>
                              <m:r>
                                <a:rPr lang="en-US" sz="2000" i="1">
                                  <a:solidFill>
                                    <a:srgbClr val="000000"/>
                                  </a:solidFill>
                                  <a:latin typeface="Cambria Math" panose="02040503050406030204" pitchFamily="18" charset="0"/>
                                </a:rPr>
                                <m:t>𝑎</m:t>
                              </m:r>
                            </m:sub>
                            <m:sup/>
                            <m:e>
                              <m:r>
                                <a:rPr lang="en-US" sz="2000" i="1">
                                  <a:solidFill>
                                    <a:srgbClr val="000000"/>
                                  </a:solidFill>
                                  <a:latin typeface="Cambria Math" panose="02040503050406030204" pitchFamily="18" charset="0"/>
                                </a:rPr>
                                <m:t>𝑃</m:t>
                              </m:r>
                              <m:r>
                                <a:rPr lang="en-US" sz="2000" i="1">
                                  <a:solidFill>
                                    <a:srgbClr val="000000"/>
                                  </a:solidFill>
                                  <a:latin typeface="Cambria Math" panose="02040503050406030204" pitchFamily="18" charset="0"/>
                                </a:rPr>
                                <m:t>(</m:t>
                              </m:r>
                              <m:r>
                                <a:rPr lang="en-US" sz="2000" i="1">
                                  <a:solidFill>
                                    <a:srgbClr val="000000"/>
                                  </a:solidFill>
                                  <a:latin typeface="Cambria Math" panose="02040503050406030204" pitchFamily="18" charset="0"/>
                                </a:rPr>
                                <m:t>𝑎</m:t>
                              </m:r>
                              <m:r>
                                <a:rPr lang="en-US" sz="2000" i="1">
                                  <a:solidFill>
                                    <a:srgbClr val="000000"/>
                                  </a:solidFill>
                                  <a:latin typeface="Cambria Math" panose="02040503050406030204" pitchFamily="18" charset="0"/>
                                </a:rPr>
                                <m:t>|</m:t>
                              </m:r>
                              <m:r>
                                <a:rPr lang="en-US" sz="2000" i="1">
                                  <a:solidFill>
                                    <a:srgbClr val="000000"/>
                                  </a:solidFill>
                                  <a:latin typeface="Cambria Math" panose="02040503050406030204" pitchFamily="18" charset="0"/>
                                </a:rPr>
                                <m:t>𝑏</m:t>
                              </m:r>
                              <m:r>
                                <a:rPr lang="en-US" sz="2000" i="1">
                                  <a:solidFill>
                                    <a:srgbClr val="000000"/>
                                  </a:solidFill>
                                  <a:latin typeface="Cambria Math" panose="02040503050406030204" pitchFamily="18" charset="0"/>
                                </a:rPr>
                                <m:t>,</m:t>
                              </m:r>
                              <m:r>
                                <a:rPr lang="en-US" sz="2000" i="1">
                                  <a:solidFill>
                                    <a:srgbClr val="000000"/>
                                  </a:solidFill>
                                  <a:latin typeface="Cambria Math" panose="02040503050406030204" pitchFamily="18" charset="0"/>
                                </a:rPr>
                                <m:t>𝑒</m:t>
                              </m:r>
                              <m:r>
                                <a:rPr lang="en-US" sz="2000" i="1">
                                  <a:solidFill>
                                    <a:srgbClr val="000000"/>
                                  </a:solidFill>
                                  <a:latin typeface="Cambria Math" panose="02040503050406030204" pitchFamily="18" charset="0"/>
                                </a:rPr>
                                <m:t>)</m:t>
                              </m:r>
                            </m:e>
                          </m:nary>
                          <m:r>
                            <a:rPr lang="en-US" sz="2000" i="1">
                              <a:solidFill>
                                <a:srgbClr val="000000"/>
                              </a:solidFill>
                              <a:latin typeface="Cambria Math" panose="02040503050406030204" pitchFamily="18" charset="0"/>
                            </a:rPr>
                            <m:t>𝑃</m:t>
                          </m:r>
                          <m:r>
                            <a:rPr lang="en-US" sz="2000" i="1">
                              <a:solidFill>
                                <a:srgbClr val="000000"/>
                              </a:solidFill>
                              <a:latin typeface="Cambria Math" panose="02040503050406030204" pitchFamily="18" charset="0"/>
                            </a:rPr>
                            <m:t>(</m:t>
                          </m:r>
                          <m:r>
                            <a:rPr lang="en-US" sz="2000" i="1">
                              <a:solidFill>
                                <a:srgbClr val="000000"/>
                              </a:solidFill>
                              <a:latin typeface="Cambria Math" panose="02040503050406030204" pitchFamily="18" charset="0"/>
                            </a:rPr>
                            <m:t>𝑗</m:t>
                          </m:r>
                          <m:r>
                            <a:rPr lang="en-US" sz="2000" i="1">
                              <a:solidFill>
                                <a:srgbClr val="000000"/>
                              </a:solidFill>
                              <a:latin typeface="Cambria Math" panose="02040503050406030204" pitchFamily="18" charset="0"/>
                            </a:rPr>
                            <m:t>|</m:t>
                          </m:r>
                          <m:r>
                            <a:rPr lang="en-US" sz="2000" i="1">
                              <a:solidFill>
                                <a:srgbClr val="000000"/>
                              </a:solidFill>
                              <a:latin typeface="Cambria Math" panose="02040503050406030204" pitchFamily="18" charset="0"/>
                            </a:rPr>
                            <m:t>𝑎</m:t>
                          </m:r>
                          <m:r>
                            <a:rPr lang="en-US" sz="2000" i="1">
                              <a:solidFill>
                                <a:srgbClr val="000000"/>
                              </a:solidFill>
                              <a:latin typeface="Cambria Math" panose="02040503050406030204" pitchFamily="18" charset="0"/>
                            </a:rPr>
                            <m:t>)</m:t>
                          </m:r>
                          <m:r>
                            <a:rPr lang="en-US" sz="2000" i="1">
                              <a:solidFill>
                                <a:srgbClr val="000000"/>
                              </a:solidFill>
                              <a:latin typeface="Cambria Math" panose="02040503050406030204" pitchFamily="18" charset="0"/>
                            </a:rPr>
                            <m:t>𝑃</m:t>
                          </m:r>
                          <m:r>
                            <a:rPr lang="en-US" sz="2000" i="1">
                              <a:solidFill>
                                <a:srgbClr val="000000"/>
                              </a:solidFill>
                              <a:latin typeface="Cambria Math" panose="02040503050406030204" pitchFamily="18" charset="0"/>
                            </a:rPr>
                            <m:t>(</m:t>
                          </m:r>
                          <m:r>
                            <a:rPr lang="en-US" sz="2000" i="1">
                              <a:solidFill>
                                <a:srgbClr val="000000"/>
                              </a:solidFill>
                              <a:latin typeface="Cambria Math" panose="02040503050406030204" pitchFamily="18" charset="0"/>
                            </a:rPr>
                            <m:t>𝑚</m:t>
                          </m:r>
                          <m:r>
                            <a:rPr lang="en-US" sz="2000" i="1">
                              <a:solidFill>
                                <a:srgbClr val="000000"/>
                              </a:solidFill>
                              <a:latin typeface="Cambria Math" panose="02040503050406030204" pitchFamily="18" charset="0"/>
                            </a:rPr>
                            <m:t>|</m:t>
                          </m:r>
                          <m:r>
                            <a:rPr lang="en-US" sz="2000" i="1">
                              <a:solidFill>
                                <a:srgbClr val="000000"/>
                              </a:solidFill>
                              <a:latin typeface="Cambria Math" panose="02040503050406030204" pitchFamily="18" charset="0"/>
                            </a:rPr>
                            <m:t>𝑎</m:t>
                          </m:r>
                          <m:r>
                            <a:rPr lang="en-US" sz="2000" i="1">
                              <a:solidFill>
                                <a:srgbClr val="000000"/>
                              </a:solidFill>
                              <a:latin typeface="Cambria Math" panose="02040503050406030204" pitchFamily="18" charset="0"/>
                            </a:rPr>
                            <m:t>)</m:t>
                          </m:r>
                        </m:e>
                      </m:nary>
                    </m:oMath>
                  </m:oMathPara>
                </a14:m>
                <a:endParaRPr lang="en-US" sz="2000" dirty="0"/>
              </a:p>
              <a:p>
                <a:pPr marL="0" indent="0">
                  <a:buNone/>
                </a:pPr>
                <a:endParaRPr lang="en-US" sz="2000" dirty="0">
                  <a:solidFill>
                    <a:srgbClr val="0000FF"/>
                  </a:solidFill>
                </a:endParaRPr>
              </a:p>
              <a:p>
                <a:endParaRPr lang="en-US" sz="2400" dirty="0">
                  <a:solidFill>
                    <a:srgbClr val="0000FF"/>
                  </a:solidFill>
                </a:endParaRPr>
              </a:p>
            </p:txBody>
          </p:sp>
        </mc:Choice>
        <mc:Fallback xmlns="">
          <p:sp>
            <p:nvSpPr>
              <p:cNvPr id="3" name="Content Placeholder 2"/>
              <p:cNvSpPr>
                <a:spLocks noGrp="1" noRot="1" noChangeAspect="1" noMove="1" noResize="1" noEditPoints="1" noAdjustHandles="1" noChangeArrowheads="1" noChangeShapeType="1" noTextEdit="1"/>
              </p:cNvSpPr>
              <p:nvPr>
                <p:ph idx="1"/>
              </p:nvPr>
            </p:nvSpPr>
            <p:spPr>
              <a:xfrm>
                <a:off x="628650" y="3124200"/>
                <a:ext cx="7886700" cy="3052762"/>
              </a:xfrm>
              <a:blipFill>
                <a:blip r:embed="rId3"/>
                <a:stretch>
                  <a:fillRect l="-464" t="-3000" b="-39000"/>
                </a:stretch>
              </a:blipFill>
            </p:spPr>
            <p:txBody>
              <a:bodyPr/>
              <a:lstStyle/>
              <a:p>
                <a:r>
                  <a:rPr lang="en-US">
                    <a:noFill/>
                  </a:rPr>
                  <a:t> </a:t>
                </a:r>
              </a:p>
            </p:txBody>
          </p:sp>
        </mc:Fallback>
      </mc:AlternateContent>
      <p:pic>
        <p:nvPicPr>
          <p:cNvPr id="7" name="Picture 6">
            <a:extLst>
              <a:ext uri="{FF2B5EF4-FFF2-40B4-BE49-F238E27FC236}">
                <a16:creationId xmlns:a16="http://schemas.microsoft.com/office/drawing/2014/main" id="{A3D7B1A2-EB0F-4B08-B7E1-24E93198876A}"/>
              </a:ext>
              <a:ext uri="{C183D7F6-B498-43B3-948B-1728B52AA6E4}">
                <adec:decorative xmlns:adec="http://schemas.microsoft.com/office/drawing/2017/decorative" val="1"/>
              </a:ext>
            </a:extLst>
          </p:cNvPr>
          <p:cNvPicPr>
            <a:picLocks noChangeAspect="1"/>
          </p:cNvPicPr>
          <p:nvPr/>
        </p:nvPicPr>
        <p:blipFill>
          <a:blip r:embed="rId4"/>
          <a:stretch>
            <a:fillRect/>
          </a:stretch>
        </p:blipFill>
        <p:spPr>
          <a:xfrm>
            <a:off x="4495800" y="457200"/>
            <a:ext cx="4248150" cy="2587161"/>
          </a:xfrm>
          <a:prstGeom prst="rect">
            <a:avLst/>
          </a:prstGeom>
        </p:spPr>
      </p:pic>
      <p:sp>
        <p:nvSpPr>
          <p:cNvPr id="4" name="Speech Bubble: Rectangle 3">
            <a:extLst>
              <a:ext uri="{FF2B5EF4-FFF2-40B4-BE49-F238E27FC236}">
                <a16:creationId xmlns:a16="http://schemas.microsoft.com/office/drawing/2014/main" id="{88482842-7CD8-4C45-992A-D4DFA439E5A2}"/>
              </a:ext>
            </a:extLst>
          </p:cNvPr>
          <p:cNvSpPr/>
          <p:nvPr/>
        </p:nvSpPr>
        <p:spPr>
          <a:xfrm>
            <a:off x="7286625" y="4650581"/>
            <a:ext cx="1676400" cy="1063160"/>
          </a:xfrm>
          <a:prstGeom prst="wedgeRectCallout">
            <a:avLst>
              <a:gd name="adj1" fmla="val -86145"/>
              <a:gd name="adj2" fmla="val -48788"/>
            </a:avLst>
          </a:prstGeom>
        </p:spPr>
        <p:style>
          <a:lnRef idx="3">
            <a:schemeClr val="lt1"/>
          </a:lnRef>
          <a:fillRef idx="1">
            <a:schemeClr val="accent6"/>
          </a:fillRef>
          <a:effectRef idx="1">
            <a:schemeClr val="accent6"/>
          </a:effectRef>
          <a:fontRef idx="minor">
            <a:schemeClr val="lt1"/>
          </a:fontRef>
        </p:style>
        <p:txBody>
          <a:bodyPr rtlCol="0" anchor="ctr"/>
          <a:lstStyle/>
          <a:p>
            <a:pPr algn="ctr"/>
            <a:r>
              <a:rPr lang="en-US" sz="1600" dirty="0"/>
              <a:t>Full joint probability and marginalize over E and A</a:t>
            </a:r>
          </a:p>
        </p:txBody>
      </p:sp>
    </p:spTree>
  </p:cSld>
  <p:clrMapOvr>
    <a:masterClrMapping/>
  </p:clrMapOvr>
  <p:timing>
    <p:tnLst>
      <p:par>
        <p:cTn id="1" dur="indefinite" restart="never" nodeType="tmRoot">
          <p:childTnLst>
            <p:seq concurrent="1" nextAc="seek">
              <p:cTn id="2" dur="indefinite" nodeType="mainSeq">
                <p:childTnLst>
                  <p:par>
                    <p:cTn id="3" fill="hold">
                      <p:stCondLst>
                        <p:cond delay="indefinite"/>
                      </p:stCondLst>
                      <p:childTnLst>
                        <p:par>
                          <p:cTn id="4" fill="hold">
                            <p:stCondLst>
                              <p:cond delay="0"/>
                            </p:stCondLst>
                            <p:childTnLst>
                              <p:par>
                                <p:cTn id="5" presetID="1" presetClass="entr" presetSubtype="0" fill="hold" nodeType="clickEffect">
                                  <p:stCondLst>
                                    <p:cond delay="0"/>
                                  </p:stCondLst>
                                  <p:childTnLst>
                                    <p:set>
                                      <p:cBhvr>
                                        <p:cTn id="6" dur="1" fill="hold">
                                          <p:stCondLst>
                                            <p:cond delay="0"/>
                                          </p:stCondLst>
                                        </p:cTn>
                                        <p:tgtEl>
                                          <p:spTgt spid="3">
                                            <p:txEl>
                                              <p:pRg st="2" end="2"/>
                                            </p:txEl>
                                          </p:spTgt>
                                        </p:tgtEl>
                                        <p:attrNameLst>
                                          <p:attrName>style.visibility</p:attrName>
                                        </p:attrNameLst>
                                      </p:cBhvr>
                                      <p:to>
                                        <p:strVal val="visible"/>
                                      </p:to>
                                    </p:set>
                                  </p:childTnLst>
                                </p:cTn>
                              </p:par>
                            </p:childTnLst>
                          </p:cTn>
                        </p:par>
                      </p:childTnLst>
                    </p:cTn>
                  </p:par>
                  <p:par>
                    <p:cTn id="7" fill="hold">
                      <p:stCondLst>
                        <p:cond delay="indefinite"/>
                      </p:stCondLst>
                      <p:childTnLst>
                        <p:par>
                          <p:cTn id="8" fill="hold">
                            <p:stCondLst>
                              <p:cond delay="0"/>
                            </p:stCondLst>
                            <p:childTnLst>
                              <p:par>
                                <p:cTn id="9" presetID="1" presetClass="entr" presetSubtype="0" fill="hold" nodeType="clickEffect">
                                  <p:stCondLst>
                                    <p:cond delay="0"/>
                                  </p:stCondLst>
                                  <p:childTnLst>
                                    <p:set>
                                      <p:cBhvr>
                                        <p:cTn id="10" dur="1" fill="hold">
                                          <p:stCondLst>
                                            <p:cond delay="0"/>
                                          </p:stCondLst>
                                        </p:cTn>
                                        <p:tgtEl>
                                          <p:spTgt spid="3">
                                            <p:txEl>
                                              <p:pRg st="4" end="4"/>
                                            </p:txEl>
                                          </p:spTgt>
                                        </p:tgtEl>
                                        <p:attrNameLst>
                                          <p:attrName>style.visibility</p:attrName>
                                        </p:attrNameLst>
                                      </p:cBhvr>
                                      <p:to>
                                        <p:strVal val="visible"/>
                                      </p:to>
                                    </p:set>
                                  </p:childTnLst>
                                </p:cTn>
                              </p:par>
                              <p:par>
                                <p:cTn id="11" presetID="1" presetClass="entr" presetSubtype="0" fill="hold" grpId="0" nodeType="withEffect">
                                  <p:stCondLst>
                                    <p:cond delay="0"/>
                                  </p:stCondLst>
                                  <p:childTnLst>
                                    <p:set>
                                      <p:cBhvr>
                                        <p:cTn id="12" dur="1" fill="hold">
                                          <p:stCondLst>
                                            <p:cond delay="0"/>
                                          </p:stCondLst>
                                        </p:cTn>
                                        <p:tgtEl>
                                          <p:spTgt spid="4"/>
                                        </p:tgtEl>
                                        <p:attrNameLst>
                                          <p:attrName>style.visibility</p:attrName>
                                        </p:attrNameLst>
                                      </p:cBhvr>
                                      <p:to>
                                        <p:strVal val="visible"/>
                                      </p:to>
                                    </p:set>
                                  </p:childTnLst>
                                </p:cTn>
                              </p:par>
                            </p:childTnLst>
                          </p:cTn>
                        </p:par>
                      </p:childTnLst>
                    </p:cTn>
                  </p:par>
                </p:childTnLst>
              </p:cTn>
              <p:prevCondLst>
                <p:cond evt="onPrev" delay="0">
                  <p:tgtEl>
                    <p:sldTgt/>
                  </p:tgtEl>
                </p:cond>
              </p:prevCondLst>
              <p:nextCondLst>
                <p:cond evt="onNext" delay="0">
                  <p:tgtEl>
                    <p:sldTgt/>
                  </p:tgtEl>
                </p:cond>
              </p:nextCondLst>
            </p:seq>
          </p:childTnLst>
        </p:cTn>
      </p:par>
    </p:tnLst>
    <p:bldLst>
      <p:bldP spid="4" grpId="0" animBg="1"/>
    </p:bldLst>
  </p:timing>
</p:sld>
</file>

<file path=ppt/slides/slide27.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pic>
        <p:nvPicPr>
          <p:cNvPr id="9" name="Picture 8">
            <a:extLst>
              <a:ext uri="{FF2B5EF4-FFF2-40B4-BE49-F238E27FC236}">
                <a16:creationId xmlns:a16="http://schemas.microsoft.com/office/drawing/2014/main" id="{EFCD6B2F-1A4C-4A62-AB17-80D858FBAD5E}"/>
              </a:ext>
              <a:ext uri="{C183D7F6-B498-43B3-948B-1728B52AA6E4}">
                <adec:decorative xmlns:adec="http://schemas.microsoft.com/office/drawing/2017/decorative" val="1"/>
              </a:ext>
            </a:extLst>
          </p:cNvPr>
          <p:cNvPicPr>
            <a:picLocks noChangeAspect="1"/>
          </p:cNvPicPr>
          <p:nvPr/>
        </p:nvPicPr>
        <p:blipFill>
          <a:blip r:embed="rId3"/>
          <a:stretch>
            <a:fillRect/>
          </a:stretch>
        </p:blipFill>
        <p:spPr>
          <a:xfrm>
            <a:off x="4713307" y="460839"/>
            <a:ext cx="4248150" cy="2587161"/>
          </a:xfrm>
          <a:prstGeom prst="rect">
            <a:avLst/>
          </a:prstGeom>
        </p:spPr>
      </p:pic>
      <p:sp>
        <p:nvSpPr>
          <p:cNvPr id="2" name="Title 1"/>
          <p:cNvSpPr>
            <a:spLocks noGrp="1"/>
          </p:cNvSpPr>
          <p:nvPr>
            <p:ph type="title"/>
          </p:nvPr>
        </p:nvSpPr>
        <p:spPr>
          <a:xfrm>
            <a:off x="381000" y="76200"/>
            <a:ext cx="8305800" cy="1371600"/>
          </a:xfrm>
        </p:spPr>
        <p:txBody>
          <a:bodyPr/>
          <a:lstStyle/>
          <a:p>
            <a:r>
              <a:rPr lang="en-US" dirty="0"/>
              <a:t>Exact inference: </a:t>
            </a:r>
            <a:br>
              <a:rPr lang="en-US" dirty="0"/>
            </a:br>
            <a:r>
              <a:rPr lang="en-US" dirty="0"/>
              <a:t>Example – Evaluation Tree</a:t>
            </a:r>
          </a:p>
        </p:txBody>
      </p:sp>
      <mc:AlternateContent xmlns:mc="http://schemas.openxmlformats.org/markup-compatibility/2006" xmlns:a14="http://schemas.microsoft.com/office/drawing/2010/main">
        <mc:Choice Requires="a14">
          <p:sp>
            <p:nvSpPr>
              <p:cNvPr id="75779" name="Object 2"/>
              <p:cNvSpPr txBox="1"/>
              <p:nvPr/>
            </p:nvSpPr>
            <p:spPr bwMode="auto">
              <a:xfrm>
                <a:off x="405372" y="1431423"/>
                <a:ext cx="4583113" cy="1371600"/>
              </a:xfrm>
              <a:prstGeom prst="rect">
                <a:avLst/>
              </a:prstGeom>
              <a:noFill/>
            </p:spPr>
            <p:txBody>
              <a:bodyPr>
                <a:noAutofit/>
              </a:bodyPr>
              <a:lstStyle/>
              <a:p>
                <a:pPr/>
                <a14:m>
                  <m:oMathPara xmlns:m="http://schemas.openxmlformats.org/officeDocument/2006/math">
                    <m:oMathParaPr>
                      <m:jc m:val="left"/>
                    </m:oMathParaPr>
                    <m:oMath xmlns:m="http://schemas.openxmlformats.org/officeDocument/2006/math">
                      <m:r>
                        <a:rPr lang="en-US" sz="2000" i="1" smtClean="0">
                          <a:solidFill>
                            <a:srgbClr val="000000"/>
                          </a:solidFill>
                          <a:latin typeface="Cambria Math" panose="02040503050406030204" pitchFamily="18" charset="0"/>
                        </a:rPr>
                        <m:t>𝑃</m:t>
                      </m:r>
                      <m:d>
                        <m:dPr>
                          <m:ctrlPr>
                            <a:rPr lang="en-US" sz="2000" i="1">
                              <a:solidFill>
                                <a:srgbClr val="000000"/>
                              </a:solidFill>
                              <a:latin typeface="Cambria Math" panose="02040503050406030204" pitchFamily="18" charset="0"/>
                            </a:rPr>
                          </m:ctrlPr>
                        </m:dPr>
                        <m:e>
                          <m:r>
                            <a:rPr lang="en-US" sz="2000" i="1">
                              <a:solidFill>
                                <a:srgbClr val="000000"/>
                              </a:solidFill>
                              <a:latin typeface="Cambria Math" panose="02040503050406030204" pitchFamily="18" charset="0"/>
                            </a:rPr>
                            <m:t>𝑏</m:t>
                          </m:r>
                        </m:e>
                        <m:e>
                          <m:r>
                            <a:rPr lang="en-US" sz="2000" i="1">
                              <a:solidFill>
                                <a:srgbClr val="000000"/>
                              </a:solidFill>
                              <a:latin typeface="Cambria Math" panose="02040503050406030204" pitchFamily="18" charset="0"/>
                            </a:rPr>
                            <m:t>𝑗</m:t>
                          </m:r>
                          <m:r>
                            <a:rPr lang="en-US" sz="2000" i="1">
                              <a:solidFill>
                                <a:srgbClr val="000000"/>
                              </a:solidFill>
                              <a:latin typeface="Cambria Math" panose="02040503050406030204" pitchFamily="18" charset="0"/>
                            </a:rPr>
                            <m:t>,</m:t>
                          </m:r>
                          <m:r>
                            <a:rPr lang="en-US" sz="2000" i="1">
                              <a:solidFill>
                                <a:srgbClr val="000000"/>
                              </a:solidFill>
                              <a:latin typeface="Cambria Math" panose="02040503050406030204" pitchFamily="18" charset="0"/>
                            </a:rPr>
                            <m:t>𝑚</m:t>
                          </m:r>
                        </m:e>
                      </m:d>
                      <m:r>
                        <a:rPr lang="en-US" sz="2000" i="1">
                          <a:solidFill>
                            <a:srgbClr val="000000"/>
                          </a:solidFill>
                          <a:latin typeface="Cambria Math" panose="02040503050406030204" pitchFamily="18" charset="0"/>
                        </a:rPr>
                        <m:t>∝</m:t>
                      </m:r>
                      <m:r>
                        <a:rPr lang="en-US" sz="2000" i="1">
                          <a:solidFill>
                            <a:srgbClr val="000000"/>
                          </a:solidFill>
                          <a:latin typeface="Cambria Math" panose="02040503050406030204" pitchFamily="18" charset="0"/>
                        </a:rPr>
                        <m:t>𝑃</m:t>
                      </m:r>
                      <m:r>
                        <a:rPr lang="en-US" sz="2000" i="1">
                          <a:solidFill>
                            <a:srgbClr val="000000"/>
                          </a:solidFill>
                          <a:latin typeface="Cambria Math" panose="02040503050406030204" pitchFamily="18" charset="0"/>
                        </a:rPr>
                        <m:t>(</m:t>
                      </m:r>
                      <m:r>
                        <a:rPr lang="en-US" sz="2000" i="1">
                          <a:solidFill>
                            <a:srgbClr val="000000"/>
                          </a:solidFill>
                          <a:latin typeface="Cambria Math" panose="02040503050406030204" pitchFamily="18" charset="0"/>
                        </a:rPr>
                        <m:t>𝑏</m:t>
                      </m:r>
                      <m:r>
                        <a:rPr lang="en-US" sz="2000" i="1">
                          <a:solidFill>
                            <a:srgbClr val="000000"/>
                          </a:solidFill>
                          <a:latin typeface="Cambria Math" panose="02040503050406030204" pitchFamily="18" charset="0"/>
                        </a:rPr>
                        <m:t>)</m:t>
                      </m:r>
                      <m:nary>
                        <m:naryPr>
                          <m:chr m:val="∑"/>
                          <m:supHide m:val="on"/>
                          <m:ctrlPr>
                            <a:rPr lang="en-US" sz="2000" i="1">
                              <a:solidFill>
                                <a:srgbClr val="000000"/>
                              </a:solidFill>
                              <a:latin typeface="Cambria Math" panose="02040503050406030204" pitchFamily="18" charset="0"/>
                            </a:rPr>
                          </m:ctrlPr>
                        </m:naryPr>
                        <m:sub>
                          <m:r>
                            <a:rPr lang="en-US" sz="2000" i="1">
                              <a:solidFill>
                                <a:srgbClr val="000000"/>
                              </a:solidFill>
                              <a:latin typeface="Cambria Math" panose="02040503050406030204" pitchFamily="18" charset="0"/>
                            </a:rPr>
                            <m:t>𝑒</m:t>
                          </m:r>
                        </m:sub>
                        <m:sup/>
                        <m:e>
                          <m:r>
                            <a:rPr lang="en-US" sz="2000" i="1">
                              <a:solidFill>
                                <a:srgbClr val="000000"/>
                              </a:solidFill>
                              <a:latin typeface="Cambria Math" panose="02040503050406030204" pitchFamily="18" charset="0"/>
                            </a:rPr>
                            <m:t>𝑃</m:t>
                          </m:r>
                          <m:r>
                            <a:rPr lang="en-US" sz="2000" i="1">
                              <a:solidFill>
                                <a:srgbClr val="000000"/>
                              </a:solidFill>
                              <a:latin typeface="Cambria Math" panose="02040503050406030204" pitchFamily="18" charset="0"/>
                            </a:rPr>
                            <m:t>(</m:t>
                          </m:r>
                          <m:r>
                            <a:rPr lang="en-US" sz="2000" i="1">
                              <a:solidFill>
                                <a:srgbClr val="000000"/>
                              </a:solidFill>
                              <a:latin typeface="Cambria Math" panose="02040503050406030204" pitchFamily="18" charset="0"/>
                            </a:rPr>
                            <m:t>𝑒</m:t>
                          </m:r>
                          <m:r>
                            <a:rPr lang="en-US" sz="2000" i="1">
                              <a:solidFill>
                                <a:srgbClr val="000000"/>
                              </a:solidFill>
                              <a:latin typeface="Cambria Math" panose="02040503050406030204" pitchFamily="18" charset="0"/>
                            </a:rPr>
                            <m:t>)</m:t>
                          </m:r>
                          <m:nary>
                            <m:naryPr>
                              <m:chr m:val="∑"/>
                              <m:supHide m:val="on"/>
                              <m:ctrlPr>
                                <a:rPr lang="en-US" sz="2000" i="1">
                                  <a:solidFill>
                                    <a:srgbClr val="000000"/>
                                  </a:solidFill>
                                  <a:latin typeface="Cambria Math" panose="02040503050406030204" pitchFamily="18" charset="0"/>
                                </a:rPr>
                              </m:ctrlPr>
                            </m:naryPr>
                            <m:sub>
                              <m:r>
                                <a:rPr lang="en-US" sz="2000" i="1">
                                  <a:solidFill>
                                    <a:srgbClr val="000000"/>
                                  </a:solidFill>
                                  <a:latin typeface="Cambria Math" panose="02040503050406030204" pitchFamily="18" charset="0"/>
                                </a:rPr>
                                <m:t>𝑎</m:t>
                              </m:r>
                            </m:sub>
                            <m:sup/>
                            <m:e>
                              <m:r>
                                <a:rPr lang="en-US" sz="2000" i="1">
                                  <a:solidFill>
                                    <a:srgbClr val="000000"/>
                                  </a:solidFill>
                                  <a:latin typeface="Cambria Math" panose="02040503050406030204" pitchFamily="18" charset="0"/>
                                </a:rPr>
                                <m:t>𝑃</m:t>
                              </m:r>
                              <m:r>
                                <a:rPr lang="en-US" sz="2000" i="1">
                                  <a:solidFill>
                                    <a:srgbClr val="000000"/>
                                  </a:solidFill>
                                  <a:latin typeface="Cambria Math" panose="02040503050406030204" pitchFamily="18" charset="0"/>
                                </a:rPr>
                                <m:t>(</m:t>
                              </m:r>
                              <m:r>
                                <a:rPr lang="en-US" sz="2000" i="1">
                                  <a:solidFill>
                                    <a:srgbClr val="000000"/>
                                  </a:solidFill>
                                  <a:latin typeface="Cambria Math" panose="02040503050406030204" pitchFamily="18" charset="0"/>
                                </a:rPr>
                                <m:t>𝑎</m:t>
                              </m:r>
                              <m:r>
                                <a:rPr lang="en-US" sz="2000" i="1">
                                  <a:solidFill>
                                    <a:srgbClr val="000000"/>
                                  </a:solidFill>
                                  <a:latin typeface="Cambria Math" panose="02040503050406030204" pitchFamily="18" charset="0"/>
                                </a:rPr>
                                <m:t>|</m:t>
                              </m:r>
                              <m:r>
                                <a:rPr lang="en-US" sz="2000" i="1">
                                  <a:solidFill>
                                    <a:srgbClr val="000000"/>
                                  </a:solidFill>
                                  <a:latin typeface="Cambria Math" panose="02040503050406030204" pitchFamily="18" charset="0"/>
                                </a:rPr>
                                <m:t>𝑏</m:t>
                              </m:r>
                              <m:r>
                                <a:rPr lang="en-US" sz="2000" i="1">
                                  <a:solidFill>
                                    <a:srgbClr val="000000"/>
                                  </a:solidFill>
                                  <a:latin typeface="Cambria Math" panose="02040503050406030204" pitchFamily="18" charset="0"/>
                                </a:rPr>
                                <m:t>,</m:t>
                              </m:r>
                              <m:r>
                                <a:rPr lang="en-US" sz="2000" i="1">
                                  <a:solidFill>
                                    <a:srgbClr val="000000"/>
                                  </a:solidFill>
                                  <a:latin typeface="Cambria Math" panose="02040503050406030204" pitchFamily="18" charset="0"/>
                                </a:rPr>
                                <m:t>𝑒</m:t>
                              </m:r>
                              <m:r>
                                <a:rPr lang="en-US" sz="2000" i="1">
                                  <a:solidFill>
                                    <a:srgbClr val="000000"/>
                                  </a:solidFill>
                                  <a:latin typeface="Cambria Math" panose="02040503050406030204" pitchFamily="18" charset="0"/>
                                </a:rPr>
                                <m:t>)</m:t>
                              </m:r>
                            </m:e>
                          </m:nary>
                          <m:r>
                            <a:rPr lang="en-US" sz="2000" i="1">
                              <a:solidFill>
                                <a:srgbClr val="000000"/>
                              </a:solidFill>
                              <a:latin typeface="Cambria Math" panose="02040503050406030204" pitchFamily="18" charset="0"/>
                            </a:rPr>
                            <m:t>𝑃</m:t>
                          </m:r>
                          <m:r>
                            <a:rPr lang="en-US" sz="2000" i="1">
                              <a:solidFill>
                                <a:srgbClr val="000000"/>
                              </a:solidFill>
                              <a:latin typeface="Cambria Math" panose="02040503050406030204" pitchFamily="18" charset="0"/>
                            </a:rPr>
                            <m:t>(</m:t>
                          </m:r>
                          <m:r>
                            <a:rPr lang="en-US" sz="2000" i="1">
                              <a:solidFill>
                                <a:srgbClr val="000000"/>
                              </a:solidFill>
                              <a:latin typeface="Cambria Math" panose="02040503050406030204" pitchFamily="18" charset="0"/>
                            </a:rPr>
                            <m:t>𝑗</m:t>
                          </m:r>
                          <m:r>
                            <a:rPr lang="en-US" sz="2000" i="1">
                              <a:solidFill>
                                <a:srgbClr val="000000"/>
                              </a:solidFill>
                              <a:latin typeface="Cambria Math" panose="02040503050406030204" pitchFamily="18" charset="0"/>
                            </a:rPr>
                            <m:t>|</m:t>
                          </m:r>
                          <m:r>
                            <a:rPr lang="en-US" sz="2000" i="1">
                              <a:solidFill>
                                <a:srgbClr val="000000"/>
                              </a:solidFill>
                              <a:latin typeface="Cambria Math" panose="02040503050406030204" pitchFamily="18" charset="0"/>
                            </a:rPr>
                            <m:t>𝑎</m:t>
                          </m:r>
                          <m:r>
                            <a:rPr lang="en-US" sz="2000" i="1">
                              <a:solidFill>
                                <a:srgbClr val="000000"/>
                              </a:solidFill>
                              <a:latin typeface="Cambria Math" panose="02040503050406030204" pitchFamily="18" charset="0"/>
                            </a:rPr>
                            <m:t>)</m:t>
                          </m:r>
                          <m:r>
                            <a:rPr lang="en-US" sz="2000" i="1">
                              <a:solidFill>
                                <a:srgbClr val="000000"/>
                              </a:solidFill>
                              <a:latin typeface="Cambria Math" panose="02040503050406030204" pitchFamily="18" charset="0"/>
                            </a:rPr>
                            <m:t>𝑃</m:t>
                          </m:r>
                          <m:r>
                            <a:rPr lang="en-US" sz="2000" i="1">
                              <a:solidFill>
                                <a:srgbClr val="000000"/>
                              </a:solidFill>
                              <a:latin typeface="Cambria Math" panose="02040503050406030204" pitchFamily="18" charset="0"/>
                            </a:rPr>
                            <m:t>(</m:t>
                          </m:r>
                          <m:r>
                            <a:rPr lang="en-US" sz="2000" i="1">
                              <a:solidFill>
                                <a:srgbClr val="000000"/>
                              </a:solidFill>
                              <a:latin typeface="Cambria Math" panose="02040503050406030204" pitchFamily="18" charset="0"/>
                            </a:rPr>
                            <m:t>𝑚</m:t>
                          </m:r>
                          <m:r>
                            <a:rPr lang="en-US" sz="2000" i="1">
                              <a:solidFill>
                                <a:srgbClr val="000000"/>
                              </a:solidFill>
                              <a:latin typeface="Cambria Math" panose="02040503050406030204" pitchFamily="18" charset="0"/>
                            </a:rPr>
                            <m:t>|</m:t>
                          </m:r>
                          <m:r>
                            <a:rPr lang="en-US" sz="2000" i="1">
                              <a:solidFill>
                                <a:srgbClr val="000000"/>
                              </a:solidFill>
                              <a:latin typeface="Cambria Math" panose="02040503050406030204" pitchFamily="18" charset="0"/>
                            </a:rPr>
                            <m:t>𝑎</m:t>
                          </m:r>
                          <m:r>
                            <a:rPr lang="en-US" sz="2000" i="1">
                              <a:solidFill>
                                <a:srgbClr val="000000"/>
                              </a:solidFill>
                              <a:latin typeface="Cambria Math" panose="02040503050406030204" pitchFamily="18" charset="0"/>
                            </a:rPr>
                            <m:t>)</m:t>
                          </m:r>
                        </m:e>
                      </m:nary>
                    </m:oMath>
                  </m:oMathPara>
                </a14:m>
                <a:endParaRPr lang="en-US" sz="2000" dirty="0"/>
              </a:p>
            </p:txBody>
          </p:sp>
        </mc:Choice>
        <mc:Fallback xmlns="">
          <p:sp>
            <p:nvSpPr>
              <p:cNvPr id="75779" name="Object 2"/>
              <p:cNvSpPr txBox="1">
                <a:spLocks noRot="1" noChangeAspect="1" noMove="1" noResize="1" noEditPoints="1" noAdjustHandles="1" noChangeArrowheads="1" noChangeShapeType="1" noTextEdit="1"/>
              </p:cNvSpPr>
              <p:nvPr/>
            </p:nvSpPr>
            <p:spPr bwMode="auto">
              <a:xfrm>
                <a:off x="405372" y="1431423"/>
                <a:ext cx="4583113" cy="1371600"/>
              </a:xfrm>
              <a:prstGeom prst="rect">
                <a:avLst/>
              </a:prstGeom>
              <a:blipFill>
                <a:blip r:embed="rId4"/>
                <a:stretch>
                  <a:fillRect r="-2926"/>
                </a:stretch>
              </a:blipFill>
            </p:spPr>
            <p:txBody>
              <a:bodyPr/>
              <a:lstStyle/>
              <a:p>
                <a:r>
                  <a:rPr lang="en-US">
                    <a:noFill/>
                  </a:rPr>
                  <a:t> </a:t>
                </a:r>
              </a:p>
            </p:txBody>
          </p:sp>
        </mc:Fallback>
      </mc:AlternateContent>
      <p:pic>
        <p:nvPicPr>
          <p:cNvPr id="8" name="Picture 7" descr="A evaluation tree showing the needed additions and multiplications of conditional probabilities.">
            <a:extLst>
              <a:ext uri="{FF2B5EF4-FFF2-40B4-BE49-F238E27FC236}">
                <a16:creationId xmlns:a16="http://schemas.microsoft.com/office/drawing/2014/main" id="{560E39FE-3FC7-4B5A-98FE-A239F53FCCE3}"/>
              </a:ext>
            </a:extLst>
          </p:cNvPr>
          <p:cNvPicPr>
            <a:picLocks noChangeAspect="1"/>
          </p:cNvPicPr>
          <p:nvPr/>
        </p:nvPicPr>
        <p:blipFill>
          <a:blip r:embed="rId5"/>
          <a:stretch>
            <a:fillRect/>
          </a:stretch>
        </p:blipFill>
        <p:spPr>
          <a:xfrm>
            <a:off x="1752600" y="3521577"/>
            <a:ext cx="5899113" cy="3081458"/>
          </a:xfrm>
          <a:prstGeom prst="rect">
            <a:avLst/>
          </a:prstGeom>
        </p:spPr>
      </p:pic>
      <mc:AlternateContent xmlns:mc="http://schemas.openxmlformats.org/markup-compatibility/2006" xmlns:a14="http://schemas.microsoft.com/office/drawing/2010/main">
        <mc:Choice Requires="a14">
          <p:sp>
            <p:nvSpPr>
              <p:cNvPr id="3" name="TextBox 2">
                <a:extLst>
                  <a:ext uri="{FF2B5EF4-FFF2-40B4-BE49-F238E27FC236}">
                    <a16:creationId xmlns:a16="http://schemas.microsoft.com/office/drawing/2014/main" id="{3859390E-CB11-4412-B79D-F64DDA76C8AF}"/>
                  </a:ext>
                  <a:ext uri="{C183D7F6-B498-43B3-948B-1728B52AA6E4}">
                    <adec:decorative xmlns:adec="http://schemas.microsoft.com/office/drawing/2017/decorative" val="1"/>
                  </a:ext>
                </a:extLst>
              </p:cNvPr>
              <p:cNvSpPr txBox="1"/>
              <p:nvPr/>
            </p:nvSpPr>
            <p:spPr>
              <a:xfrm>
                <a:off x="7559888" y="3937119"/>
                <a:ext cx="473142" cy="522835"/>
              </a:xfrm>
              <a:prstGeom prst="rect">
                <a:avLst/>
              </a:prstGeom>
              <a:noFill/>
            </p:spPr>
            <p:txBody>
              <a:bodyPr wrap="none" lIns="0" tIns="0" rIns="0" bIns="0" rtlCol="0">
                <a:spAutoFit/>
              </a:bodyPr>
              <a:lstStyle/>
              <a:p>
                <a:pPr/>
                <a14:m>
                  <m:oMathPara xmlns:m="http://schemas.openxmlformats.org/officeDocument/2006/math">
                    <m:oMathParaPr>
                      <m:jc m:val="centerGroup"/>
                    </m:oMathParaPr>
                    <m:oMath xmlns:m="http://schemas.openxmlformats.org/officeDocument/2006/math">
                      <m:nary>
                        <m:naryPr>
                          <m:chr m:val="∑"/>
                          <m:supHide m:val="on"/>
                          <m:ctrlPr>
                            <a:rPr lang="en-US" sz="1400" b="0" i="1" smtClean="0">
                              <a:latin typeface="Cambria Math" panose="02040503050406030204" pitchFamily="18" charset="0"/>
                            </a:rPr>
                          </m:ctrlPr>
                        </m:naryPr>
                        <m:sub>
                          <m:r>
                            <a:rPr lang="en-US" sz="1400" b="0" i="1" smtClean="0">
                              <a:latin typeface="Cambria Math" panose="02040503050406030204" pitchFamily="18" charset="0"/>
                            </a:rPr>
                            <m:t>𝑒</m:t>
                          </m:r>
                        </m:sub>
                        <m:sup/>
                        <m:e/>
                      </m:nary>
                    </m:oMath>
                  </m:oMathPara>
                </a14:m>
                <a:endParaRPr lang="en-US" sz="1200" dirty="0"/>
              </a:p>
            </p:txBody>
          </p:sp>
        </mc:Choice>
        <mc:Fallback xmlns="">
          <p:sp>
            <p:nvSpPr>
              <p:cNvPr id="3" name="TextBox 2">
                <a:extLst>
                  <a:ext uri="{FF2B5EF4-FFF2-40B4-BE49-F238E27FC236}">
                    <a16:creationId xmlns:a16="http://schemas.microsoft.com/office/drawing/2014/main" id="{3859390E-CB11-4412-B79D-F64DDA76C8AF}"/>
                  </a:ext>
                  <a:ext uri="{C183D7F6-B498-43B3-948B-1728B52AA6E4}">
                    <adec:decorative xmlns:adec="http://schemas.microsoft.com/office/drawing/2017/decorative" val="1"/>
                  </a:ext>
                </a:extLst>
              </p:cNvPr>
              <p:cNvSpPr txBox="1">
                <a:spLocks noRot="1" noChangeAspect="1" noMove="1" noResize="1" noEditPoints="1" noAdjustHandles="1" noChangeArrowheads="1" noChangeShapeType="1" noTextEdit="1"/>
              </p:cNvSpPr>
              <p:nvPr/>
            </p:nvSpPr>
            <p:spPr>
              <a:xfrm>
                <a:off x="7559888" y="3937119"/>
                <a:ext cx="473142" cy="522835"/>
              </a:xfrm>
              <a:prstGeom prst="rect">
                <a:avLst/>
              </a:prstGeom>
              <a:blipFill>
                <a:blip r:embed="rId7"/>
                <a:stretch>
                  <a:fillRect l="-135897" t="-145349" r="-147436" b="-203488"/>
                </a:stretch>
              </a:blipFill>
            </p:spPr>
            <p:txBody>
              <a:bodyPr/>
              <a:lstStyle/>
              <a:p>
                <a:r>
                  <a:rPr lang="en-US">
                    <a:noFill/>
                  </a:rPr>
                  <a:t> </a:t>
                </a:r>
              </a:p>
            </p:txBody>
          </p:sp>
        </mc:Fallback>
      </mc:AlternateContent>
      <mc:AlternateContent xmlns:mc="http://schemas.openxmlformats.org/markup-compatibility/2006" xmlns:a14="http://schemas.microsoft.com/office/drawing/2010/main">
        <mc:Choice Requires="a14">
          <p:sp>
            <p:nvSpPr>
              <p:cNvPr id="10" name="TextBox 9">
                <a:extLst>
                  <a:ext uri="{FF2B5EF4-FFF2-40B4-BE49-F238E27FC236}">
                    <a16:creationId xmlns:a16="http://schemas.microsoft.com/office/drawing/2014/main" id="{FFAB7FFF-2947-486A-964D-30A2BC6C8CEB}"/>
                  </a:ext>
                  <a:ext uri="{C183D7F6-B498-43B3-948B-1728B52AA6E4}">
                    <adec:decorative xmlns:adec="http://schemas.microsoft.com/office/drawing/2017/decorative" val="1"/>
                  </a:ext>
                </a:extLst>
              </p:cNvPr>
              <p:cNvSpPr txBox="1"/>
              <p:nvPr/>
            </p:nvSpPr>
            <p:spPr>
              <a:xfrm>
                <a:off x="7591695" y="4525757"/>
                <a:ext cx="380349" cy="521681"/>
              </a:xfrm>
              <a:prstGeom prst="rect">
                <a:avLst/>
              </a:prstGeom>
              <a:noFill/>
            </p:spPr>
            <p:txBody>
              <a:bodyPr wrap="square" lIns="0" tIns="0" rIns="0" bIns="0" rtlCol="0">
                <a:spAutoFit/>
              </a:bodyPr>
              <a:lstStyle/>
              <a:p>
                <a:pPr/>
                <a14:m>
                  <m:oMathPara xmlns:m="http://schemas.openxmlformats.org/officeDocument/2006/math">
                    <m:oMathParaPr>
                      <m:jc m:val="centerGroup"/>
                    </m:oMathParaPr>
                    <m:oMath xmlns:m="http://schemas.openxmlformats.org/officeDocument/2006/math">
                      <m:nary>
                        <m:naryPr>
                          <m:chr m:val="∑"/>
                          <m:supHide m:val="on"/>
                          <m:ctrlPr>
                            <a:rPr lang="en-US" sz="1400" b="0" i="1" smtClean="0">
                              <a:latin typeface="Cambria Math" panose="02040503050406030204" pitchFamily="18" charset="0"/>
                            </a:rPr>
                          </m:ctrlPr>
                        </m:naryPr>
                        <m:sub>
                          <m:r>
                            <a:rPr lang="en-US" sz="1400" b="0" i="1" smtClean="0">
                              <a:latin typeface="Cambria Math" panose="02040503050406030204" pitchFamily="18" charset="0"/>
                            </a:rPr>
                            <m:t>𝑎</m:t>
                          </m:r>
                        </m:sub>
                        <m:sup/>
                        <m:e/>
                      </m:nary>
                    </m:oMath>
                  </m:oMathPara>
                </a14:m>
                <a:endParaRPr lang="en-US" sz="1400" dirty="0"/>
              </a:p>
            </p:txBody>
          </p:sp>
        </mc:Choice>
        <mc:Fallback xmlns="">
          <p:sp>
            <p:nvSpPr>
              <p:cNvPr id="10" name="TextBox 9">
                <a:extLst>
                  <a:ext uri="{FF2B5EF4-FFF2-40B4-BE49-F238E27FC236}">
                    <a16:creationId xmlns:a16="http://schemas.microsoft.com/office/drawing/2014/main" id="{FFAB7FFF-2947-486A-964D-30A2BC6C8CEB}"/>
                  </a:ext>
                  <a:ext uri="{C183D7F6-B498-43B3-948B-1728B52AA6E4}">
                    <adec:decorative xmlns:adec="http://schemas.microsoft.com/office/drawing/2017/decorative" val="1"/>
                  </a:ext>
                </a:extLst>
              </p:cNvPr>
              <p:cNvSpPr txBox="1">
                <a:spLocks noRot="1" noChangeAspect="1" noMove="1" noResize="1" noEditPoints="1" noAdjustHandles="1" noChangeArrowheads="1" noChangeShapeType="1" noTextEdit="1"/>
              </p:cNvSpPr>
              <p:nvPr/>
            </p:nvSpPr>
            <p:spPr>
              <a:xfrm>
                <a:off x="7591695" y="4525757"/>
                <a:ext cx="380349" cy="521681"/>
              </a:xfrm>
              <a:prstGeom prst="rect">
                <a:avLst/>
              </a:prstGeom>
              <a:blipFill>
                <a:blip r:embed="rId8"/>
                <a:stretch>
                  <a:fillRect l="-174603" t="-144186" r="-174603" b="-204651"/>
                </a:stretch>
              </a:blipFill>
            </p:spPr>
            <p:txBody>
              <a:bodyPr/>
              <a:lstStyle/>
              <a:p>
                <a:r>
                  <a:rPr lang="en-US">
                    <a:noFill/>
                  </a:rPr>
                  <a:t> </a:t>
                </a:r>
              </a:p>
            </p:txBody>
          </p:sp>
        </mc:Fallback>
      </mc:AlternateContent>
      <p:cxnSp>
        <p:nvCxnSpPr>
          <p:cNvPr id="6" name="Straight Arrow Connector 5">
            <a:extLst>
              <a:ext uri="{FF2B5EF4-FFF2-40B4-BE49-F238E27FC236}">
                <a16:creationId xmlns:a16="http://schemas.microsoft.com/office/drawing/2014/main" id="{8AC71266-4DD5-4413-9325-13E6ACBAA5B9}"/>
              </a:ext>
              <a:ext uri="{C183D7F6-B498-43B3-948B-1728B52AA6E4}">
                <adec:decorative xmlns:adec="http://schemas.microsoft.com/office/drawing/2017/decorative" val="1"/>
              </a:ext>
            </a:extLst>
          </p:cNvPr>
          <p:cNvCxnSpPr>
            <a:cxnSpLocks/>
          </p:cNvCxnSpPr>
          <p:nvPr/>
        </p:nvCxnSpPr>
        <p:spPr>
          <a:xfrm flipH="1">
            <a:off x="4953000" y="4191000"/>
            <a:ext cx="2362199" cy="6960"/>
          </a:xfrm>
          <a:prstGeom prst="straightConnector1">
            <a:avLst/>
          </a:prstGeom>
          <a:ln>
            <a:tailEnd type="triangle"/>
          </a:ln>
        </p:spPr>
        <p:style>
          <a:lnRef idx="1">
            <a:schemeClr val="accent1"/>
          </a:lnRef>
          <a:fillRef idx="0">
            <a:schemeClr val="accent1"/>
          </a:fillRef>
          <a:effectRef idx="0">
            <a:schemeClr val="accent1"/>
          </a:effectRef>
          <a:fontRef idx="minor">
            <a:schemeClr val="tx1"/>
          </a:fontRef>
        </p:style>
      </p:cxnSp>
      <p:cxnSp>
        <p:nvCxnSpPr>
          <p:cNvPr id="14" name="Straight Arrow Connector 13">
            <a:extLst>
              <a:ext uri="{FF2B5EF4-FFF2-40B4-BE49-F238E27FC236}">
                <a16:creationId xmlns:a16="http://schemas.microsoft.com/office/drawing/2014/main" id="{71C67C7E-3235-4E6A-9670-6D56EF23F7DD}"/>
              </a:ext>
              <a:ext uri="{C183D7F6-B498-43B3-948B-1728B52AA6E4}">
                <adec:decorative xmlns:adec="http://schemas.microsoft.com/office/drawing/2017/decorative" val="1"/>
              </a:ext>
            </a:extLst>
          </p:cNvPr>
          <p:cNvCxnSpPr>
            <a:cxnSpLocks/>
          </p:cNvCxnSpPr>
          <p:nvPr/>
        </p:nvCxnSpPr>
        <p:spPr>
          <a:xfrm flipH="1">
            <a:off x="6176317" y="4696258"/>
            <a:ext cx="1215083" cy="0"/>
          </a:xfrm>
          <a:prstGeom prst="straightConnector1">
            <a:avLst/>
          </a:prstGeom>
          <a:ln>
            <a:tailEnd type="triangle"/>
          </a:ln>
        </p:spPr>
        <p:style>
          <a:lnRef idx="1">
            <a:schemeClr val="accent1"/>
          </a:lnRef>
          <a:fillRef idx="0">
            <a:schemeClr val="accent1"/>
          </a:fillRef>
          <a:effectRef idx="0">
            <a:schemeClr val="accent1"/>
          </a:effectRef>
          <a:fontRef idx="minor">
            <a:schemeClr val="tx1"/>
          </a:fontRef>
        </p:style>
      </p:cxnSp>
      <p:sp>
        <p:nvSpPr>
          <p:cNvPr id="4" name="TextBox 3">
            <a:extLst>
              <a:ext uri="{FF2B5EF4-FFF2-40B4-BE49-F238E27FC236}">
                <a16:creationId xmlns:a16="http://schemas.microsoft.com/office/drawing/2014/main" id="{B96394DB-77D9-4F03-8929-0FE6F03C1222}"/>
              </a:ext>
            </a:extLst>
          </p:cNvPr>
          <p:cNvSpPr txBox="1"/>
          <p:nvPr/>
        </p:nvSpPr>
        <p:spPr>
          <a:xfrm>
            <a:off x="405372" y="3152245"/>
            <a:ext cx="7367028" cy="738664"/>
          </a:xfrm>
          <a:prstGeom prst="rect">
            <a:avLst/>
          </a:prstGeom>
          <a:noFill/>
        </p:spPr>
        <p:txBody>
          <a:bodyPr wrap="square" rtlCol="0">
            <a:spAutoFit/>
          </a:bodyPr>
          <a:lstStyle/>
          <a:p>
            <a:r>
              <a:rPr lang="en-US" sz="2400" b="1" dirty="0"/>
              <a:t>Implement as a traversal of the evaluation tree</a:t>
            </a:r>
            <a:br>
              <a:rPr lang="en-US" dirty="0"/>
            </a:br>
            <a:r>
              <a:rPr lang="en-US" dirty="0"/>
              <a:t>(lines represent multiplications)</a:t>
            </a:r>
          </a:p>
        </p:txBody>
      </p:sp>
    </p:spTree>
  </p:cSld>
  <p:clrMapOvr>
    <a:masterClrMapping/>
  </p:clrMapOvr>
</p:sld>
</file>

<file path=ppt/slides/slide28.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Title 1"/>
          <p:cNvSpPr>
            <a:spLocks noGrp="1"/>
          </p:cNvSpPr>
          <p:nvPr>
            <p:ph type="title"/>
          </p:nvPr>
        </p:nvSpPr>
        <p:spPr>
          <a:xfrm>
            <a:off x="628650" y="365126"/>
            <a:ext cx="8134350" cy="1325563"/>
          </a:xfrm>
        </p:spPr>
        <p:txBody>
          <a:bodyPr/>
          <a:lstStyle/>
          <a:p>
            <a:r>
              <a:rPr lang="en-US" dirty="0"/>
              <a:t>Issues with Exact Inference in AI</a:t>
            </a:r>
          </a:p>
        </p:txBody>
      </p:sp>
      <mc:AlternateContent xmlns:mc="http://schemas.openxmlformats.org/markup-compatibility/2006" xmlns:a14="http://schemas.microsoft.com/office/drawing/2010/main">
        <mc:Choice Requires="a14">
          <p:sp>
            <p:nvSpPr>
              <p:cNvPr id="3" name="Content Placeholder 2"/>
              <p:cNvSpPr>
                <a:spLocks noGrp="1"/>
              </p:cNvSpPr>
              <p:nvPr>
                <p:ph idx="1"/>
              </p:nvPr>
            </p:nvSpPr>
            <p:spPr>
              <a:xfrm>
                <a:off x="628650" y="2895600"/>
                <a:ext cx="7886700" cy="3733800"/>
              </a:xfrm>
            </p:spPr>
            <p:txBody>
              <a:bodyPr>
                <a:normAutofit fontScale="85000" lnSpcReduction="20000"/>
              </a:bodyPr>
              <a:lstStyle/>
              <a:p>
                <a:pPr marL="0" indent="0">
                  <a:buNone/>
                </a:pPr>
                <a:r>
                  <a:rPr lang="en-US" sz="2400" b="1" dirty="0"/>
                  <a:t>Issues</a:t>
                </a:r>
              </a:p>
              <a:p>
                <a:pPr marL="800100" lvl="1" indent="-457200">
                  <a:buFont typeface="+mj-lt"/>
                  <a:buAutoNum type="arabicPeriod"/>
                </a:pPr>
                <a:r>
                  <a:rPr lang="en-US" sz="2400" dirty="0"/>
                  <a:t>The </a:t>
                </a:r>
                <a:r>
                  <a:rPr lang="en-US" sz="2400" b="1" dirty="0"/>
                  <a:t>full joint distribution is too large </a:t>
                </a:r>
                <a:r>
                  <a:rPr lang="en-US" sz="2400" dirty="0"/>
                  <a:t>to store.</a:t>
                </a:r>
                <a:br>
                  <a:rPr lang="en-US" sz="2400" dirty="0"/>
                </a:br>
                <a:br>
                  <a:rPr lang="en-US" sz="2400" dirty="0"/>
                </a:br>
                <a:r>
                  <a:rPr lang="en-US" sz="2400" dirty="0"/>
                  <a:t>Bayes nets provide significant savings for representing the conditional probability structure using </a:t>
                </a:r>
                <a:r>
                  <a:rPr lang="en-US" sz="2400" dirty="0" err="1"/>
                  <a:t>CPTs.</a:t>
                </a:r>
                <a:br>
                  <a:rPr lang="en-US" sz="2400" dirty="0"/>
                </a:br>
                <a:endParaRPr lang="en-US" sz="2400" dirty="0"/>
              </a:p>
              <a:p>
                <a:pPr marL="800100" lvl="1" indent="-457200">
                  <a:buFont typeface="+mj-lt"/>
                  <a:buAutoNum type="arabicPeriod"/>
                </a:pPr>
                <a:r>
                  <a:rPr lang="en-US" sz="2400" dirty="0"/>
                  <a:t>Marginalizing out many unobservable variables </a:t>
                </a:r>
                <a14:m>
                  <m:oMath xmlns:m="http://schemas.openxmlformats.org/officeDocument/2006/math">
                    <m:r>
                      <a:rPr lang="en-US" sz="2400" i="1" dirty="0" smtClean="0">
                        <a:latin typeface="Cambria Math" panose="02040503050406030204" pitchFamily="18" charset="0"/>
                      </a:rPr>
                      <m:t>𝑌</m:t>
                    </m:r>
                  </m:oMath>
                </a14:m>
                <a:r>
                  <a:rPr lang="en-US" sz="2400" dirty="0"/>
                  <a:t> often involves </a:t>
                </a:r>
                <a:r>
                  <a:rPr lang="en-US" sz="2400" b="1" dirty="0"/>
                  <a:t>too many summation terms</a:t>
                </a:r>
                <a:r>
                  <a:rPr lang="en-US" sz="2400" dirty="0"/>
                  <a:t>. I.e., the evaluation tree becomes too large for 1000s of random variables.</a:t>
                </a:r>
                <a:br>
                  <a:rPr lang="en-US" sz="2400" dirty="0"/>
                </a:br>
                <a:br>
                  <a:rPr lang="en-US" sz="2400" dirty="0"/>
                </a:br>
                <a:endParaRPr lang="en-US" sz="2400" dirty="0"/>
              </a:p>
              <a:p>
                <a:pPr marL="0" indent="0">
                  <a:buNone/>
                </a:pPr>
                <a:r>
                  <a:rPr lang="en-US" sz="2300" dirty="0"/>
                  <a:t>This summation is called </a:t>
                </a:r>
                <a:r>
                  <a:rPr lang="en-US" sz="2300" b="1" dirty="0"/>
                  <a:t>exact inference by enumeration</a:t>
                </a:r>
                <a:r>
                  <a:rPr lang="en-US" sz="2300" dirty="0"/>
                  <a:t>. Unfortunately,  it does not scale well (#p-hard).</a:t>
                </a:r>
                <a:br>
                  <a:rPr lang="en-US" sz="2300" dirty="0"/>
                </a:br>
                <a:endParaRPr lang="en-US" sz="2300" dirty="0"/>
              </a:p>
              <a:p>
                <a:pPr marL="0" indent="0">
                  <a:buNone/>
                </a:pPr>
                <a:r>
                  <a:rPr lang="en-US" sz="2300" dirty="0"/>
                  <a:t>In practice, </a:t>
                </a:r>
                <a:r>
                  <a:rPr lang="en-US" sz="2300" b="1" dirty="0">
                    <a:solidFill>
                      <a:srgbClr val="FF0000"/>
                    </a:solidFill>
                  </a:rPr>
                  <a:t>approximate inference by sampling </a:t>
                </a:r>
                <a:r>
                  <a:rPr lang="en-US" sz="2300" dirty="0"/>
                  <a:t>is used. </a:t>
                </a:r>
              </a:p>
            </p:txBody>
          </p:sp>
        </mc:Choice>
        <mc:Fallback xmlns="">
          <p:sp>
            <p:nvSpPr>
              <p:cNvPr id="3" name="Content Placeholder 2"/>
              <p:cNvSpPr>
                <a:spLocks noGrp="1" noRot="1" noChangeAspect="1" noMove="1" noResize="1" noEditPoints="1" noAdjustHandles="1" noChangeArrowheads="1" noChangeShapeType="1" noTextEdit="1"/>
              </p:cNvSpPr>
              <p:nvPr>
                <p:ph idx="1"/>
              </p:nvPr>
            </p:nvSpPr>
            <p:spPr>
              <a:xfrm>
                <a:off x="628650" y="2895600"/>
                <a:ext cx="7886700" cy="3733800"/>
              </a:xfrm>
              <a:blipFill>
                <a:blip r:embed="rId3"/>
                <a:stretch>
                  <a:fillRect l="-773" t="-2936" r="-773"/>
                </a:stretch>
              </a:blipFill>
            </p:spPr>
            <p:txBody>
              <a:bodyPr/>
              <a:lstStyle/>
              <a:p>
                <a:r>
                  <a:rPr lang="en-US">
                    <a:noFill/>
                  </a:rPr>
                  <a:t> </a:t>
                </a:r>
              </a:p>
            </p:txBody>
          </p:sp>
        </mc:Fallback>
      </mc:AlternateContent>
      <mc:AlternateContent xmlns:mc="http://schemas.openxmlformats.org/markup-compatibility/2006" xmlns:a14="http://schemas.microsoft.com/office/drawing/2010/main">
        <mc:Choice Requires="a14">
          <p:sp>
            <p:nvSpPr>
              <p:cNvPr id="7" name="Object 3">
                <a:extLst>
                  <a:ext uri="{FF2B5EF4-FFF2-40B4-BE49-F238E27FC236}">
                    <a16:creationId xmlns:a16="http://schemas.microsoft.com/office/drawing/2014/main" id="{7D8A496F-45FA-48CD-91DE-1756812A2B20}"/>
                  </a:ext>
                </a:extLst>
              </p:cNvPr>
              <p:cNvSpPr txBox="1"/>
              <p:nvPr/>
            </p:nvSpPr>
            <p:spPr bwMode="auto">
              <a:xfrm>
                <a:off x="1752600" y="1578053"/>
                <a:ext cx="6076950" cy="1017588"/>
              </a:xfrm>
              <a:prstGeom prst="rect">
                <a:avLst/>
              </a:prstGeom>
              <a:noFill/>
            </p:spPr>
            <p:txBody>
              <a:bodyPr>
                <a:noAutofit/>
              </a:bodyPr>
              <a:lstStyle/>
              <a:p>
                <a:pPr/>
                <a14:m>
                  <m:oMathPara xmlns:m="http://schemas.openxmlformats.org/officeDocument/2006/math">
                    <m:oMathParaPr>
                      <m:jc m:val="left"/>
                    </m:oMathParaPr>
                    <m:oMath xmlns:m="http://schemas.openxmlformats.org/officeDocument/2006/math">
                      <m:r>
                        <a:rPr lang="en-US" sz="2400" b="1" i="1">
                          <a:solidFill>
                            <a:srgbClr val="000000"/>
                          </a:solidFill>
                          <a:latin typeface="Cambria Math" panose="02040503050406030204" pitchFamily="18" charset="0"/>
                        </a:rPr>
                        <m:t>𝑷</m:t>
                      </m:r>
                      <m:r>
                        <a:rPr lang="en-US" sz="2400" b="0" i="1">
                          <a:solidFill>
                            <a:srgbClr val="000000"/>
                          </a:solidFill>
                          <a:latin typeface="Cambria Math" panose="02040503050406030204" pitchFamily="18" charset="0"/>
                        </a:rPr>
                        <m:t>(</m:t>
                      </m:r>
                      <m:r>
                        <a:rPr lang="en-US" sz="2400" b="0" i="1">
                          <a:solidFill>
                            <a:srgbClr val="000000"/>
                          </a:solidFill>
                          <a:latin typeface="Cambria Math" panose="02040503050406030204" pitchFamily="18" charset="0"/>
                        </a:rPr>
                        <m:t>𝑋</m:t>
                      </m:r>
                      <m:r>
                        <a:rPr lang="en-US" sz="2400" b="0" i="1">
                          <a:solidFill>
                            <a:srgbClr val="000000"/>
                          </a:solidFill>
                          <a:latin typeface="Cambria Math" panose="02040503050406030204" pitchFamily="18" charset="0"/>
                        </a:rPr>
                        <m:t>|</m:t>
                      </m:r>
                      <m:r>
                        <a:rPr lang="en-US" sz="2400" b="0" i="1">
                          <a:solidFill>
                            <a:srgbClr val="000000"/>
                          </a:solidFill>
                          <a:latin typeface="Cambria Math" panose="02040503050406030204" pitchFamily="18" charset="0"/>
                        </a:rPr>
                        <m:t>𝐸</m:t>
                      </m:r>
                      <m:r>
                        <a:rPr lang="en-US" sz="2400" b="0" i="1">
                          <a:solidFill>
                            <a:srgbClr val="000000"/>
                          </a:solidFill>
                          <a:latin typeface="Cambria Math" panose="02040503050406030204" pitchFamily="18" charset="0"/>
                        </a:rPr>
                        <m:t>=</m:t>
                      </m:r>
                      <m:r>
                        <a:rPr lang="en-US" sz="2400" b="0" i="1">
                          <a:solidFill>
                            <a:srgbClr val="000000"/>
                          </a:solidFill>
                          <a:latin typeface="Cambria Math" panose="02040503050406030204" pitchFamily="18" charset="0"/>
                        </a:rPr>
                        <m:t>𝑒</m:t>
                      </m:r>
                      <m:r>
                        <a:rPr lang="en-US" sz="2400" b="0" i="1">
                          <a:solidFill>
                            <a:srgbClr val="000000"/>
                          </a:solidFill>
                          <a:latin typeface="Cambria Math" panose="02040503050406030204" pitchFamily="18" charset="0"/>
                        </a:rPr>
                        <m:t>)=</m:t>
                      </m:r>
                      <m:f>
                        <m:fPr>
                          <m:ctrlPr>
                            <a:rPr lang="en-US" sz="2400" i="1">
                              <a:solidFill>
                                <a:srgbClr val="000000"/>
                              </a:solidFill>
                              <a:latin typeface="Cambria Math" panose="02040503050406030204" pitchFamily="18" charset="0"/>
                            </a:rPr>
                          </m:ctrlPr>
                        </m:fPr>
                        <m:num>
                          <m:r>
                            <a:rPr lang="en-US" sz="2400" b="1" i="1">
                              <a:solidFill>
                                <a:srgbClr val="000000"/>
                              </a:solidFill>
                              <a:latin typeface="Cambria Math" panose="02040503050406030204" pitchFamily="18" charset="0"/>
                            </a:rPr>
                            <m:t>𝑷</m:t>
                          </m:r>
                          <m:r>
                            <a:rPr lang="en-US" sz="2400" b="0" i="1">
                              <a:solidFill>
                                <a:srgbClr val="000000"/>
                              </a:solidFill>
                              <a:latin typeface="Cambria Math" panose="02040503050406030204" pitchFamily="18" charset="0"/>
                            </a:rPr>
                            <m:t>(</m:t>
                          </m:r>
                          <m:r>
                            <a:rPr lang="en-US" sz="2400" b="0" i="1">
                              <a:solidFill>
                                <a:srgbClr val="000000"/>
                              </a:solidFill>
                              <a:latin typeface="Cambria Math" panose="02040503050406030204" pitchFamily="18" charset="0"/>
                            </a:rPr>
                            <m:t>𝑋</m:t>
                          </m:r>
                          <m:r>
                            <a:rPr lang="en-US" sz="2400" b="0" i="1">
                              <a:solidFill>
                                <a:srgbClr val="000000"/>
                              </a:solidFill>
                              <a:latin typeface="Cambria Math" panose="02040503050406030204" pitchFamily="18" charset="0"/>
                            </a:rPr>
                            <m:t>,</m:t>
                          </m:r>
                          <m:r>
                            <a:rPr lang="en-US" sz="2400" b="0" i="1">
                              <a:solidFill>
                                <a:srgbClr val="000000"/>
                              </a:solidFill>
                              <a:latin typeface="Cambria Math" panose="02040503050406030204" pitchFamily="18" charset="0"/>
                            </a:rPr>
                            <m:t>𝑒</m:t>
                          </m:r>
                          <m:r>
                            <a:rPr lang="en-US" sz="2400" b="0" i="1">
                              <a:solidFill>
                                <a:srgbClr val="000000"/>
                              </a:solidFill>
                              <a:latin typeface="Cambria Math" panose="02040503050406030204" pitchFamily="18" charset="0"/>
                            </a:rPr>
                            <m:t>)</m:t>
                          </m:r>
                        </m:num>
                        <m:den>
                          <m:r>
                            <a:rPr lang="en-US" sz="2400" b="0" i="1">
                              <a:solidFill>
                                <a:srgbClr val="000000"/>
                              </a:solidFill>
                              <a:latin typeface="Cambria Math" panose="02040503050406030204" pitchFamily="18" charset="0"/>
                            </a:rPr>
                            <m:t>𝑃</m:t>
                          </m:r>
                          <m:r>
                            <a:rPr lang="en-US" sz="2400" b="0" i="1">
                              <a:solidFill>
                                <a:srgbClr val="000000"/>
                              </a:solidFill>
                              <a:latin typeface="Cambria Math" panose="02040503050406030204" pitchFamily="18" charset="0"/>
                            </a:rPr>
                            <m:t>(</m:t>
                          </m:r>
                          <m:r>
                            <a:rPr lang="en-US" sz="2400" b="0" i="1">
                              <a:solidFill>
                                <a:srgbClr val="000000"/>
                              </a:solidFill>
                              <a:latin typeface="Cambria Math" panose="02040503050406030204" pitchFamily="18" charset="0"/>
                            </a:rPr>
                            <m:t>𝑒</m:t>
                          </m:r>
                          <m:r>
                            <a:rPr lang="en-US" sz="2400" b="0" i="1">
                              <a:solidFill>
                                <a:srgbClr val="000000"/>
                              </a:solidFill>
                              <a:latin typeface="Cambria Math" panose="02040503050406030204" pitchFamily="18" charset="0"/>
                            </a:rPr>
                            <m:t>)</m:t>
                          </m:r>
                        </m:den>
                      </m:f>
                      <m:r>
                        <a:rPr lang="en-US" sz="2400" b="0" i="1">
                          <a:solidFill>
                            <a:srgbClr val="000000"/>
                          </a:solidFill>
                          <a:latin typeface="Cambria Math" panose="02040503050406030204" pitchFamily="18" charset="0"/>
                        </a:rPr>
                        <m:t>∝</m:t>
                      </m:r>
                      <m:nary>
                        <m:naryPr>
                          <m:chr m:val="∑"/>
                          <m:supHide m:val="on"/>
                          <m:ctrlPr>
                            <a:rPr lang="en-US" sz="2400" i="1">
                              <a:solidFill>
                                <a:srgbClr val="000000"/>
                              </a:solidFill>
                              <a:latin typeface="Cambria Math" panose="02040503050406030204" pitchFamily="18" charset="0"/>
                            </a:rPr>
                          </m:ctrlPr>
                        </m:naryPr>
                        <m:sub>
                          <m:r>
                            <a:rPr lang="en-US" sz="2400" b="0" i="1">
                              <a:solidFill>
                                <a:srgbClr val="000000"/>
                              </a:solidFill>
                              <a:latin typeface="Cambria Math" panose="02040503050406030204" pitchFamily="18" charset="0"/>
                            </a:rPr>
                            <m:t>𝑦</m:t>
                          </m:r>
                        </m:sub>
                        <m:sup/>
                        <m:e>
                          <m:r>
                            <a:rPr lang="en-US" sz="2400" b="1" i="1">
                              <a:solidFill>
                                <a:srgbClr val="000000"/>
                              </a:solidFill>
                              <a:latin typeface="Cambria Math" panose="02040503050406030204" pitchFamily="18" charset="0"/>
                            </a:rPr>
                            <m:t>𝑷</m:t>
                          </m:r>
                          <m:r>
                            <a:rPr lang="en-US" sz="2400" b="0" i="1">
                              <a:solidFill>
                                <a:srgbClr val="000000"/>
                              </a:solidFill>
                              <a:latin typeface="Cambria Math" panose="02040503050406030204" pitchFamily="18" charset="0"/>
                            </a:rPr>
                            <m:t>(</m:t>
                          </m:r>
                          <m:r>
                            <a:rPr lang="en-US" sz="2400" b="0" i="1">
                              <a:solidFill>
                                <a:srgbClr val="000000"/>
                              </a:solidFill>
                              <a:latin typeface="Cambria Math" panose="02040503050406030204" pitchFamily="18" charset="0"/>
                            </a:rPr>
                            <m:t>𝑋</m:t>
                          </m:r>
                          <m:r>
                            <a:rPr lang="en-US" sz="2400" b="0" i="1">
                              <a:solidFill>
                                <a:srgbClr val="000000"/>
                              </a:solidFill>
                              <a:latin typeface="Cambria Math" panose="02040503050406030204" pitchFamily="18" charset="0"/>
                            </a:rPr>
                            <m:t>,</m:t>
                          </m:r>
                          <m:r>
                            <a:rPr lang="en-US" sz="2400" b="0" i="1">
                              <a:solidFill>
                                <a:srgbClr val="000000"/>
                              </a:solidFill>
                              <a:latin typeface="Cambria Math" panose="02040503050406030204" pitchFamily="18" charset="0"/>
                            </a:rPr>
                            <m:t>𝑒</m:t>
                          </m:r>
                          <m:r>
                            <a:rPr lang="en-US" sz="2400" b="0" i="1">
                              <a:solidFill>
                                <a:srgbClr val="000000"/>
                              </a:solidFill>
                              <a:latin typeface="Cambria Math" panose="02040503050406030204" pitchFamily="18" charset="0"/>
                            </a:rPr>
                            <m:t>,</m:t>
                          </m:r>
                          <m:r>
                            <a:rPr lang="en-US" sz="2400" b="0" i="1">
                              <a:solidFill>
                                <a:srgbClr val="000000"/>
                              </a:solidFill>
                              <a:latin typeface="Cambria Math" panose="02040503050406030204" pitchFamily="18" charset="0"/>
                            </a:rPr>
                            <m:t>𝑦</m:t>
                          </m:r>
                          <m:r>
                            <a:rPr lang="en-US" sz="2400" b="0" i="1">
                              <a:solidFill>
                                <a:srgbClr val="000000"/>
                              </a:solidFill>
                              <a:latin typeface="Cambria Math" panose="02040503050406030204" pitchFamily="18" charset="0"/>
                            </a:rPr>
                            <m:t>)</m:t>
                          </m:r>
                        </m:e>
                      </m:nary>
                    </m:oMath>
                  </m:oMathPara>
                </a14:m>
                <a:endParaRPr lang="en-US" sz="2400" dirty="0"/>
              </a:p>
            </p:txBody>
          </p:sp>
        </mc:Choice>
        <mc:Fallback xmlns="">
          <p:sp>
            <p:nvSpPr>
              <p:cNvPr id="7" name="Object 3">
                <a:extLst>
                  <a:ext uri="{FF2B5EF4-FFF2-40B4-BE49-F238E27FC236}">
                    <a16:creationId xmlns:a16="http://schemas.microsoft.com/office/drawing/2014/main" id="{7D8A496F-45FA-48CD-91DE-1756812A2B20}"/>
                  </a:ext>
                </a:extLst>
              </p:cNvPr>
              <p:cNvSpPr txBox="1">
                <a:spLocks noRot="1" noChangeAspect="1" noMove="1" noResize="1" noEditPoints="1" noAdjustHandles="1" noChangeArrowheads="1" noChangeShapeType="1" noTextEdit="1"/>
              </p:cNvSpPr>
              <p:nvPr/>
            </p:nvSpPr>
            <p:spPr bwMode="auto">
              <a:xfrm>
                <a:off x="1752600" y="1578053"/>
                <a:ext cx="6076950" cy="1017588"/>
              </a:xfrm>
              <a:prstGeom prst="rect">
                <a:avLst/>
              </a:prstGeom>
              <a:blipFill>
                <a:blip r:embed="rId4"/>
                <a:stretch>
                  <a:fillRect/>
                </a:stretch>
              </a:blipFill>
            </p:spPr>
            <p:txBody>
              <a:bodyPr/>
              <a:lstStyle/>
              <a:p>
                <a:r>
                  <a:rPr lang="en-US">
                    <a:noFill/>
                  </a:rPr>
                  <a:t> </a:t>
                </a:r>
              </a:p>
            </p:txBody>
          </p:sp>
        </mc:Fallback>
      </mc:AlternateContent>
      <p:sp>
        <p:nvSpPr>
          <p:cNvPr id="5" name="Callout: Line 4">
            <a:extLst>
              <a:ext uri="{FF2B5EF4-FFF2-40B4-BE49-F238E27FC236}">
                <a16:creationId xmlns:a16="http://schemas.microsoft.com/office/drawing/2014/main" id="{6B71B714-0488-4D3F-AD9D-11F28F4E93D2}"/>
              </a:ext>
              <a:ext uri="{C183D7F6-B498-43B3-948B-1728B52AA6E4}">
                <adec:decorative xmlns:adec="http://schemas.microsoft.com/office/drawing/2017/decorative" val="1"/>
              </a:ext>
            </a:extLst>
          </p:cNvPr>
          <p:cNvSpPr/>
          <p:nvPr/>
        </p:nvSpPr>
        <p:spPr>
          <a:xfrm>
            <a:off x="5495228" y="1857379"/>
            <a:ext cx="1295400" cy="428621"/>
          </a:xfrm>
          <a:prstGeom prst="borderCallout1">
            <a:avLst>
              <a:gd name="adj1" fmla="val 101677"/>
              <a:gd name="adj2" fmla="val 39012"/>
              <a:gd name="adj3" fmla="val 307947"/>
              <a:gd name="adj4" fmla="val -27142"/>
            </a:avLst>
          </a:prstGeom>
          <a:noFill/>
          <a:ln w="28575"/>
        </p:spPr>
        <p:style>
          <a:lnRef idx="2">
            <a:schemeClr val="accent2"/>
          </a:lnRef>
          <a:fillRef idx="1">
            <a:schemeClr val="lt1"/>
          </a:fillRef>
          <a:effectRef idx="0">
            <a:schemeClr val="accent2"/>
          </a:effectRef>
          <a:fontRef idx="minor">
            <a:schemeClr val="dk1"/>
          </a:fontRef>
        </p:style>
        <p:txBody>
          <a:bodyPr rtlCol="0" anchor="ctr"/>
          <a:lstStyle/>
          <a:p>
            <a:pPr algn="ctr"/>
            <a:endParaRPr lang="en-US"/>
          </a:p>
        </p:txBody>
      </p:sp>
      <p:sp>
        <p:nvSpPr>
          <p:cNvPr id="11" name="Callout: Line 10">
            <a:extLst>
              <a:ext uri="{FF2B5EF4-FFF2-40B4-BE49-F238E27FC236}">
                <a16:creationId xmlns:a16="http://schemas.microsoft.com/office/drawing/2014/main" id="{E9DE9D9B-761A-46B4-AE1C-07DBD532E2BF}"/>
              </a:ext>
              <a:ext uri="{C183D7F6-B498-43B3-948B-1728B52AA6E4}">
                <adec:decorative xmlns:adec="http://schemas.microsoft.com/office/drawing/2017/decorative" val="1"/>
              </a:ext>
            </a:extLst>
          </p:cNvPr>
          <p:cNvSpPr/>
          <p:nvPr/>
        </p:nvSpPr>
        <p:spPr>
          <a:xfrm>
            <a:off x="5029200" y="1578053"/>
            <a:ext cx="457200" cy="1150857"/>
          </a:xfrm>
          <a:prstGeom prst="borderCallout1">
            <a:avLst>
              <a:gd name="adj1" fmla="val 101677"/>
              <a:gd name="adj2" fmla="val 39012"/>
              <a:gd name="adj3" fmla="val 256069"/>
              <a:gd name="adj4" fmla="val -313799"/>
            </a:avLst>
          </a:prstGeom>
          <a:noFill/>
          <a:ln w="28575"/>
        </p:spPr>
        <p:style>
          <a:lnRef idx="2">
            <a:schemeClr val="accent6"/>
          </a:lnRef>
          <a:fillRef idx="1">
            <a:schemeClr val="lt1"/>
          </a:fillRef>
          <a:effectRef idx="0">
            <a:schemeClr val="accent6"/>
          </a:effectRef>
          <a:fontRef idx="minor">
            <a:schemeClr val="dk1"/>
          </a:fontRef>
        </p:style>
        <p:txBody>
          <a:bodyPr rtlCol="0" anchor="ctr"/>
          <a:lstStyle/>
          <a:p>
            <a:pPr algn="ctr"/>
            <a:endParaRPr lang="en-US"/>
          </a:p>
        </p:txBody>
      </p:sp>
    </p:spTree>
    <p:extLst>
      <p:ext uri="{BB962C8B-B14F-4D97-AF65-F5344CB8AC3E}">
        <p14:creationId xmlns:p14="http://schemas.microsoft.com/office/powerpoint/2010/main" val="638885632"/>
      </p:ext>
    </p:extLst>
  </p:cSld>
  <p:clrMapOvr>
    <a:masterClrMapping/>
  </p:clrMapOvr>
  <p:timing>
    <p:tnLst>
      <p:par>
        <p:cTn id="1" dur="indefinite" restart="never" nodeType="tmRoot">
          <p:childTnLst>
            <p:seq concurrent="1" nextAc="seek">
              <p:cTn id="2" dur="indefinite" nodeType="mainSeq">
                <p:childTnLst>
                  <p:par>
                    <p:cTn id="3" fill="hold">
                      <p:stCondLst>
                        <p:cond delay="indefinite"/>
                      </p:stCondLst>
                      <p:childTnLst>
                        <p:par>
                          <p:cTn id="4" fill="hold">
                            <p:stCondLst>
                              <p:cond delay="0"/>
                            </p:stCondLst>
                            <p:childTnLst>
                              <p:par>
                                <p:cTn id="5" presetID="1" presetClass="entr" presetSubtype="0" fill="hold" nodeType="clickEffect">
                                  <p:stCondLst>
                                    <p:cond delay="0"/>
                                  </p:stCondLst>
                                  <p:childTnLst>
                                    <p:set>
                                      <p:cBhvr>
                                        <p:cTn id="6" dur="1" fill="hold">
                                          <p:stCondLst>
                                            <p:cond delay="0"/>
                                          </p:stCondLst>
                                        </p:cTn>
                                        <p:tgtEl>
                                          <p:spTgt spid="3">
                                            <p:txEl>
                                              <p:pRg st="1" end="1"/>
                                            </p:txEl>
                                          </p:spTgt>
                                        </p:tgtEl>
                                        <p:attrNameLst>
                                          <p:attrName>style.visibility</p:attrName>
                                        </p:attrNameLst>
                                      </p:cBhvr>
                                      <p:to>
                                        <p:strVal val="visible"/>
                                      </p:to>
                                    </p:set>
                                  </p:childTnLst>
                                </p:cTn>
                              </p:par>
                              <p:par>
                                <p:cTn id="7" presetID="1" presetClass="entr" presetSubtype="0" fill="hold" grpId="0" nodeType="withEffect">
                                  <p:stCondLst>
                                    <p:cond delay="0"/>
                                  </p:stCondLst>
                                  <p:childTnLst>
                                    <p:set>
                                      <p:cBhvr>
                                        <p:cTn id="8" dur="1" fill="hold">
                                          <p:stCondLst>
                                            <p:cond delay="0"/>
                                          </p:stCondLst>
                                        </p:cTn>
                                        <p:tgtEl>
                                          <p:spTgt spid="5"/>
                                        </p:tgtEl>
                                        <p:attrNameLst>
                                          <p:attrName>style.visibility</p:attrName>
                                        </p:attrNameLst>
                                      </p:cBhvr>
                                      <p:to>
                                        <p:strVal val="visible"/>
                                      </p:to>
                                    </p:set>
                                  </p:childTnLst>
                                </p:cTn>
                              </p:par>
                            </p:childTnLst>
                          </p:cTn>
                        </p:par>
                      </p:childTnLst>
                    </p:cTn>
                  </p:par>
                  <p:par>
                    <p:cTn id="9" fill="hold">
                      <p:stCondLst>
                        <p:cond delay="indefinite"/>
                      </p:stCondLst>
                      <p:childTnLst>
                        <p:par>
                          <p:cTn id="10" fill="hold">
                            <p:stCondLst>
                              <p:cond delay="0"/>
                            </p:stCondLst>
                            <p:childTnLst>
                              <p:par>
                                <p:cTn id="11" presetID="1" presetClass="entr" presetSubtype="0" fill="hold" nodeType="clickEffect">
                                  <p:stCondLst>
                                    <p:cond delay="0"/>
                                  </p:stCondLst>
                                  <p:childTnLst>
                                    <p:set>
                                      <p:cBhvr>
                                        <p:cTn id="12" dur="1" fill="hold">
                                          <p:stCondLst>
                                            <p:cond delay="0"/>
                                          </p:stCondLst>
                                        </p:cTn>
                                        <p:tgtEl>
                                          <p:spTgt spid="3">
                                            <p:txEl>
                                              <p:pRg st="2" end="2"/>
                                            </p:txEl>
                                          </p:spTgt>
                                        </p:tgtEl>
                                        <p:attrNameLst>
                                          <p:attrName>style.visibility</p:attrName>
                                        </p:attrNameLst>
                                      </p:cBhvr>
                                      <p:to>
                                        <p:strVal val="visible"/>
                                      </p:to>
                                    </p:set>
                                  </p:childTnLst>
                                </p:cTn>
                              </p:par>
                            </p:childTnLst>
                          </p:cTn>
                        </p:par>
                      </p:childTnLst>
                    </p:cTn>
                  </p:par>
                  <p:par>
                    <p:cTn id="13" fill="hold">
                      <p:stCondLst>
                        <p:cond delay="indefinite"/>
                      </p:stCondLst>
                      <p:childTnLst>
                        <p:par>
                          <p:cTn id="14" fill="hold">
                            <p:stCondLst>
                              <p:cond delay="0"/>
                            </p:stCondLst>
                            <p:childTnLst>
                              <p:par>
                                <p:cTn id="15" presetID="1" presetClass="entr" presetSubtype="0" fill="hold" nodeType="clickEffect">
                                  <p:stCondLst>
                                    <p:cond delay="0"/>
                                  </p:stCondLst>
                                  <p:childTnLst>
                                    <p:set>
                                      <p:cBhvr>
                                        <p:cTn id="16" dur="1" fill="hold">
                                          <p:stCondLst>
                                            <p:cond delay="0"/>
                                          </p:stCondLst>
                                        </p:cTn>
                                        <p:tgtEl>
                                          <p:spTgt spid="3">
                                            <p:txEl>
                                              <p:pRg st="3" end="3"/>
                                            </p:txEl>
                                          </p:spTgt>
                                        </p:tgtEl>
                                        <p:attrNameLst>
                                          <p:attrName>style.visibility</p:attrName>
                                        </p:attrNameLst>
                                      </p:cBhvr>
                                      <p:to>
                                        <p:strVal val="visible"/>
                                      </p:to>
                                    </p:set>
                                  </p:childTnLst>
                                </p:cTn>
                              </p:par>
                              <p:par>
                                <p:cTn id="17" presetID="1" presetClass="entr" presetSubtype="0" fill="hold" grpId="0" nodeType="withEffect">
                                  <p:stCondLst>
                                    <p:cond delay="0"/>
                                  </p:stCondLst>
                                  <p:childTnLst>
                                    <p:set>
                                      <p:cBhvr>
                                        <p:cTn id="18" dur="1" fill="hold">
                                          <p:stCondLst>
                                            <p:cond delay="0"/>
                                          </p:stCondLst>
                                        </p:cTn>
                                        <p:tgtEl>
                                          <p:spTgt spid="11"/>
                                        </p:tgtEl>
                                        <p:attrNameLst>
                                          <p:attrName>style.visibility</p:attrName>
                                        </p:attrNameLst>
                                      </p:cBhvr>
                                      <p:to>
                                        <p:strVal val="visible"/>
                                      </p:to>
                                    </p:set>
                                  </p:childTnLst>
                                </p:cTn>
                              </p:par>
                            </p:childTnLst>
                          </p:cTn>
                        </p:par>
                      </p:childTnLst>
                    </p:cTn>
                  </p:par>
                  <p:par>
                    <p:cTn id="19" fill="hold">
                      <p:stCondLst>
                        <p:cond delay="indefinite"/>
                      </p:stCondLst>
                      <p:childTnLst>
                        <p:par>
                          <p:cTn id="20" fill="hold">
                            <p:stCondLst>
                              <p:cond delay="0"/>
                            </p:stCondLst>
                            <p:childTnLst>
                              <p:par>
                                <p:cTn id="21" presetID="1" presetClass="entr" presetSubtype="0" fill="hold" nodeType="clickEffect">
                                  <p:stCondLst>
                                    <p:cond delay="0"/>
                                  </p:stCondLst>
                                  <p:childTnLst>
                                    <p:set>
                                      <p:cBhvr>
                                        <p:cTn id="22" dur="1" fill="hold">
                                          <p:stCondLst>
                                            <p:cond delay="0"/>
                                          </p:stCondLst>
                                        </p:cTn>
                                        <p:tgtEl>
                                          <p:spTgt spid="3">
                                            <p:txEl>
                                              <p:pRg st="4" end="4"/>
                                            </p:txEl>
                                          </p:spTgt>
                                        </p:tgtEl>
                                        <p:attrNameLst>
                                          <p:attrName>style.visibility</p:attrName>
                                        </p:attrNameLst>
                                      </p:cBhvr>
                                      <p:to>
                                        <p:strVal val="visible"/>
                                      </p:to>
                                    </p:set>
                                  </p:childTnLst>
                                </p:cTn>
                              </p:par>
                            </p:childTnLst>
                          </p:cTn>
                        </p:par>
                      </p:childTnLst>
                    </p:cTn>
                  </p:par>
                </p:childTnLst>
              </p:cTn>
              <p:prevCondLst>
                <p:cond evt="onPrev" delay="0">
                  <p:tgtEl>
                    <p:sldTgt/>
                  </p:tgtEl>
                </p:cond>
              </p:prevCondLst>
              <p:nextCondLst>
                <p:cond evt="onNext" delay="0">
                  <p:tgtEl>
                    <p:sldTgt/>
                  </p:tgtEl>
                </p:cond>
              </p:nextCondLst>
            </p:seq>
          </p:childTnLst>
        </p:cTn>
      </p:par>
    </p:tnLst>
    <p:bldLst>
      <p:bldP spid="5" grpId="0" animBg="1"/>
      <p:bldP spid="11" grpId="0" animBg="1"/>
    </p:bldLst>
  </p:timing>
</p:sld>
</file>

<file path=ppt/slides/slide29.xml><?xml version="1.0" encoding="utf-8"?>
<p:sld xmlns:a="http://schemas.openxmlformats.org/drawingml/2006/main" xmlns:r="http://schemas.openxmlformats.org/officeDocument/2006/relationships" xmlns:p="http://schemas.openxmlformats.org/presentationml/2006/main">
  <p:cSld>
    <p:bg>
      <p:bgPr>
        <a:solidFill>
          <a:schemeClr val="bg1"/>
        </a:solidFill>
        <a:effectLst/>
      </p:bgPr>
    </p:bg>
    <p:spTree>
      <p:nvGrpSpPr>
        <p:cNvPr id="1" name=""/>
        <p:cNvGrpSpPr/>
        <p:nvPr/>
      </p:nvGrpSpPr>
      <p:grpSpPr>
        <a:xfrm>
          <a:off x="0" y="0"/>
          <a:ext cx="0" cy="0"/>
          <a:chOff x="0" y="0"/>
          <a:chExt cx="0" cy="0"/>
        </a:xfrm>
      </p:grpSpPr>
      <p:sp useBgFill="1">
        <p:nvSpPr>
          <p:cNvPr id="11" name="Rectangle 10">
            <a:extLst>
              <a:ext uri="{FF2B5EF4-FFF2-40B4-BE49-F238E27FC236}">
                <a16:creationId xmlns:a16="http://schemas.microsoft.com/office/drawing/2014/main" id="{5A59F003-E00A-43F9-91DC-CC54E3B87466}"/>
              </a:ext>
              <a:ext uri="{C183D7F6-B498-43B3-948B-1728B52AA6E4}">
                <adec:decorative xmlns:adec="http://schemas.microsoft.com/office/drawing/2017/decorative" val="1"/>
              </a:ext>
            </a:extLst>
          </p:cNvPr>
          <p:cNvSpPr>
            <a:spLocks noGrp="1" noRot="1" noChangeAspect="1" noMove="1" noResize="1" noEditPoints="1" noAdjustHandles="1" noChangeArrowheads="1" noChangeShapeType="1" noTextEdit="1"/>
          </p:cNvSpPr>
          <p:nvPr>
            <p:extLst>
              <p:ext uri="{386F3935-93C4-4BCD-93E2-E3B085C9AB24}">
                <p16:designElem xmlns:p16="http://schemas.microsoft.com/office/powerpoint/2015/main" val="1"/>
              </p:ext>
            </p:extLst>
          </p:nvPr>
        </p:nvSpPr>
        <p:spPr>
          <a:xfrm>
            <a:off x="0" y="0"/>
            <a:ext cx="9144000" cy="6858000"/>
          </a:xfrm>
          <a:prstGeom prst="rect">
            <a:avLst/>
          </a:prstGeom>
          <a:ln>
            <a:noFill/>
          </a:ln>
        </p:spPr>
        <p:style>
          <a:lnRef idx="2">
            <a:schemeClr val="accent1">
              <a:shade val="50000"/>
            </a:schemeClr>
          </a:lnRef>
          <a:fillRef idx="1">
            <a:schemeClr val="accent1"/>
          </a:fillRef>
          <a:effectRef idx="0">
            <a:schemeClr val="accent1"/>
          </a:effectRef>
          <a:fontRef idx="minor">
            <a:schemeClr val="lt1"/>
          </a:fontRef>
        </p:style>
        <p:txBody>
          <a:bodyPr rtlCol="0" anchor="ctr"/>
          <a:lstStyle/>
          <a:p>
            <a:pPr algn="ctr"/>
            <a:endParaRPr lang="en-US"/>
          </a:p>
        </p:txBody>
      </p:sp>
      <p:pic>
        <p:nvPicPr>
          <p:cNvPr id="6" name="Picture 2" descr="Image for post">
            <a:extLst>
              <a:ext uri="{FF2B5EF4-FFF2-40B4-BE49-F238E27FC236}">
                <a16:creationId xmlns:a16="http://schemas.microsoft.com/office/drawing/2014/main" id="{34006FE2-3208-4458-B2A1-31B683ABC6F8}"/>
              </a:ext>
            </a:extLst>
          </p:cNvPr>
          <p:cNvPicPr>
            <a:picLocks noChangeAspect="1" noChangeArrowheads="1"/>
          </p:cNvPicPr>
          <p:nvPr/>
        </p:nvPicPr>
        <p:blipFill rotWithShape="1">
          <a:blip r:embed="rId2">
            <a:extLst>
              <a:ext uri="{BEBA8EAE-BF5A-486C-A8C5-ECC9F3942E4B}">
                <a14:imgProps xmlns:a14="http://schemas.microsoft.com/office/drawing/2010/main">
                  <a14:imgLayer r:embed="rId3">
                    <a14:imgEffect>
                      <a14:artisticMosiaicBubbles/>
                    </a14:imgEffect>
                    <a14:imgEffect>
                      <a14:saturation sat="33000"/>
                    </a14:imgEffect>
                  </a14:imgLayer>
                </a14:imgProps>
              </a:ext>
              <a:ext uri="{28A0092B-C50C-407E-A947-70E740481C1C}">
                <a14:useLocalDpi xmlns:a14="http://schemas.microsoft.com/office/drawing/2010/main" val="0"/>
              </a:ext>
            </a:extLst>
          </a:blip>
          <a:srcRect l="3415" t="9091" r="15372" b="-2"/>
          <a:stretch/>
        </p:blipFill>
        <p:spPr bwMode="auto">
          <a:xfrm>
            <a:off x="20" y="10"/>
            <a:ext cx="9143980" cy="6857990"/>
          </a:xfrm>
          <a:prstGeom prst="rect">
            <a:avLst/>
          </a:prstGeom>
          <a:noFill/>
          <a:extLst>
            <a:ext uri="{909E8E84-426E-40DD-AFC4-6F175D3DCCD1}">
              <a14:hiddenFill xmlns:a14="http://schemas.microsoft.com/office/drawing/2010/main">
                <a:solidFill>
                  <a:srgbClr val="FFFFFF"/>
                </a:solidFill>
              </a14:hiddenFill>
            </a:ext>
          </a:extLst>
        </p:spPr>
      </p:pic>
      <p:sp>
        <p:nvSpPr>
          <p:cNvPr id="13" name="Rectangle 12">
            <a:extLst>
              <a:ext uri="{FF2B5EF4-FFF2-40B4-BE49-F238E27FC236}">
                <a16:creationId xmlns:a16="http://schemas.microsoft.com/office/drawing/2014/main" id="{D74A4382-E3AD-430A-9A1F-DFA3E0E77A7D}"/>
              </a:ext>
              <a:ext uri="{C183D7F6-B498-43B3-948B-1728B52AA6E4}">
                <adec:decorative xmlns:adec="http://schemas.microsoft.com/office/drawing/2017/decorative" val="1"/>
              </a:ext>
            </a:extLst>
          </p:cNvPr>
          <p:cNvSpPr>
            <a:spLocks noGrp="1" noRot="1" noChangeAspect="1" noMove="1" noResize="1" noEditPoints="1" noAdjustHandles="1" noChangeArrowheads="1" noChangeShapeType="1" noTextEdit="1"/>
          </p:cNvSpPr>
          <p:nvPr>
            <p:extLst>
              <p:ext uri="{386F3935-93C4-4BCD-93E2-E3B085C9AB24}">
                <p16:designElem xmlns:p16="http://schemas.microsoft.com/office/powerpoint/2015/main" val="1"/>
              </p:ext>
            </p:extLst>
          </p:nvPr>
        </p:nvSpPr>
        <p:spPr>
          <a:xfrm rot="16200000">
            <a:off x="2275865" y="-511"/>
            <a:ext cx="4592270" cy="9144001"/>
          </a:xfrm>
          <a:prstGeom prst="rect">
            <a:avLst/>
          </a:prstGeom>
          <a:gradFill>
            <a:gsLst>
              <a:gs pos="35000">
                <a:schemeClr val="tx1">
                  <a:alpha val="46000"/>
                </a:schemeClr>
              </a:gs>
              <a:gs pos="21000">
                <a:schemeClr val="tx1">
                  <a:alpha val="30000"/>
                </a:schemeClr>
              </a:gs>
              <a:gs pos="0">
                <a:schemeClr val="tx1">
                  <a:alpha val="0"/>
                </a:schemeClr>
              </a:gs>
              <a:gs pos="100000">
                <a:schemeClr val="tx1">
                  <a:alpha val="90000"/>
                </a:schemeClr>
              </a:gs>
            </a:gsLst>
            <a:lin ang="10800000" scaled="0"/>
          </a:gradFill>
          <a:ln>
            <a:noFill/>
          </a:ln>
        </p:spPr>
        <p:style>
          <a:lnRef idx="2">
            <a:schemeClr val="accent1">
              <a:shade val="50000"/>
            </a:schemeClr>
          </a:lnRef>
          <a:fillRef idx="1">
            <a:schemeClr val="accent1"/>
          </a:fillRef>
          <a:effectRef idx="0">
            <a:schemeClr val="accent1"/>
          </a:effectRef>
          <a:fontRef idx="minor">
            <a:schemeClr val="lt1"/>
          </a:fontRef>
        </p:style>
        <p:txBody>
          <a:bodyPr rtlCol="0" anchor="ctr"/>
          <a:lstStyle/>
          <a:p>
            <a:pPr algn="ctr"/>
            <a:endParaRPr lang="en-US" dirty="0"/>
          </a:p>
        </p:txBody>
      </p:sp>
      <p:sp>
        <p:nvSpPr>
          <p:cNvPr id="4" name="Title 3">
            <a:extLst>
              <a:ext uri="{FF2B5EF4-FFF2-40B4-BE49-F238E27FC236}">
                <a16:creationId xmlns:a16="http://schemas.microsoft.com/office/drawing/2014/main" id="{ABFA9A6E-92F6-4FF4-A5B7-677FDDDFB7CF}"/>
              </a:ext>
            </a:extLst>
          </p:cNvPr>
          <p:cNvSpPr>
            <a:spLocks noGrp="1"/>
          </p:cNvSpPr>
          <p:nvPr>
            <p:ph type="title"/>
          </p:nvPr>
        </p:nvSpPr>
        <p:spPr>
          <a:xfrm>
            <a:off x="303414" y="3091928"/>
            <a:ext cx="8611986" cy="2387600"/>
          </a:xfrm>
        </p:spPr>
        <p:txBody>
          <a:bodyPr vert="horz" lIns="91440" tIns="45720" rIns="91440" bIns="45720" rtlCol="0" anchor="b">
            <a:normAutofit/>
          </a:bodyPr>
          <a:lstStyle/>
          <a:p>
            <a:pPr defTabSz="914400"/>
            <a:r>
              <a:rPr lang="en-US" sz="5400" b="1" dirty="0">
                <a:solidFill>
                  <a:schemeClr val="bg1"/>
                </a:solidFill>
              </a:rPr>
              <a:t>Approximate Inference in BN</a:t>
            </a:r>
          </a:p>
        </p:txBody>
      </p:sp>
      <p:sp>
        <p:nvSpPr>
          <p:cNvPr id="15" name="Rectangle: Rounded Corners 14">
            <a:extLst>
              <a:ext uri="{FF2B5EF4-FFF2-40B4-BE49-F238E27FC236}">
                <a16:creationId xmlns:a16="http://schemas.microsoft.com/office/drawing/2014/main" id="{79F40191-0F44-4FD1-82CC-ACB507C14BE6}"/>
              </a:ext>
              <a:ext uri="{C183D7F6-B498-43B3-948B-1728B52AA6E4}">
                <adec:decorative xmlns:adec="http://schemas.microsoft.com/office/drawing/2017/decorative" val="1"/>
              </a:ext>
            </a:extLst>
          </p:cNvPr>
          <p:cNvSpPr>
            <a:spLocks noGrp="1" noRot="1" noChangeAspect="1" noMove="1" noResize="1" noEditPoints="1" noAdjustHandles="1" noChangeArrowheads="1" noChangeShapeType="1" noTextEdit="1"/>
          </p:cNvSpPr>
          <p:nvPr>
            <p:extLst>
              <p:ext uri="{386F3935-93C4-4BCD-93E2-E3B085C9AB24}">
                <p16:designElem xmlns:p16="http://schemas.microsoft.com/office/powerpoint/2015/main" val="1"/>
              </p:ext>
            </p:extLst>
          </p:nvPr>
        </p:nvSpPr>
        <p:spPr>
          <a:xfrm>
            <a:off x="0" y="5575039"/>
            <a:ext cx="7339422" cy="685800"/>
          </a:xfrm>
          <a:prstGeom prst="roundRect">
            <a:avLst>
              <a:gd name="adj" fmla="val 0"/>
            </a:avLst>
          </a:prstGeom>
          <a:solidFill>
            <a:schemeClr val="accent2"/>
          </a:solidFill>
          <a:ln>
            <a:noFill/>
          </a:ln>
        </p:spPr>
        <p:style>
          <a:lnRef idx="2">
            <a:schemeClr val="accent1">
              <a:shade val="50000"/>
            </a:schemeClr>
          </a:lnRef>
          <a:fillRef idx="1">
            <a:schemeClr val="accent1"/>
          </a:fillRef>
          <a:effectRef idx="0">
            <a:schemeClr val="accent1"/>
          </a:effectRef>
          <a:fontRef idx="minor">
            <a:schemeClr val="lt1"/>
          </a:fontRef>
        </p:style>
        <p:txBody>
          <a:bodyPr rtlCol="0" anchor="ctr"/>
          <a:lstStyle/>
          <a:p>
            <a:pPr algn="ctr"/>
            <a:endParaRPr lang="en-US"/>
          </a:p>
        </p:txBody>
      </p:sp>
      <p:sp>
        <p:nvSpPr>
          <p:cNvPr id="5" name="Text Placeholder 4">
            <a:extLst>
              <a:ext uri="{FF2B5EF4-FFF2-40B4-BE49-F238E27FC236}">
                <a16:creationId xmlns:a16="http://schemas.microsoft.com/office/drawing/2014/main" id="{5CD11D8A-783A-4FEE-B310-9101D63F0A4E}"/>
              </a:ext>
            </a:extLst>
          </p:cNvPr>
          <p:cNvSpPr>
            <a:spLocks noGrp="1"/>
          </p:cNvSpPr>
          <p:nvPr>
            <p:ph type="body" idx="1"/>
          </p:nvPr>
        </p:nvSpPr>
        <p:spPr>
          <a:xfrm>
            <a:off x="303414" y="5624945"/>
            <a:ext cx="6808922" cy="592975"/>
          </a:xfrm>
        </p:spPr>
        <p:txBody>
          <a:bodyPr vert="horz" lIns="91440" tIns="45720" rIns="91440" bIns="45720" rtlCol="0" anchor="ctr">
            <a:normAutofit/>
          </a:bodyPr>
          <a:lstStyle/>
          <a:p>
            <a:pPr defTabSz="914400">
              <a:spcBef>
                <a:spcPts val="1000"/>
              </a:spcBef>
            </a:pPr>
            <a:r>
              <a:rPr lang="en-US" sz="2400" b="1" dirty="0">
                <a:solidFill>
                  <a:schemeClr val="bg1"/>
                </a:solidFill>
              </a:rPr>
              <a:t>Estimate the posterior probability given evidence</a:t>
            </a:r>
          </a:p>
        </p:txBody>
      </p:sp>
    </p:spTree>
    <p:extLst>
      <p:ext uri="{BB962C8B-B14F-4D97-AF65-F5344CB8AC3E}">
        <p14:creationId xmlns:p14="http://schemas.microsoft.com/office/powerpoint/2010/main" val="3924652625"/>
      </p:ext>
    </p:extLst>
  </p:cSld>
  <p:clrMapOvr>
    <a:masterClrMapping/>
  </p:clrMapOvr>
</p:sld>
</file>

<file path=ppt/slides/slide30.xml><?xml version="1.0" encoding="utf-8"?>
<p:sld xmlns:a="http://schemas.openxmlformats.org/drawingml/2006/main" xmlns:r="http://schemas.openxmlformats.org/officeDocument/2006/relationships" xmlns:p="http://schemas.openxmlformats.org/presentationml/2006/main">
  <p:cSld>
    <p:bg>
      <p:bgPr>
        <a:solidFill>
          <a:schemeClr val="bg1"/>
        </a:solidFill>
        <a:effectLst/>
      </p:bgPr>
    </p:bg>
    <p:spTree>
      <p:nvGrpSpPr>
        <p:cNvPr id="1" name=""/>
        <p:cNvGrpSpPr/>
        <p:nvPr/>
      </p:nvGrpSpPr>
      <p:grpSpPr>
        <a:xfrm>
          <a:off x="0" y="0"/>
          <a:ext cx="0" cy="0"/>
          <a:chOff x="0" y="0"/>
          <a:chExt cx="0" cy="0"/>
        </a:xfrm>
      </p:grpSpPr>
      <p:sp>
        <p:nvSpPr>
          <p:cNvPr id="2" name="Title 1"/>
          <p:cNvSpPr>
            <a:spLocks noGrp="1"/>
          </p:cNvSpPr>
          <p:nvPr>
            <p:ph type="title"/>
          </p:nvPr>
        </p:nvSpPr>
        <p:spPr>
          <a:xfrm>
            <a:off x="628650" y="557188"/>
            <a:ext cx="7886700" cy="1133499"/>
          </a:xfrm>
        </p:spPr>
        <p:txBody>
          <a:bodyPr>
            <a:normAutofit fontScale="90000"/>
          </a:bodyPr>
          <a:lstStyle/>
          <a:p>
            <a:r>
              <a:rPr lang="en-US" sz="4500" dirty="0"/>
              <a:t>Bayesian Networks as a </a:t>
            </a:r>
            <a:br>
              <a:rPr lang="en-US" sz="4500" dirty="0"/>
            </a:br>
            <a:r>
              <a:rPr lang="en-US" sz="4500" dirty="0"/>
              <a:t>Generative Models</a:t>
            </a:r>
          </a:p>
        </p:txBody>
      </p:sp>
      <p:graphicFrame>
        <p:nvGraphicFramePr>
          <p:cNvPr id="5" name="Content Placeholder 2" descr="the joint distribution. We can generate samples from the network to estimate joint and conditional probability distributions. ">
            <a:extLst>
              <a:ext uri="{FF2B5EF4-FFF2-40B4-BE49-F238E27FC236}">
                <a16:creationId xmlns:a16="http://schemas.microsoft.com/office/drawing/2014/main" id="{6CB72345-F38A-4A80-A700-157364706FDE}"/>
              </a:ext>
            </a:extLst>
          </p:cNvPr>
          <p:cNvGraphicFramePr>
            <a:graphicFrameLocks noGrp="1"/>
          </p:cNvGraphicFramePr>
          <p:nvPr>
            <p:ph idx="1"/>
            <p:extLst>
              <p:ext uri="{D42A27DB-BD31-4B8C-83A1-F6EECF244321}">
                <p14:modId xmlns:p14="http://schemas.microsoft.com/office/powerpoint/2010/main" val="823311417"/>
              </p:ext>
            </p:extLst>
          </p:nvPr>
        </p:nvGraphicFramePr>
        <p:xfrm>
          <a:off x="628650" y="1828800"/>
          <a:ext cx="7886700" cy="4352544"/>
        </p:xfrm>
        <a:graphic>
          <a:graphicData uri="http://schemas.openxmlformats.org/drawingml/2006/diagram">
            <dgm:relIds xmlns:dgm="http://schemas.openxmlformats.org/drawingml/2006/diagram" xmlns:r="http://schemas.openxmlformats.org/officeDocument/2006/relationships" r:dm="rId3" r:lo="rId4" r:qs="rId5" r:cs="rId6"/>
          </a:graphicData>
        </a:graphic>
      </p:graphicFrame>
    </p:spTree>
  </p:cSld>
  <p:clrMapOvr>
    <a:masterClrMapping/>
  </p:clrMapOvr>
</p:sld>
</file>

<file path=ppt/slides/slide31.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Title 1">
            <a:extLst>
              <a:ext uri="{FF2B5EF4-FFF2-40B4-BE49-F238E27FC236}">
                <a16:creationId xmlns:a16="http://schemas.microsoft.com/office/drawing/2014/main" id="{6B55FAB1-2C58-4E8D-AF69-8FADB928390C}"/>
              </a:ext>
            </a:extLst>
          </p:cNvPr>
          <p:cNvSpPr>
            <a:spLocks noGrp="1"/>
          </p:cNvSpPr>
          <p:nvPr>
            <p:ph type="title"/>
          </p:nvPr>
        </p:nvSpPr>
        <p:spPr/>
        <p:txBody>
          <a:bodyPr/>
          <a:lstStyle/>
          <a:p>
            <a:r>
              <a:rPr lang="en-US" dirty="0"/>
              <a:t>Prior-Sample Algorithm </a:t>
            </a:r>
          </a:p>
        </p:txBody>
      </p:sp>
      <p:pic>
        <p:nvPicPr>
          <p:cNvPr id="5" name="Picture 4" descr="The Prior-Sample algorithm.">
            <a:extLst>
              <a:ext uri="{FF2B5EF4-FFF2-40B4-BE49-F238E27FC236}">
                <a16:creationId xmlns:a16="http://schemas.microsoft.com/office/drawing/2014/main" id="{A14537AF-BCDD-4290-8D6E-24D106CCD121}"/>
              </a:ext>
            </a:extLst>
          </p:cNvPr>
          <p:cNvPicPr>
            <a:picLocks noChangeAspect="1"/>
          </p:cNvPicPr>
          <p:nvPr/>
        </p:nvPicPr>
        <p:blipFill>
          <a:blip r:embed="rId2"/>
          <a:stretch>
            <a:fillRect/>
          </a:stretch>
        </p:blipFill>
        <p:spPr>
          <a:xfrm>
            <a:off x="530164" y="1905000"/>
            <a:ext cx="8083671" cy="1981200"/>
          </a:xfrm>
          <a:prstGeom prst="rect">
            <a:avLst/>
          </a:prstGeom>
          <a:ln>
            <a:solidFill>
              <a:schemeClr val="accent2">
                <a:lumMod val="75000"/>
              </a:schemeClr>
            </a:solidFill>
          </a:ln>
        </p:spPr>
      </p:pic>
      <p:pic>
        <p:nvPicPr>
          <p:cNvPr id="8" name="Picture 7">
            <a:extLst>
              <a:ext uri="{FF2B5EF4-FFF2-40B4-BE49-F238E27FC236}">
                <a16:creationId xmlns:a16="http://schemas.microsoft.com/office/drawing/2014/main" id="{73BBAB58-0821-49FF-BA4B-1A8124AA6C17}"/>
              </a:ext>
              <a:ext uri="{C183D7F6-B498-43B3-948B-1728B52AA6E4}">
                <adec:decorative xmlns:adec="http://schemas.microsoft.com/office/drawing/2017/decorative" val="1"/>
              </a:ext>
            </a:extLst>
          </p:cNvPr>
          <p:cNvPicPr>
            <a:picLocks noChangeAspect="1"/>
          </p:cNvPicPr>
          <p:nvPr/>
        </p:nvPicPr>
        <p:blipFill>
          <a:blip r:embed="rId3"/>
          <a:stretch>
            <a:fillRect/>
          </a:stretch>
        </p:blipFill>
        <p:spPr>
          <a:xfrm>
            <a:off x="5259107" y="3922639"/>
            <a:ext cx="3041806" cy="2794144"/>
          </a:xfrm>
          <a:prstGeom prst="rect">
            <a:avLst/>
          </a:prstGeom>
        </p:spPr>
      </p:pic>
      <p:cxnSp>
        <p:nvCxnSpPr>
          <p:cNvPr id="10" name="Straight Arrow Connector 9">
            <a:extLst>
              <a:ext uri="{FF2B5EF4-FFF2-40B4-BE49-F238E27FC236}">
                <a16:creationId xmlns:a16="http://schemas.microsoft.com/office/drawing/2014/main" id="{CE65C80E-4AFC-40BA-8C32-59DFC2D01EAA}"/>
              </a:ext>
              <a:ext uri="{C183D7F6-B498-43B3-948B-1728B52AA6E4}">
                <adec:decorative xmlns:adec="http://schemas.microsoft.com/office/drawing/2017/decorative" val="1"/>
              </a:ext>
            </a:extLst>
          </p:cNvPr>
          <p:cNvCxnSpPr>
            <a:cxnSpLocks/>
            <a:stCxn id="6" idx="0"/>
          </p:cNvCxnSpPr>
          <p:nvPr/>
        </p:nvCxnSpPr>
        <p:spPr>
          <a:xfrm flipV="1">
            <a:off x="2774796" y="3200400"/>
            <a:ext cx="267011" cy="900111"/>
          </a:xfrm>
          <a:prstGeom prst="straightConnector1">
            <a:avLst/>
          </a:prstGeom>
          <a:ln>
            <a:tailEnd type="triangle"/>
          </a:ln>
        </p:spPr>
        <p:style>
          <a:lnRef idx="3">
            <a:schemeClr val="accent6"/>
          </a:lnRef>
          <a:fillRef idx="0">
            <a:schemeClr val="accent6"/>
          </a:fillRef>
          <a:effectRef idx="2">
            <a:schemeClr val="accent6"/>
          </a:effectRef>
          <a:fontRef idx="minor">
            <a:schemeClr val="tx1"/>
          </a:fontRef>
        </p:style>
      </p:cxnSp>
      <p:sp>
        <p:nvSpPr>
          <p:cNvPr id="6" name="Speech Bubble: Rectangle 5">
            <a:extLst>
              <a:ext uri="{FF2B5EF4-FFF2-40B4-BE49-F238E27FC236}">
                <a16:creationId xmlns:a16="http://schemas.microsoft.com/office/drawing/2014/main" id="{DCDB60C0-9B9B-4EC7-97CA-E56926BC0CE2}"/>
              </a:ext>
            </a:extLst>
          </p:cNvPr>
          <p:cNvSpPr/>
          <p:nvPr/>
        </p:nvSpPr>
        <p:spPr>
          <a:xfrm>
            <a:off x="1555596" y="4100511"/>
            <a:ext cx="2438400" cy="1219200"/>
          </a:xfrm>
          <a:prstGeom prst="wedgeRectCallout">
            <a:avLst>
              <a:gd name="adj1" fmla="val 142820"/>
              <a:gd name="adj2" fmla="val -28746"/>
            </a:avLst>
          </a:prstGeom>
        </p:spPr>
        <p:style>
          <a:lnRef idx="2">
            <a:schemeClr val="accent6">
              <a:shade val="50000"/>
            </a:schemeClr>
          </a:lnRef>
          <a:fillRef idx="1">
            <a:schemeClr val="accent6"/>
          </a:fillRef>
          <a:effectRef idx="0">
            <a:schemeClr val="accent6"/>
          </a:effectRef>
          <a:fontRef idx="minor">
            <a:schemeClr val="lt1"/>
          </a:fontRef>
        </p:style>
        <p:txBody>
          <a:bodyPr rtlCol="0" anchor="ctr"/>
          <a:lstStyle/>
          <a:p>
            <a:pPr algn="ctr"/>
            <a:r>
              <a:rPr lang="en-US" dirty="0"/>
              <a:t>Order is important! We need to start with the random variables that have no parents.</a:t>
            </a:r>
          </a:p>
        </p:txBody>
      </p:sp>
      <p:sp>
        <p:nvSpPr>
          <p:cNvPr id="7" name="Arrow: Down 6">
            <a:extLst>
              <a:ext uri="{FF2B5EF4-FFF2-40B4-BE49-F238E27FC236}">
                <a16:creationId xmlns:a16="http://schemas.microsoft.com/office/drawing/2014/main" id="{D386C3D0-FEC1-4B51-FF39-5C0997C28A3F}"/>
              </a:ext>
              <a:ext uri="{C183D7F6-B498-43B3-948B-1728B52AA6E4}">
                <adec:decorative xmlns:adec="http://schemas.microsoft.com/office/drawing/2017/decorative" val="1"/>
              </a:ext>
            </a:extLst>
          </p:cNvPr>
          <p:cNvSpPr/>
          <p:nvPr/>
        </p:nvSpPr>
        <p:spPr>
          <a:xfrm>
            <a:off x="8313922" y="4267200"/>
            <a:ext cx="449078" cy="1676400"/>
          </a:xfrm>
          <a:prstGeom prst="downArrow">
            <a:avLst/>
          </a:prstGeom>
        </p:spPr>
        <p:style>
          <a:lnRef idx="2">
            <a:schemeClr val="accent6">
              <a:shade val="15000"/>
            </a:schemeClr>
          </a:lnRef>
          <a:fillRef idx="1">
            <a:schemeClr val="accent6"/>
          </a:fillRef>
          <a:effectRef idx="0">
            <a:schemeClr val="accent6"/>
          </a:effectRef>
          <a:fontRef idx="minor">
            <a:schemeClr val="lt1"/>
          </a:fontRef>
        </p:style>
        <p:txBody>
          <a:bodyPr vert="vert" rtlCol="0" anchor="ctr"/>
          <a:lstStyle/>
          <a:p>
            <a:pPr algn="ctr"/>
            <a:r>
              <a:rPr lang="en-US" dirty="0"/>
              <a:t>Variable Order</a:t>
            </a:r>
          </a:p>
        </p:txBody>
      </p:sp>
      <p:sp>
        <p:nvSpPr>
          <p:cNvPr id="3" name="TextBox 2">
            <a:extLst>
              <a:ext uri="{FF2B5EF4-FFF2-40B4-BE49-F238E27FC236}">
                <a16:creationId xmlns:a16="http://schemas.microsoft.com/office/drawing/2014/main" id="{A8E25CB5-E12C-43B2-8EA5-59C23476CC56}"/>
              </a:ext>
            </a:extLst>
          </p:cNvPr>
          <p:cNvSpPr txBox="1"/>
          <p:nvPr/>
        </p:nvSpPr>
        <p:spPr>
          <a:xfrm>
            <a:off x="628650" y="5819783"/>
            <a:ext cx="2146146" cy="646331"/>
          </a:xfrm>
          <a:prstGeom prst="rect">
            <a:avLst/>
          </a:prstGeom>
        </p:spPr>
        <p:style>
          <a:lnRef idx="2">
            <a:schemeClr val="accent2">
              <a:shade val="15000"/>
            </a:schemeClr>
          </a:lnRef>
          <a:fillRef idx="1">
            <a:schemeClr val="accent2"/>
          </a:fillRef>
          <a:effectRef idx="0">
            <a:schemeClr val="accent2"/>
          </a:effectRef>
          <a:fontRef idx="minor">
            <a:schemeClr val="lt1"/>
          </a:fontRef>
        </p:style>
        <p:txBody>
          <a:bodyPr wrap="square" rtlCol="0">
            <a:spAutoFit/>
          </a:bodyPr>
          <a:lstStyle/>
          <a:p>
            <a:r>
              <a:rPr lang="en-US" b="1" dirty="0"/>
              <a:t>Note</a:t>
            </a:r>
            <a:r>
              <a:rPr lang="en-US" dirty="0"/>
              <a:t>: This looks like playouts in games!</a:t>
            </a:r>
          </a:p>
        </p:txBody>
      </p:sp>
    </p:spTree>
    <p:extLst>
      <p:ext uri="{BB962C8B-B14F-4D97-AF65-F5344CB8AC3E}">
        <p14:creationId xmlns:p14="http://schemas.microsoft.com/office/powerpoint/2010/main" val="4043948955"/>
      </p:ext>
    </p:extLst>
  </p:cSld>
  <p:clrMapOvr>
    <a:masterClrMapping/>
  </p:clrMapOvr>
</p:sld>
</file>

<file path=ppt/slides/slide32.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6" name="Title 5"/>
          <p:cNvSpPr txBox="1">
            <a:spLocks noGrp="1"/>
          </p:cNvSpPr>
          <p:nvPr>
            <p:ph type="title" idx="4294967295"/>
          </p:nvPr>
        </p:nvSpPr>
        <p:spPr>
          <a:xfrm>
            <a:off x="350235" y="388203"/>
            <a:ext cx="8565165" cy="830997"/>
          </a:xfrm>
          <a:prstGeom prst="rect">
            <a:avLst/>
          </a:prstGeom>
          <a:solidFill>
            <a:schemeClr val="bg1"/>
          </a:solidFill>
          <a:ln>
            <a:noFill/>
            <a:prstDash/>
          </a:ln>
          <a:effectLst/>
        </p:spPr>
        <p:txBody>
          <a:bodyPr rot="0" spcFirstLastPara="0" vertOverflow="overflow" horzOverflow="overflow" vert="horz" wrap="square" lIns="91440" tIns="45720" rIns="91440" bIns="45720" numCol="1" spcCol="0" rtlCol="0" fromWordArt="0" anchor="t" anchorCtr="0" forceAA="0" compatLnSpc="1">
            <a:prstTxWarp prst="textNoShape">
              <a:avLst/>
            </a:prstTxWarp>
            <a:spAutoFit/>
          </a:bodyPr>
          <a:lstStyle/>
          <a:p>
            <a:pPr marL="0" marR="0" lvl="0" indent="0" algn="l" defTabSz="914400" rtl="0" eaLnBrk="1" fontAlgn="auto" latinLnBrk="0" hangingPunct="1">
              <a:lnSpc>
                <a:spcPct val="100000"/>
              </a:lnSpc>
              <a:spcBef>
                <a:spcPts val="0"/>
              </a:spcBef>
              <a:spcAft>
                <a:spcPts val="0"/>
              </a:spcAft>
              <a:buClrTx/>
              <a:buSzTx/>
              <a:buFontTx/>
              <a:buNone/>
              <a:tabLst/>
              <a:defRPr/>
            </a:pPr>
            <a:r>
              <a:rPr kumimoji="0" lang="en-US" sz="3200" b="0" i="0" u="none" strike="noStrike" kern="1200" cap="none" spc="0" normalizeH="0" baseline="0" noProof="0" dirty="0">
                <a:ln>
                  <a:noFill/>
                </a:ln>
                <a:solidFill>
                  <a:schemeClr val="tx1"/>
                </a:solidFill>
                <a:effectLst/>
                <a:uLnTx/>
                <a:uFillTx/>
                <a:latin typeface="+mn-lt"/>
                <a:ea typeface="+mn-ea"/>
                <a:cs typeface="+mn-cs"/>
              </a:rPr>
              <a:t>Example: Sampling from a Bayesian Network</a:t>
            </a:r>
            <a:br>
              <a:rPr kumimoji="0" lang="en-US" sz="3200" b="0" i="0" u="none" strike="noStrike" kern="1200" cap="none" spc="0" normalizeH="0" baseline="0" noProof="0" dirty="0">
                <a:ln>
                  <a:noFill/>
                </a:ln>
                <a:solidFill>
                  <a:schemeClr val="tx1"/>
                </a:solidFill>
                <a:effectLst/>
                <a:uLnTx/>
                <a:uFillTx/>
                <a:latin typeface="+mn-lt"/>
                <a:ea typeface="+mn-ea"/>
                <a:cs typeface="+mn-cs"/>
              </a:rPr>
            </a:br>
            <a:endParaRPr kumimoji="0" lang="en-US" sz="1600" b="0" i="0" u="none" strike="noStrike" kern="1200" cap="none" spc="0" normalizeH="0" baseline="0" noProof="0" dirty="0">
              <a:ln>
                <a:noFill/>
              </a:ln>
              <a:solidFill>
                <a:schemeClr val="tx1"/>
              </a:solidFill>
              <a:effectLst/>
              <a:uLnTx/>
              <a:uFillTx/>
              <a:latin typeface="+mn-lt"/>
              <a:ea typeface="+mn-ea"/>
              <a:cs typeface="+mn-cs"/>
            </a:endParaRPr>
          </a:p>
        </p:txBody>
      </p:sp>
      <p:pic>
        <p:nvPicPr>
          <p:cNvPr id="76802" name="Picture 2" descr="Sampling in Bayes networks starts with nodes that have no parents."/>
          <p:cNvPicPr>
            <a:picLocks noChangeAspect="1" noChangeArrowheads="1"/>
          </p:cNvPicPr>
          <p:nvPr/>
        </p:nvPicPr>
        <p:blipFill rotWithShape="1">
          <a:blip r:embed="rId3" cstate="print"/>
          <a:srcRect l="16406" t="16667" r="14844" b="11556"/>
          <a:stretch/>
        </p:blipFill>
        <p:spPr bwMode="auto">
          <a:xfrm>
            <a:off x="1295400" y="1219200"/>
            <a:ext cx="6705600" cy="5250597"/>
          </a:xfrm>
          <a:prstGeom prst="rect">
            <a:avLst/>
          </a:prstGeom>
          <a:noFill/>
          <a:ln w="9525">
            <a:noFill/>
            <a:miter lim="800000"/>
            <a:headEnd/>
            <a:tailEnd/>
          </a:ln>
        </p:spPr>
      </p:pic>
      <p:sp>
        <p:nvSpPr>
          <p:cNvPr id="4" name="Arrow: Down 3">
            <a:extLst>
              <a:ext uri="{FF2B5EF4-FFF2-40B4-BE49-F238E27FC236}">
                <a16:creationId xmlns:a16="http://schemas.microsoft.com/office/drawing/2014/main" id="{16C0F048-650B-47D1-9800-4BB5DF8FA6A7}"/>
              </a:ext>
              <a:ext uri="{C183D7F6-B498-43B3-948B-1728B52AA6E4}">
                <adec:decorative xmlns:adec="http://schemas.microsoft.com/office/drawing/2017/decorative" val="1"/>
              </a:ext>
            </a:extLst>
          </p:cNvPr>
          <p:cNvSpPr/>
          <p:nvPr/>
        </p:nvSpPr>
        <p:spPr>
          <a:xfrm>
            <a:off x="8001000" y="1219200"/>
            <a:ext cx="914400" cy="4800600"/>
          </a:xfrm>
          <a:prstGeom prst="downArrow">
            <a:avLst/>
          </a:prstGeom>
        </p:spPr>
        <p:style>
          <a:lnRef idx="2">
            <a:schemeClr val="accent6">
              <a:shade val="15000"/>
            </a:schemeClr>
          </a:lnRef>
          <a:fillRef idx="1">
            <a:schemeClr val="accent6"/>
          </a:fillRef>
          <a:effectRef idx="0">
            <a:schemeClr val="accent6"/>
          </a:effectRef>
          <a:fontRef idx="minor">
            <a:schemeClr val="lt1"/>
          </a:fontRef>
        </p:style>
        <p:txBody>
          <a:bodyPr vert="vert" rtlCol="0" anchor="ctr"/>
          <a:lstStyle/>
          <a:p>
            <a:pPr algn="ctr"/>
            <a:r>
              <a:rPr lang="en-US" dirty="0"/>
              <a:t>Variable order</a:t>
            </a:r>
          </a:p>
        </p:txBody>
      </p:sp>
    </p:spTree>
  </p:cSld>
  <p:clrMapOvr>
    <a:masterClrMapping/>
  </p:clrMapOvr>
</p:sld>
</file>

<file path=ppt/slides/slide33.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6" name="Title 5"/>
          <p:cNvSpPr txBox="1">
            <a:spLocks noGrp="1"/>
          </p:cNvSpPr>
          <p:nvPr>
            <p:ph type="title" idx="4294967295"/>
          </p:nvPr>
        </p:nvSpPr>
        <p:spPr>
          <a:xfrm>
            <a:off x="350235" y="388203"/>
            <a:ext cx="8565165" cy="830997"/>
          </a:xfrm>
          <a:prstGeom prst="rect">
            <a:avLst/>
          </a:prstGeom>
          <a:solidFill>
            <a:schemeClr val="bg1"/>
          </a:solidFill>
          <a:ln>
            <a:noFill/>
            <a:prstDash/>
          </a:ln>
          <a:effectLst/>
        </p:spPr>
        <p:txBody>
          <a:bodyPr rot="0" spcFirstLastPara="0" vertOverflow="overflow" horzOverflow="overflow" vert="horz" wrap="square" lIns="91440" tIns="45720" rIns="91440" bIns="45720" numCol="1" spcCol="0" rtlCol="0" fromWordArt="0" anchor="t" anchorCtr="0" forceAA="0" compatLnSpc="1">
            <a:prstTxWarp prst="textNoShape">
              <a:avLst/>
            </a:prstTxWarp>
            <a:spAutoFit/>
          </a:bodyPr>
          <a:lstStyle/>
          <a:p>
            <a:pPr marL="0" marR="0" lvl="0" indent="0" algn="l" defTabSz="914400" rtl="0" eaLnBrk="1" fontAlgn="auto" latinLnBrk="0" hangingPunct="1">
              <a:lnSpc>
                <a:spcPct val="100000"/>
              </a:lnSpc>
              <a:spcBef>
                <a:spcPts val="0"/>
              </a:spcBef>
              <a:spcAft>
                <a:spcPts val="0"/>
              </a:spcAft>
              <a:buClrTx/>
              <a:buSzTx/>
              <a:buFontTx/>
              <a:buNone/>
              <a:tabLst/>
              <a:defRPr/>
            </a:pPr>
            <a:r>
              <a:rPr kumimoji="0" lang="en-US" sz="3200" b="0" i="0" u="none" strike="noStrike" kern="1200" cap="none" spc="0" normalizeH="0" baseline="0" noProof="0" dirty="0">
                <a:ln>
                  <a:noFill/>
                </a:ln>
                <a:solidFill>
                  <a:schemeClr val="tx1"/>
                </a:solidFill>
                <a:effectLst/>
                <a:uLnTx/>
                <a:uFillTx/>
                <a:latin typeface="+mn-lt"/>
                <a:ea typeface="+mn-ea"/>
                <a:cs typeface="+mn-cs"/>
              </a:rPr>
              <a:t>Example: Sampling from a Bayesian Network</a:t>
            </a:r>
            <a:br>
              <a:rPr kumimoji="0" lang="en-US" sz="3200" b="0" i="0" u="none" strike="noStrike" kern="1200" cap="none" spc="0" normalizeH="0" baseline="0" noProof="0" dirty="0">
                <a:ln>
                  <a:noFill/>
                </a:ln>
                <a:solidFill>
                  <a:schemeClr val="tx1"/>
                </a:solidFill>
                <a:effectLst/>
                <a:uLnTx/>
                <a:uFillTx/>
                <a:latin typeface="+mn-lt"/>
                <a:ea typeface="+mn-ea"/>
                <a:cs typeface="+mn-cs"/>
              </a:rPr>
            </a:br>
            <a:endParaRPr kumimoji="0" lang="en-US" sz="1600" b="0" i="0" u="none" strike="noStrike" kern="1200" cap="none" spc="0" normalizeH="0" baseline="0" noProof="0" dirty="0">
              <a:ln>
                <a:noFill/>
              </a:ln>
              <a:solidFill>
                <a:schemeClr val="tx1"/>
              </a:solidFill>
              <a:effectLst/>
              <a:uLnTx/>
              <a:uFillTx/>
              <a:latin typeface="+mn-lt"/>
              <a:ea typeface="+mn-ea"/>
              <a:cs typeface="+mn-cs"/>
            </a:endParaRPr>
          </a:p>
        </p:txBody>
      </p:sp>
      <p:pic>
        <p:nvPicPr>
          <p:cNvPr id="77826" name="Picture 2" descr="Sampling starts with the variable cloudy."/>
          <p:cNvPicPr>
            <a:picLocks noChangeAspect="1" noChangeArrowheads="1"/>
          </p:cNvPicPr>
          <p:nvPr/>
        </p:nvPicPr>
        <p:blipFill rotWithShape="1">
          <a:blip r:embed="rId3" cstate="print"/>
          <a:srcRect l="10937" t="16667" r="8594" b="13542"/>
          <a:stretch/>
        </p:blipFill>
        <p:spPr bwMode="auto">
          <a:xfrm>
            <a:off x="762000" y="1219200"/>
            <a:ext cx="7848600" cy="5105400"/>
          </a:xfrm>
          <a:prstGeom prst="rect">
            <a:avLst/>
          </a:prstGeom>
          <a:noFill/>
          <a:ln w="9525">
            <a:noFill/>
            <a:miter lim="800000"/>
            <a:headEnd/>
            <a:tailEnd/>
          </a:ln>
        </p:spPr>
      </p:pic>
      <p:sp>
        <p:nvSpPr>
          <p:cNvPr id="11" name="Speech Bubble: Rectangle with Corners Rounded 10">
            <a:extLst>
              <a:ext uri="{FF2B5EF4-FFF2-40B4-BE49-F238E27FC236}">
                <a16:creationId xmlns:a16="http://schemas.microsoft.com/office/drawing/2014/main" id="{585BD43D-88D0-4302-8B8F-C4CBB3C9378C}"/>
              </a:ext>
              <a:ext uri="{C183D7F6-B498-43B3-948B-1728B52AA6E4}">
                <adec:decorative xmlns:adec="http://schemas.microsoft.com/office/drawing/2017/decorative" val="1"/>
              </a:ext>
            </a:extLst>
          </p:cNvPr>
          <p:cNvSpPr/>
          <p:nvPr/>
        </p:nvSpPr>
        <p:spPr>
          <a:xfrm>
            <a:off x="762000" y="1359754"/>
            <a:ext cx="2514600" cy="696061"/>
          </a:xfrm>
          <a:prstGeom prst="wedgeRoundRectCallout">
            <a:avLst>
              <a:gd name="adj1" fmla="val 81070"/>
              <a:gd name="adj2" fmla="val 70138"/>
              <a:gd name="adj3" fmla="val 16667"/>
            </a:avLst>
          </a:prstGeom>
        </p:spPr>
        <p:style>
          <a:lnRef idx="2">
            <a:schemeClr val="accent3">
              <a:shade val="15000"/>
            </a:schemeClr>
          </a:lnRef>
          <a:fillRef idx="1">
            <a:schemeClr val="accent3"/>
          </a:fillRef>
          <a:effectRef idx="0">
            <a:schemeClr val="accent3"/>
          </a:effectRef>
          <a:fontRef idx="minor">
            <a:schemeClr val="lt1"/>
          </a:fontRef>
        </p:style>
        <p:txBody>
          <a:bodyPr rtlCol="0" anchor="ctr"/>
          <a:lstStyle/>
          <a:p>
            <a:pPr algn="ctr"/>
            <a:r>
              <a:rPr lang="en-US" dirty="0"/>
              <a:t>Draw a random value </a:t>
            </a:r>
            <a:br>
              <a:rPr lang="en-US" dirty="0"/>
            </a:br>
            <a:r>
              <a:rPr lang="en-US" dirty="0"/>
              <a:t>using the probability.</a:t>
            </a:r>
          </a:p>
        </p:txBody>
      </p:sp>
    </p:spTree>
  </p:cSld>
  <p:clrMapOvr>
    <a:masterClrMapping/>
  </p:clrMapOvr>
</p:sld>
</file>

<file path=ppt/slides/slide34.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6" name="Title 5"/>
          <p:cNvSpPr txBox="1">
            <a:spLocks noGrp="1"/>
          </p:cNvSpPr>
          <p:nvPr>
            <p:ph type="title" idx="4294967295"/>
          </p:nvPr>
        </p:nvSpPr>
        <p:spPr>
          <a:xfrm>
            <a:off x="350235" y="388203"/>
            <a:ext cx="8565165" cy="830997"/>
          </a:xfrm>
          <a:prstGeom prst="rect">
            <a:avLst/>
          </a:prstGeom>
          <a:solidFill>
            <a:schemeClr val="bg1"/>
          </a:solidFill>
          <a:ln>
            <a:noFill/>
            <a:prstDash/>
          </a:ln>
          <a:effectLst/>
        </p:spPr>
        <p:txBody>
          <a:bodyPr rot="0" spcFirstLastPara="0" vertOverflow="overflow" horzOverflow="overflow" vert="horz" wrap="square" lIns="91440" tIns="45720" rIns="91440" bIns="45720" numCol="1" spcCol="0" rtlCol="0" fromWordArt="0" anchor="t" anchorCtr="0" forceAA="0" compatLnSpc="1">
            <a:prstTxWarp prst="textNoShape">
              <a:avLst/>
            </a:prstTxWarp>
            <a:spAutoFit/>
          </a:bodyPr>
          <a:lstStyle/>
          <a:p>
            <a:pPr marL="0" marR="0" lvl="0" indent="0" algn="l" defTabSz="914400" rtl="0" eaLnBrk="1" fontAlgn="auto" latinLnBrk="0" hangingPunct="1">
              <a:lnSpc>
                <a:spcPct val="100000"/>
              </a:lnSpc>
              <a:spcBef>
                <a:spcPts val="0"/>
              </a:spcBef>
              <a:spcAft>
                <a:spcPts val="0"/>
              </a:spcAft>
              <a:buClrTx/>
              <a:buSzTx/>
              <a:buFontTx/>
              <a:buNone/>
              <a:tabLst/>
              <a:defRPr/>
            </a:pPr>
            <a:r>
              <a:rPr kumimoji="0" lang="en-US" sz="3200" b="0" i="0" u="none" strike="noStrike" kern="1200" cap="none" spc="0" normalizeH="0" baseline="0" noProof="0" dirty="0">
                <a:ln>
                  <a:noFill/>
                </a:ln>
                <a:solidFill>
                  <a:schemeClr val="tx1"/>
                </a:solidFill>
                <a:effectLst/>
                <a:uLnTx/>
                <a:uFillTx/>
                <a:latin typeface="+mn-lt"/>
                <a:ea typeface="+mn-ea"/>
                <a:cs typeface="+mn-cs"/>
              </a:rPr>
              <a:t>Example: Sampling from a Bayesian Network</a:t>
            </a:r>
            <a:br>
              <a:rPr kumimoji="0" lang="en-US" sz="3200" b="0" i="0" u="none" strike="noStrike" kern="1200" cap="none" spc="0" normalizeH="0" baseline="0" noProof="0" dirty="0">
                <a:ln>
                  <a:noFill/>
                </a:ln>
                <a:solidFill>
                  <a:schemeClr val="tx1"/>
                </a:solidFill>
                <a:effectLst/>
                <a:uLnTx/>
                <a:uFillTx/>
                <a:latin typeface="+mn-lt"/>
                <a:ea typeface="+mn-ea"/>
                <a:cs typeface="+mn-cs"/>
              </a:rPr>
            </a:br>
            <a:endParaRPr kumimoji="0" lang="en-US" sz="1600" b="0" i="0" u="none" strike="noStrike" kern="1200" cap="none" spc="0" normalizeH="0" baseline="0" noProof="0" dirty="0">
              <a:ln>
                <a:noFill/>
              </a:ln>
              <a:solidFill>
                <a:schemeClr val="tx1"/>
              </a:solidFill>
              <a:effectLst/>
              <a:uLnTx/>
              <a:uFillTx/>
              <a:latin typeface="+mn-lt"/>
              <a:ea typeface="+mn-ea"/>
              <a:cs typeface="+mn-cs"/>
            </a:endParaRPr>
          </a:p>
        </p:txBody>
      </p:sp>
      <p:pic>
        <p:nvPicPr>
          <p:cNvPr id="78850" name="Picture 2" descr="Next we sample sprinkler and rain given that coudy is true."/>
          <p:cNvPicPr>
            <a:picLocks noChangeAspect="1" noChangeArrowheads="1"/>
          </p:cNvPicPr>
          <p:nvPr/>
        </p:nvPicPr>
        <p:blipFill rotWithShape="1">
          <a:blip r:embed="rId3" cstate="print"/>
          <a:srcRect l="14844" t="16666" r="12500" b="11458"/>
          <a:stretch/>
        </p:blipFill>
        <p:spPr bwMode="auto">
          <a:xfrm>
            <a:off x="1143000" y="1219200"/>
            <a:ext cx="7086600" cy="5257800"/>
          </a:xfrm>
          <a:prstGeom prst="rect">
            <a:avLst/>
          </a:prstGeom>
          <a:noFill/>
          <a:ln w="9525">
            <a:noFill/>
            <a:miter lim="800000"/>
            <a:headEnd/>
            <a:tailEnd/>
          </a:ln>
        </p:spPr>
      </p:pic>
    </p:spTree>
  </p:cSld>
  <p:clrMapOvr>
    <a:masterClrMapping/>
  </p:clrMapOvr>
</p:sld>
</file>

<file path=ppt/slides/slide35.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6" name="Title 5"/>
          <p:cNvSpPr txBox="1">
            <a:spLocks noGrp="1"/>
          </p:cNvSpPr>
          <p:nvPr>
            <p:ph type="title" idx="4294967295"/>
          </p:nvPr>
        </p:nvSpPr>
        <p:spPr>
          <a:xfrm>
            <a:off x="350235" y="388203"/>
            <a:ext cx="8565165" cy="830997"/>
          </a:xfrm>
          <a:prstGeom prst="rect">
            <a:avLst/>
          </a:prstGeom>
          <a:solidFill>
            <a:schemeClr val="bg1"/>
          </a:solidFill>
          <a:ln>
            <a:noFill/>
            <a:prstDash/>
          </a:ln>
          <a:effectLst/>
        </p:spPr>
        <p:txBody>
          <a:bodyPr rot="0" spcFirstLastPara="0" vertOverflow="overflow" horzOverflow="overflow" vert="horz" wrap="square" lIns="91440" tIns="45720" rIns="91440" bIns="45720" numCol="1" spcCol="0" rtlCol="0" fromWordArt="0" anchor="t" anchorCtr="0" forceAA="0" compatLnSpc="1">
            <a:prstTxWarp prst="textNoShape">
              <a:avLst/>
            </a:prstTxWarp>
            <a:spAutoFit/>
          </a:bodyPr>
          <a:lstStyle/>
          <a:p>
            <a:pPr marL="0" marR="0" lvl="0" indent="0" algn="l" defTabSz="914400" rtl="0" eaLnBrk="1" fontAlgn="auto" latinLnBrk="0" hangingPunct="1">
              <a:lnSpc>
                <a:spcPct val="100000"/>
              </a:lnSpc>
              <a:spcBef>
                <a:spcPts val="0"/>
              </a:spcBef>
              <a:spcAft>
                <a:spcPts val="0"/>
              </a:spcAft>
              <a:buClrTx/>
              <a:buSzTx/>
              <a:buFontTx/>
              <a:buNone/>
              <a:tabLst/>
              <a:defRPr/>
            </a:pPr>
            <a:r>
              <a:rPr kumimoji="0" lang="en-US" sz="3200" b="0" i="0" u="none" strike="noStrike" kern="1200" cap="none" spc="0" normalizeH="0" baseline="0" noProof="0" dirty="0">
                <a:ln>
                  <a:noFill/>
                </a:ln>
                <a:solidFill>
                  <a:schemeClr val="tx1"/>
                </a:solidFill>
                <a:effectLst/>
                <a:uLnTx/>
                <a:uFillTx/>
                <a:latin typeface="+mn-lt"/>
                <a:ea typeface="+mn-ea"/>
                <a:cs typeface="+mn-cs"/>
              </a:rPr>
              <a:t>Example: Sampling from a Bayesian Network</a:t>
            </a:r>
            <a:br>
              <a:rPr kumimoji="0" lang="en-US" sz="3200" b="0" i="0" u="none" strike="noStrike" kern="1200" cap="none" spc="0" normalizeH="0" baseline="0" noProof="0" dirty="0">
                <a:ln>
                  <a:noFill/>
                </a:ln>
                <a:solidFill>
                  <a:schemeClr val="tx1"/>
                </a:solidFill>
                <a:effectLst/>
                <a:uLnTx/>
                <a:uFillTx/>
                <a:latin typeface="+mn-lt"/>
                <a:ea typeface="+mn-ea"/>
                <a:cs typeface="+mn-cs"/>
              </a:rPr>
            </a:br>
            <a:endParaRPr kumimoji="0" lang="en-US" sz="1600" b="0" i="0" u="none" strike="noStrike" kern="1200" cap="none" spc="0" normalizeH="0" baseline="0" noProof="0" dirty="0">
              <a:ln>
                <a:noFill/>
              </a:ln>
              <a:solidFill>
                <a:schemeClr val="tx1"/>
              </a:solidFill>
              <a:effectLst/>
              <a:uLnTx/>
              <a:uFillTx/>
              <a:latin typeface="+mn-lt"/>
              <a:ea typeface="+mn-ea"/>
              <a:cs typeface="+mn-cs"/>
            </a:endParaRPr>
          </a:p>
        </p:txBody>
      </p:sp>
      <p:pic>
        <p:nvPicPr>
          <p:cNvPr id="80898" name="Picture 2" descr="We randomly sample sprinkler is false and rain is true."/>
          <p:cNvPicPr>
            <a:picLocks noChangeAspect="1" noChangeArrowheads="1"/>
          </p:cNvPicPr>
          <p:nvPr/>
        </p:nvPicPr>
        <p:blipFill rotWithShape="1">
          <a:blip r:embed="rId3" cstate="print"/>
          <a:srcRect l="16406" t="16667" r="14844" b="11556"/>
          <a:stretch/>
        </p:blipFill>
        <p:spPr bwMode="auto">
          <a:xfrm>
            <a:off x="1295400" y="1219200"/>
            <a:ext cx="6705600" cy="5250597"/>
          </a:xfrm>
          <a:prstGeom prst="rect">
            <a:avLst/>
          </a:prstGeom>
          <a:noFill/>
          <a:ln w="9525">
            <a:noFill/>
            <a:miter lim="800000"/>
            <a:headEnd/>
            <a:tailEnd/>
          </a:ln>
        </p:spPr>
      </p:pic>
    </p:spTree>
  </p:cSld>
  <p:clrMapOvr>
    <a:masterClrMapping/>
  </p:clrMapOvr>
</p:sld>
</file>

<file path=ppt/slides/slide36.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6" name="Title 5"/>
          <p:cNvSpPr txBox="1">
            <a:spLocks noGrp="1"/>
          </p:cNvSpPr>
          <p:nvPr>
            <p:ph type="title" idx="4294967295"/>
          </p:nvPr>
        </p:nvSpPr>
        <p:spPr>
          <a:xfrm>
            <a:off x="350235" y="388203"/>
            <a:ext cx="8565165" cy="830997"/>
          </a:xfrm>
          <a:prstGeom prst="rect">
            <a:avLst/>
          </a:prstGeom>
          <a:solidFill>
            <a:schemeClr val="bg1"/>
          </a:solidFill>
          <a:ln>
            <a:noFill/>
            <a:prstDash/>
          </a:ln>
          <a:effectLst/>
        </p:spPr>
        <p:txBody>
          <a:bodyPr rot="0" spcFirstLastPara="0" vertOverflow="overflow" horzOverflow="overflow" vert="horz" wrap="square" lIns="91440" tIns="45720" rIns="91440" bIns="45720" numCol="1" spcCol="0" rtlCol="0" fromWordArt="0" anchor="t" anchorCtr="0" forceAA="0" compatLnSpc="1">
            <a:prstTxWarp prst="textNoShape">
              <a:avLst/>
            </a:prstTxWarp>
            <a:spAutoFit/>
          </a:bodyPr>
          <a:lstStyle/>
          <a:p>
            <a:pPr marL="0" marR="0" lvl="0" indent="0" algn="l" defTabSz="914400" rtl="0" eaLnBrk="1" fontAlgn="auto" latinLnBrk="0" hangingPunct="1">
              <a:lnSpc>
                <a:spcPct val="100000"/>
              </a:lnSpc>
              <a:spcBef>
                <a:spcPts val="0"/>
              </a:spcBef>
              <a:spcAft>
                <a:spcPts val="0"/>
              </a:spcAft>
              <a:buClrTx/>
              <a:buSzTx/>
              <a:buFontTx/>
              <a:buNone/>
              <a:tabLst/>
              <a:defRPr/>
            </a:pPr>
            <a:r>
              <a:rPr kumimoji="0" lang="en-US" sz="3200" b="0" i="0" u="none" strike="noStrike" kern="1200" cap="none" spc="0" normalizeH="0" baseline="0" noProof="0" dirty="0">
                <a:ln>
                  <a:noFill/>
                </a:ln>
                <a:solidFill>
                  <a:schemeClr val="tx1"/>
                </a:solidFill>
                <a:effectLst/>
                <a:uLnTx/>
                <a:uFillTx/>
                <a:latin typeface="+mn-lt"/>
                <a:ea typeface="+mn-ea"/>
                <a:cs typeface="+mn-cs"/>
              </a:rPr>
              <a:t>Example: Sampling from a Bayesian Network</a:t>
            </a:r>
            <a:br>
              <a:rPr kumimoji="0" lang="en-US" sz="3200" b="0" i="0" u="none" strike="noStrike" kern="1200" cap="none" spc="0" normalizeH="0" baseline="0" noProof="0" dirty="0">
                <a:ln>
                  <a:noFill/>
                </a:ln>
                <a:solidFill>
                  <a:schemeClr val="tx1"/>
                </a:solidFill>
                <a:effectLst/>
                <a:uLnTx/>
                <a:uFillTx/>
                <a:latin typeface="+mn-lt"/>
                <a:ea typeface="+mn-ea"/>
                <a:cs typeface="+mn-cs"/>
              </a:rPr>
            </a:br>
            <a:endParaRPr kumimoji="0" lang="en-US" sz="1600" b="0" i="0" u="none" strike="noStrike" kern="1200" cap="none" spc="0" normalizeH="0" baseline="0" noProof="0" dirty="0">
              <a:ln>
                <a:noFill/>
              </a:ln>
              <a:solidFill>
                <a:schemeClr val="tx1"/>
              </a:solidFill>
              <a:effectLst/>
              <a:uLnTx/>
              <a:uFillTx/>
              <a:latin typeface="+mn-lt"/>
              <a:ea typeface="+mn-ea"/>
              <a:cs typeface="+mn-cs"/>
            </a:endParaRPr>
          </a:p>
        </p:txBody>
      </p:sp>
      <p:pic>
        <p:nvPicPr>
          <p:cNvPr id="81922" name="Picture 2" descr="Finally we sample wet grass given that sprinkler is false and rain is true."/>
          <p:cNvPicPr>
            <a:picLocks noChangeAspect="1" noChangeArrowheads="1"/>
          </p:cNvPicPr>
          <p:nvPr/>
        </p:nvPicPr>
        <p:blipFill rotWithShape="1">
          <a:blip r:embed="rId3" cstate="print"/>
          <a:srcRect l="15625" t="16667" r="15625" b="13541"/>
          <a:stretch/>
        </p:blipFill>
        <p:spPr bwMode="auto">
          <a:xfrm>
            <a:off x="1219200" y="1219200"/>
            <a:ext cx="6705600" cy="5105400"/>
          </a:xfrm>
          <a:prstGeom prst="rect">
            <a:avLst/>
          </a:prstGeom>
          <a:noFill/>
          <a:ln w="9525">
            <a:noFill/>
            <a:miter lim="800000"/>
            <a:headEnd/>
            <a:tailEnd/>
          </a:ln>
        </p:spPr>
      </p:pic>
    </p:spTree>
  </p:cSld>
  <p:clrMapOvr>
    <a:masterClrMapping/>
  </p:clrMapOvr>
</p:sld>
</file>

<file path=ppt/slides/slide37.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6" name="Title 5"/>
          <p:cNvSpPr txBox="1">
            <a:spLocks noGrp="1"/>
          </p:cNvSpPr>
          <p:nvPr>
            <p:ph type="title" idx="4294967295"/>
          </p:nvPr>
        </p:nvSpPr>
        <p:spPr>
          <a:xfrm>
            <a:off x="350235" y="388203"/>
            <a:ext cx="8565165" cy="830997"/>
          </a:xfrm>
          <a:prstGeom prst="rect">
            <a:avLst/>
          </a:prstGeom>
          <a:solidFill>
            <a:schemeClr val="bg1"/>
          </a:solidFill>
          <a:ln>
            <a:noFill/>
            <a:prstDash/>
          </a:ln>
          <a:effectLst/>
        </p:spPr>
        <p:txBody>
          <a:bodyPr rot="0" spcFirstLastPara="0" vertOverflow="overflow" horzOverflow="overflow" vert="horz" wrap="square" lIns="91440" tIns="45720" rIns="91440" bIns="45720" numCol="1" spcCol="0" rtlCol="0" fromWordArt="0" anchor="t" anchorCtr="0" forceAA="0" compatLnSpc="1">
            <a:prstTxWarp prst="textNoShape">
              <a:avLst/>
            </a:prstTxWarp>
            <a:spAutoFit/>
          </a:bodyPr>
          <a:lstStyle/>
          <a:p>
            <a:pPr marL="0" marR="0" lvl="0" indent="0" algn="l" defTabSz="914400" rtl="0" eaLnBrk="1" fontAlgn="auto" latinLnBrk="0" hangingPunct="1">
              <a:lnSpc>
                <a:spcPct val="100000"/>
              </a:lnSpc>
              <a:spcBef>
                <a:spcPts val="0"/>
              </a:spcBef>
              <a:spcAft>
                <a:spcPts val="0"/>
              </a:spcAft>
              <a:buClrTx/>
              <a:buSzTx/>
              <a:buFontTx/>
              <a:buNone/>
              <a:tabLst/>
              <a:defRPr/>
            </a:pPr>
            <a:r>
              <a:rPr kumimoji="0" lang="en-US" sz="3200" b="0" i="0" u="none" strike="noStrike" kern="1200" cap="none" spc="0" normalizeH="0" baseline="0" noProof="0" dirty="0">
                <a:ln>
                  <a:noFill/>
                </a:ln>
                <a:solidFill>
                  <a:schemeClr val="tx1"/>
                </a:solidFill>
                <a:effectLst/>
                <a:uLnTx/>
                <a:uFillTx/>
                <a:latin typeface="+mn-lt"/>
                <a:ea typeface="+mn-ea"/>
                <a:cs typeface="+mn-cs"/>
              </a:rPr>
              <a:t>Example: Sampling from a Bayesian Network</a:t>
            </a:r>
            <a:br>
              <a:rPr kumimoji="0" lang="en-US" sz="3200" b="0" i="0" u="none" strike="noStrike" kern="1200" cap="none" spc="0" normalizeH="0" baseline="0" noProof="0" dirty="0">
                <a:ln>
                  <a:noFill/>
                </a:ln>
                <a:solidFill>
                  <a:schemeClr val="tx1"/>
                </a:solidFill>
                <a:effectLst/>
                <a:uLnTx/>
                <a:uFillTx/>
                <a:latin typeface="+mn-lt"/>
                <a:ea typeface="+mn-ea"/>
                <a:cs typeface="+mn-cs"/>
              </a:rPr>
            </a:br>
            <a:endParaRPr kumimoji="0" lang="en-US" sz="1600" b="0" i="0" u="none" strike="noStrike" kern="1200" cap="none" spc="0" normalizeH="0" baseline="0" noProof="0" dirty="0">
              <a:ln>
                <a:noFill/>
              </a:ln>
              <a:solidFill>
                <a:schemeClr val="tx1"/>
              </a:solidFill>
              <a:effectLst/>
              <a:uLnTx/>
              <a:uFillTx/>
              <a:latin typeface="+mn-lt"/>
              <a:ea typeface="+mn-ea"/>
              <a:cs typeface="+mn-cs"/>
            </a:endParaRPr>
          </a:p>
        </p:txBody>
      </p:sp>
      <p:pic>
        <p:nvPicPr>
          <p:cNvPr id="82946" name="Picture 2" descr="The result is wet gras is ture."/>
          <p:cNvPicPr>
            <a:picLocks noChangeAspect="1" noChangeArrowheads="1"/>
          </p:cNvPicPr>
          <p:nvPr/>
        </p:nvPicPr>
        <p:blipFill rotWithShape="1">
          <a:blip r:embed="rId3" cstate="print"/>
          <a:srcRect l="16406" t="16667" r="14844" b="13542"/>
          <a:stretch/>
        </p:blipFill>
        <p:spPr bwMode="auto">
          <a:xfrm>
            <a:off x="1295400" y="1219200"/>
            <a:ext cx="6705600" cy="5105400"/>
          </a:xfrm>
          <a:prstGeom prst="rect">
            <a:avLst/>
          </a:prstGeom>
          <a:noFill/>
          <a:ln w="9525">
            <a:noFill/>
            <a:miter lim="800000"/>
            <a:headEnd/>
            <a:tailEnd/>
          </a:ln>
        </p:spPr>
      </p:pic>
      <p:sp>
        <p:nvSpPr>
          <p:cNvPr id="4" name="TextBox 3">
            <a:extLst>
              <a:ext uri="{FF2B5EF4-FFF2-40B4-BE49-F238E27FC236}">
                <a16:creationId xmlns:a16="http://schemas.microsoft.com/office/drawing/2014/main" id="{490CCFA3-53D0-422C-ACAB-E5CC09E1CCD3}"/>
              </a:ext>
            </a:extLst>
          </p:cNvPr>
          <p:cNvSpPr txBox="1"/>
          <p:nvPr/>
        </p:nvSpPr>
        <p:spPr>
          <a:xfrm>
            <a:off x="6019800" y="4900136"/>
            <a:ext cx="2590800" cy="1477328"/>
          </a:xfrm>
          <a:prstGeom prst="rect">
            <a:avLst/>
          </a:prstGeom>
        </p:spPr>
        <p:style>
          <a:lnRef idx="3">
            <a:schemeClr val="lt1"/>
          </a:lnRef>
          <a:fillRef idx="1">
            <a:schemeClr val="accent6"/>
          </a:fillRef>
          <a:effectRef idx="1">
            <a:schemeClr val="accent6"/>
          </a:effectRef>
          <a:fontRef idx="minor">
            <a:schemeClr val="lt1"/>
          </a:fontRef>
        </p:style>
        <p:txBody>
          <a:bodyPr wrap="square" rtlCol="0">
            <a:spAutoFit/>
          </a:bodyPr>
          <a:lstStyle/>
          <a:p>
            <a:pPr algn="ctr"/>
            <a:r>
              <a:rPr lang="en-US" dirty="0"/>
              <a:t>Prior Sample returns the event:</a:t>
            </a:r>
          </a:p>
          <a:p>
            <a:pPr algn="ctr"/>
            <a:endParaRPr lang="en-US" dirty="0"/>
          </a:p>
          <a:p>
            <a:pPr algn="ctr"/>
            <a:r>
              <a:rPr lang="en-US" i="1" dirty="0"/>
              <a:t>    [C = True, S = False, </a:t>
            </a:r>
            <a:br>
              <a:rPr lang="en-US" i="1" dirty="0"/>
            </a:br>
            <a:r>
              <a:rPr lang="en-US" i="1" dirty="0"/>
              <a:t>      R = True, W = True]</a:t>
            </a:r>
          </a:p>
        </p:txBody>
      </p:sp>
    </p:spTree>
  </p:cSld>
  <p:clrMapOvr>
    <a:masterClrMapping/>
  </p:clrMapOvr>
</p:sld>
</file>

<file path=ppt/slides/slide38.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Title 1"/>
          <p:cNvSpPr>
            <a:spLocks noGrp="1"/>
          </p:cNvSpPr>
          <p:nvPr>
            <p:ph type="title"/>
          </p:nvPr>
        </p:nvSpPr>
        <p:spPr/>
        <p:txBody>
          <a:bodyPr/>
          <a:lstStyle/>
          <a:p>
            <a:r>
              <a:rPr lang="en-US" dirty="0"/>
              <a:t>Estimating the Joint and Marginal Probability Distributions from Individual Samples</a:t>
            </a:r>
          </a:p>
        </p:txBody>
      </p:sp>
      <mc:AlternateContent xmlns:mc="http://schemas.openxmlformats.org/markup-compatibility/2006" xmlns:a14="http://schemas.microsoft.com/office/drawing/2010/main">
        <mc:Choice Requires="a14">
          <p:sp>
            <p:nvSpPr>
              <p:cNvPr id="3" name="Content Placeholder 2"/>
              <p:cNvSpPr>
                <a:spLocks noGrp="1"/>
              </p:cNvSpPr>
              <p:nvPr>
                <p:ph idx="1"/>
              </p:nvPr>
            </p:nvSpPr>
            <p:spPr>
              <a:xfrm>
                <a:off x="628650" y="2133600"/>
                <a:ext cx="7886700" cy="3657600"/>
              </a:xfrm>
            </p:spPr>
            <p:txBody>
              <a:bodyPr>
                <a:normAutofit fontScale="62500" lnSpcReduction="20000"/>
              </a:bodyPr>
              <a:lstStyle/>
              <a:p>
                <a:pPr marL="0" indent="0">
                  <a:buNone/>
                </a:pPr>
                <a:r>
                  <a:rPr lang="en-US" sz="2800" b="1" dirty="0"/>
                  <a:t>Joint Probability Distribution</a:t>
                </a:r>
              </a:p>
              <a:p>
                <a:pPr marL="0" indent="0">
                  <a:buNone/>
                </a:pPr>
                <a:r>
                  <a:rPr lang="en-US" sz="2800" dirty="0"/>
                  <a:t>Sample </a:t>
                </a:r>
                <a:r>
                  <a:rPr lang="en-US" sz="2800" i="1" dirty="0"/>
                  <a:t>N</a:t>
                </a:r>
                <a:r>
                  <a:rPr lang="en-US" sz="2800" dirty="0"/>
                  <a:t> times and determine </a:t>
                </a:r>
                <a14:m>
                  <m:oMath xmlns:m="http://schemas.openxmlformats.org/officeDocument/2006/math">
                    <m:sSub>
                      <m:sSubPr>
                        <m:ctrlPr>
                          <a:rPr lang="en-US" sz="2800" i="1" dirty="0" smtClean="0">
                            <a:latin typeface="Cambria Math" panose="02040503050406030204" pitchFamily="18" charset="0"/>
                          </a:rPr>
                        </m:ctrlPr>
                      </m:sSubPr>
                      <m:e>
                        <m:r>
                          <a:rPr lang="en-US" sz="2800" i="1" dirty="0" smtClean="0">
                            <a:latin typeface="Cambria Math" panose="02040503050406030204" pitchFamily="18" charset="0"/>
                          </a:rPr>
                          <m:t>𝑁</m:t>
                        </m:r>
                      </m:e>
                      <m:sub>
                        <m:r>
                          <a:rPr lang="en-US" sz="2800" i="1" dirty="0" smtClean="0">
                            <a:latin typeface="Cambria Math" panose="02040503050406030204" pitchFamily="18" charset="0"/>
                          </a:rPr>
                          <m:t>𝑃𝑆</m:t>
                        </m:r>
                      </m:sub>
                    </m:sSub>
                    <m:d>
                      <m:dPr>
                        <m:ctrlPr>
                          <a:rPr lang="en-US" sz="2800" i="1">
                            <a:latin typeface="Cambria Math" panose="02040503050406030204" pitchFamily="18" charset="0"/>
                          </a:rPr>
                        </m:ctrlPr>
                      </m:dPr>
                      <m:e>
                        <m:sSub>
                          <m:sSubPr>
                            <m:ctrlPr>
                              <a:rPr lang="en-US" sz="2800" i="1">
                                <a:latin typeface="Cambria Math" panose="02040503050406030204" pitchFamily="18" charset="0"/>
                              </a:rPr>
                            </m:ctrlPr>
                          </m:sSubPr>
                          <m:e>
                            <m:r>
                              <a:rPr lang="en-US" sz="2800" i="1">
                                <a:latin typeface="Cambria Math" panose="02040503050406030204" pitchFamily="18" charset="0"/>
                              </a:rPr>
                              <m:t>𝑥</m:t>
                            </m:r>
                          </m:e>
                          <m:sub>
                            <m:r>
                              <a:rPr lang="en-US" sz="2800" i="1">
                                <a:latin typeface="Cambria Math" panose="02040503050406030204" pitchFamily="18" charset="0"/>
                              </a:rPr>
                              <m:t>1</m:t>
                            </m:r>
                          </m:sub>
                        </m:sSub>
                        <m:r>
                          <a:rPr lang="en-US" sz="2800" i="1">
                            <a:latin typeface="Cambria Math" panose="02040503050406030204" pitchFamily="18" charset="0"/>
                          </a:rPr>
                          <m:t>,</m:t>
                        </m:r>
                        <m:sSub>
                          <m:sSubPr>
                            <m:ctrlPr>
                              <a:rPr lang="en-US" sz="2800" i="1">
                                <a:latin typeface="Cambria Math" panose="02040503050406030204" pitchFamily="18" charset="0"/>
                              </a:rPr>
                            </m:ctrlPr>
                          </m:sSubPr>
                          <m:e>
                            <m:r>
                              <a:rPr lang="en-US" sz="2800" i="1">
                                <a:latin typeface="Cambria Math" panose="02040503050406030204" pitchFamily="18" charset="0"/>
                              </a:rPr>
                              <m:t>𝑥</m:t>
                            </m:r>
                          </m:e>
                          <m:sub>
                            <m:r>
                              <a:rPr lang="en-US" sz="2800" i="1">
                                <a:latin typeface="Cambria Math" panose="02040503050406030204" pitchFamily="18" charset="0"/>
                              </a:rPr>
                              <m:t>2</m:t>
                            </m:r>
                          </m:sub>
                        </m:sSub>
                        <m:r>
                          <a:rPr lang="en-US" sz="2800" i="1">
                            <a:latin typeface="Cambria Math" panose="02040503050406030204" pitchFamily="18" charset="0"/>
                          </a:rPr>
                          <m:t>,…,</m:t>
                        </m:r>
                        <m:sSub>
                          <m:sSubPr>
                            <m:ctrlPr>
                              <a:rPr lang="en-US" sz="2800" i="1">
                                <a:latin typeface="Cambria Math" panose="02040503050406030204" pitchFamily="18" charset="0"/>
                              </a:rPr>
                            </m:ctrlPr>
                          </m:sSubPr>
                          <m:e>
                            <m:r>
                              <a:rPr lang="en-US" sz="2800" i="1">
                                <a:latin typeface="Cambria Math" panose="02040503050406030204" pitchFamily="18" charset="0"/>
                              </a:rPr>
                              <m:t>𝑥</m:t>
                            </m:r>
                          </m:e>
                          <m:sub>
                            <m:r>
                              <a:rPr lang="en-US" sz="2800" i="1">
                                <a:latin typeface="Cambria Math" panose="02040503050406030204" pitchFamily="18" charset="0"/>
                              </a:rPr>
                              <m:t>𝑛</m:t>
                            </m:r>
                          </m:sub>
                        </m:sSub>
                      </m:e>
                    </m:d>
                  </m:oMath>
                </a14:m>
                <a:r>
                  <a:rPr lang="en-US" sz="2800" dirty="0"/>
                  <a:t>, the count of how many times Prior-Sample produces event </a:t>
                </a:r>
                <a14:m>
                  <m:oMath xmlns:m="http://schemas.openxmlformats.org/officeDocument/2006/math">
                    <m:d>
                      <m:dPr>
                        <m:ctrlPr>
                          <a:rPr lang="en-US" sz="2800" b="0" i="1" smtClean="0">
                            <a:latin typeface="Cambria Math" panose="02040503050406030204" pitchFamily="18" charset="0"/>
                          </a:rPr>
                        </m:ctrlPr>
                      </m:dPr>
                      <m:e>
                        <m:sSub>
                          <m:sSubPr>
                            <m:ctrlPr>
                              <a:rPr lang="en-US" sz="2800" b="0" i="1" smtClean="0">
                                <a:latin typeface="Cambria Math" panose="02040503050406030204" pitchFamily="18" charset="0"/>
                              </a:rPr>
                            </m:ctrlPr>
                          </m:sSubPr>
                          <m:e>
                            <m:r>
                              <a:rPr lang="en-US" sz="2800" b="0" i="1" smtClean="0">
                                <a:latin typeface="Cambria Math" panose="02040503050406030204" pitchFamily="18" charset="0"/>
                              </a:rPr>
                              <m:t>𝑥</m:t>
                            </m:r>
                          </m:e>
                          <m:sub>
                            <m:r>
                              <a:rPr lang="en-US" sz="2800" b="0" i="1" smtClean="0">
                                <a:latin typeface="Cambria Math" panose="02040503050406030204" pitchFamily="18" charset="0"/>
                              </a:rPr>
                              <m:t>1</m:t>
                            </m:r>
                          </m:sub>
                        </m:sSub>
                        <m:r>
                          <a:rPr lang="en-US" sz="2800" b="0" i="1" smtClean="0">
                            <a:latin typeface="Cambria Math" panose="02040503050406030204" pitchFamily="18" charset="0"/>
                          </a:rPr>
                          <m:t>,</m:t>
                        </m:r>
                        <m:sSub>
                          <m:sSubPr>
                            <m:ctrlPr>
                              <a:rPr lang="en-US" sz="2800" b="0" i="1" smtClean="0">
                                <a:latin typeface="Cambria Math" panose="02040503050406030204" pitchFamily="18" charset="0"/>
                              </a:rPr>
                            </m:ctrlPr>
                          </m:sSubPr>
                          <m:e>
                            <m:r>
                              <a:rPr lang="en-US" sz="2800" b="0" i="1" smtClean="0">
                                <a:latin typeface="Cambria Math" panose="02040503050406030204" pitchFamily="18" charset="0"/>
                              </a:rPr>
                              <m:t>𝑥</m:t>
                            </m:r>
                          </m:e>
                          <m:sub>
                            <m:r>
                              <a:rPr lang="en-US" sz="2800" b="0" i="1" smtClean="0">
                                <a:latin typeface="Cambria Math" panose="02040503050406030204" pitchFamily="18" charset="0"/>
                              </a:rPr>
                              <m:t>2</m:t>
                            </m:r>
                          </m:sub>
                        </m:sSub>
                        <m:r>
                          <a:rPr lang="en-US" sz="2800" b="0" i="1" smtClean="0">
                            <a:latin typeface="Cambria Math" panose="02040503050406030204" pitchFamily="18" charset="0"/>
                          </a:rPr>
                          <m:t>,…,</m:t>
                        </m:r>
                        <m:sSub>
                          <m:sSubPr>
                            <m:ctrlPr>
                              <a:rPr lang="en-US" sz="2800" b="0" i="1" smtClean="0">
                                <a:latin typeface="Cambria Math" panose="02040503050406030204" pitchFamily="18" charset="0"/>
                              </a:rPr>
                            </m:ctrlPr>
                          </m:sSubPr>
                          <m:e>
                            <m:r>
                              <a:rPr lang="en-US" sz="2800" b="0" i="1" smtClean="0">
                                <a:latin typeface="Cambria Math" panose="02040503050406030204" pitchFamily="18" charset="0"/>
                              </a:rPr>
                              <m:t>𝑥</m:t>
                            </m:r>
                          </m:e>
                          <m:sub>
                            <m:r>
                              <a:rPr lang="en-US" sz="2800" b="0" i="1" smtClean="0">
                                <a:latin typeface="Cambria Math" panose="02040503050406030204" pitchFamily="18" charset="0"/>
                              </a:rPr>
                              <m:t>𝑛</m:t>
                            </m:r>
                          </m:sub>
                        </m:sSub>
                      </m:e>
                    </m:d>
                  </m:oMath>
                </a14:m>
                <a:r>
                  <a:rPr lang="en-US" sz="2800" dirty="0"/>
                  <a:t>.</a:t>
                </a:r>
              </a:p>
              <a:p>
                <a:pPr marL="0" indent="0">
                  <a:buNone/>
                </a:pPr>
                <a:endParaRPr lang="en-US" sz="2800" dirty="0"/>
              </a:p>
              <a:p>
                <a:pPr marL="0" indent="0" algn="ctr">
                  <a:buNone/>
                </a:pPr>
                <a14:m>
                  <m:oMathPara xmlns:m="http://schemas.openxmlformats.org/officeDocument/2006/math">
                    <m:oMathParaPr>
                      <m:jc m:val="centerGroup"/>
                    </m:oMathParaPr>
                    <m:oMath xmlns:m="http://schemas.openxmlformats.org/officeDocument/2006/math">
                      <m:acc>
                        <m:accPr>
                          <m:chr m:val="̂"/>
                          <m:ctrlPr>
                            <a:rPr lang="en-US" sz="2800" b="0" i="1" smtClean="0">
                              <a:latin typeface="Cambria Math" panose="02040503050406030204" pitchFamily="18" charset="0"/>
                            </a:rPr>
                          </m:ctrlPr>
                        </m:accPr>
                        <m:e>
                          <m:r>
                            <a:rPr lang="en-US" sz="2800" b="0" i="1" smtClean="0">
                              <a:latin typeface="Cambria Math" panose="02040503050406030204" pitchFamily="18" charset="0"/>
                            </a:rPr>
                            <m:t>𝑃</m:t>
                          </m:r>
                        </m:e>
                      </m:acc>
                      <m:d>
                        <m:dPr>
                          <m:ctrlPr>
                            <a:rPr lang="en-US" sz="2800" b="0" i="1" smtClean="0">
                              <a:latin typeface="Cambria Math" panose="02040503050406030204" pitchFamily="18" charset="0"/>
                            </a:rPr>
                          </m:ctrlPr>
                        </m:dPr>
                        <m:e>
                          <m:sSub>
                            <m:sSubPr>
                              <m:ctrlPr>
                                <a:rPr lang="en-US" sz="2800" b="0" i="1" smtClean="0">
                                  <a:latin typeface="Cambria Math" panose="02040503050406030204" pitchFamily="18" charset="0"/>
                                </a:rPr>
                              </m:ctrlPr>
                            </m:sSubPr>
                            <m:e>
                              <m:r>
                                <a:rPr lang="en-US" sz="2800" b="0" i="1" smtClean="0">
                                  <a:latin typeface="Cambria Math" panose="02040503050406030204" pitchFamily="18" charset="0"/>
                                </a:rPr>
                                <m:t>𝑥</m:t>
                              </m:r>
                            </m:e>
                            <m:sub>
                              <m:r>
                                <a:rPr lang="en-US" sz="2800" b="0" i="1" smtClean="0">
                                  <a:latin typeface="Cambria Math" panose="02040503050406030204" pitchFamily="18" charset="0"/>
                                </a:rPr>
                                <m:t>1</m:t>
                              </m:r>
                            </m:sub>
                          </m:sSub>
                          <m:r>
                            <a:rPr lang="en-US" sz="2800" b="0" i="1" smtClean="0">
                              <a:latin typeface="Cambria Math" panose="02040503050406030204" pitchFamily="18" charset="0"/>
                            </a:rPr>
                            <m:t>,</m:t>
                          </m:r>
                          <m:sSub>
                            <m:sSubPr>
                              <m:ctrlPr>
                                <a:rPr lang="en-US" sz="2800" b="0" i="1" smtClean="0">
                                  <a:latin typeface="Cambria Math" panose="02040503050406030204" pitchFamily="18" charset="0"/>
                                </a:rPr>
                              </m:ctrlPr>
                            </m:sSubPr>
                            <m:e>
                              <m:r>
                                <a:rPr lang="en-US" sz="2800" b="0" i="1" smtClean="0">
                                  <a:latin typeface="Cambria Math" panose="02040503050406030204" pitchFamily="18" charset="0"/>
                                </a:rPr>
                                <m:t>𝑥</m:t>
                              </m:r>
                            </m:e>
                            <m:sub>
                              <m:r>
                                <a:rPr lang="en-US" sz="2800" b="0" i="1" smtClean="0">
                                  <a:latin typeface="Cambria Math" panose="02040503050406030204" pitchFamily="18" charset="0"/>
                                </a:rPr>
                                <m:t>2</m:t>
                              </m:r>
                            </m:sub>
                          </m:sSub>
                          <m:r>
                            <a:rPr lang="en-US" sz="2800" b="0" i="1" smtClean="0">
                              <a:latin typeface="Cambria Math" panose="02040503050406030204" pitchFamily="18" charset="0"/>
                            </a:rPr>
                            <m:t>,…,</m:t>
                          </m:r>
                          <m:sSub>
                            <m:sSubPr>
                              <m:ctrlPr>
                                <a:rPr lang="en-US" sz="2800" b="0" i="1" smtClean="0">
                                  <a:latin typeface="Cambria Math" panose="02040503050406030204" pitchFamily="18" charset="0"/>
                                </a:rPr>
                              </m:ctrlPr>
                            </m:sSubPr>
                            <m:e>
                              <m:r>
                                <a:rPr lang="en-US" sz="2800" b="0" i="1" smtClean="0">
                                  <a:latin typeface="Cambria Math" panose="02040503050406030204" pitchFamily="18" charset="0"/>
                                </a:rPr>
                                <m:t>𝑥</m:t>
                              </m:r>
                            </m:e>
                            <m:sub>
                              <m:r>
                                <a:rPr lang="en-US" sz="2800" b="0" i="1" smtClean="0">
                                  <a:latin typeface="Cambria Math" panose="02040503050406030204" pitchFamily="18" charset="0"/>
                                </a:rPr>
                                <m:t>𝑛</m:t>
                              </m:r>
                            </m:sub>
                          </m:sSub>
                        </m:e>
                      </m:d>
                      <m:r>
                        <a:rPr lang="en-US" sz="2800" b="0" i="1" smtClean="0">
                          <a:latin typeface="Cambria Math" panose="02040503050406030204" pitchFamily="18" charset="0"/>
                        </a:rPr>
                        <m:t>=</m:t>
                      </m:r>
                      <m:f>
                        <m:fPr>
                          <m:ctrlPr>
                            <a:rPr lang="en-US" sz="2800" b="0" i="1" smtClean="0">
                              <a:latin typeface="Cambria Math" panose="02040503050406030204" pitchFamily="18" charset="0"/>
                            </a:rPr>
                          </m:ctrlPr>
                        </m:fPr>
                        <m:num>
                          <m:sSub>
                            <m:sSubPr>
                              <m:ctrlPr>
                                <a:rPr lang="en-US" sz="2800" i="1">
                                  <a:latin typeface="Cambria Math" panose="02040503050406030204" pitchFamily="18" charset="0"/>
                                </a:rPr>
                              </m:ctrlPr>
                            </m:sSubPr>
                            <m:e>
                              <m:r>
                                <a:rPr lang="en-US" sz="2800" i="1">
                                  <a:latin typeface="Cambria Math" panose="02040503050406030204" pitchFamily="18" charset="0"/>
                                </a:rPr>
                                <m:t>𝑁</m:t>
                              </m:r>
                            </m:e>
                            <m:sub>
                              <m:r>
                                <a:rPr lang="en-US" sz="2800" i="1">
                                  <a:latin typeface="Cambria Math" panose="02040503050406030204" pitchFamily="18" charset="0"/>
                                </a:rPr>
                                <m:t>𝑃𝑆</m:t>
                              </m:r>
                            </m:sub>
                          </m:sSub>
                          <m:r>
                            <a:rPr lang="en-US" sz="2800" i="1">
                              <a:latin typeface="Cambria Math" panose="02040503050406030204" pitchFamily="18" charset="0"/>
                            </a:rPr>
                            <m:t>(</m:t>
                          </m:r>
                          <m:sSub>
                            <m:sSubPr>
                              <m:ctrlPr>
                                <a:rPr lang="en-US" sz="2800" i="1">
                                  <a:latin typeface="Cambria Math" panose="02040503050406030204" pitchFamily="18" charset="0"/>
                                </a:rPr>
                              </m:ctrlPr>
                            </m:sSubPr>
                            <m:e>
                              <m:r>
                                <a:rPr lang="en-US" sz="2800" i="1">
                                  <a:latin typeface="Cambria Math" panose="02040503050406030204" pitchFamily="18" charset="0"/>
                                </a:rPr>
                                <m:t>𝑥</m:t>
                              </m:r>
                            </m:e>
                            <m:sub>
                              <m:r>
                                <a:rPr lang="en-US" sz="2800" i="1">
                                  <a:latin typeface="Cambria Math" panose="02040503050406030204" pitchFamily="18" charset="0"/>
                                </a:rPr>
                                <m:t>1</m:t>
                              </m:r>
                            </m:sub>
                          </m:sSub>
                          <m:r>
                            <a:rPr lang="en-US" sz="2800" i="1">
                              <a:latin typeface="Cambria Math" panose="02040503050406030204" pitchFamily="18" charset="0"/>
                            </a:rPr>
                            <m:t>,</m:t>
                          </m:r>
                          <m:sSub>
                            <m:sSubPr>
                              <m:ctrlPr>
                                <a:rPr lang="en-US" sz="2800" i="1">
                                  <a:latin typeface="Cambria Math" panose="02040503050406030204" pitchFamily="18" charset="0"/>
                                </a:rPr>
                              </m:ctrlPr>
                            </m:sSubPr>
                            <m:e>
                              <m:r>
                                <a:rPr lang="en-US" sz="2800" i="1">
                                  <a:latin typeface="Cambria Math" panose="02040503050406030204" pitchFamily="18" charset="0"/>
                                </a:rPr>
                                <m:t>𝑥</m:t>
                              </m:r>
                            </m:e>
                            <m:sub>
                              <m:r>
                                <a:rPr lang="en-US" sz="2800" i="1">
                                  <a:latin typeface="Cambria Math" panose="02040503050406030204" pitchFamily="18" charset="0"/>
                                </a:rPr>
                                <m:t>2</m:t>
                              </m:r>
                            </m:sub>
                          </m:sSub>
                          <m:r>
                            <a:rPr lang="en-US" sz="2800" i="1">
                              <a:latin typeface="Cambria Math" panose="02040503050406030204" pitchFamily="18" charset="0"/>
                            </a:rPr>
                            <m:t>,…,</m:t>
                          </m:r>
                          <m:sSub>
                            <m:sSubPr>
                              <m:ctrlPr>
                                <a:rPr lang="en-US" sz="2800" i="1">
                                  <a:latin typeface="Cambria Math" panose="02040503050406030204" pitchFamily="18" charset="0"/>
                                </a:rPr>
                              </m:ctrlPr>
                            </m:sSubPr>
                            <m:e>
                              <m:r>
                                <a:rPr lang="en-US" sz="2800" i="1">
                                  <a:latin typeface="Cambria Math" panose="02040503050406030204" pitchFamily="18" charset="0"/>
                                </a:rPr>
                                <m:t>𝑥</m:t>
                              </m:r>
                            </m:e>
                            <m:sub>
                              <m:r>
                                <a:rPr lang="en-US" sz="2800" i="1">
                                  <a:latin typeface="Cambria Math" panose="02040503050406030204" pitchFamily="18" charset="0"/>
                                </a:rPr>
                                <m:t>𝑛</m:t>
                              </m:r>
                            </m:sub>
                          </m:sSub>
                          <m:r>
                            <a:rPr lang="en-US" sz="2800" i="1">
                              <a:latin typeface="Cambria Math" panose="02040503050406030204" pitchFamily="18" charset="0"/>
                            </a:rPr>
                            <m:t>)</m:t>
                          </m:r>
                        </m:num>
                        <m:den>
                          <m:r>
                            <a:rPr lang="en-US" sz="2800" b="0" i="1" smtClean="0">
                              <a:latin typeface="Cambria Math" panose="02040503050406030204" pitchFamily="18" charset="0"/>
                            </a:rPr>
                            <m:t>𝑁</m:t>
                          </m:r>
                        </m:den>
                      </m:f>
                    </m:oMath>
                  </m:oMathPara>
                </a14:m>
                <a:endParaRPr lang="en-US" sz="2800" dirty="0"/>
              </a:p>
              <a:p>
                <a:endParaRPr lang="en-US" sz="2800" dirty="0"/>
              </a:p>
              <a:p>
                <a:pPr marL="0" indent="0">
                  <a:buNone/>
                </a:pPr>
                <a:r>
                  <a:rPr lang="en-US" sz="2800" b="1" dirty="0"/>
                  <a:t>Marginal Probability Distributions</a:t>
                </a:r>
              </a:p>
              <a:p>
                <a:pPr marL="0" indent="0">
                  <a:buNone/>
                </a:pPr>
                <a:r>
                  <a:rPr lang="en-US" sz="2800" dirty="0"/>
                  <a:t>The marginal probability of a partially specified event (some </a:t>
                </a:r>
                <a14:m>
                  <m:oMath xmlns:m="http://schemas.openxmlformats.org/officeDocument/2006/math">
                    <m:r>
                      <a:rPr lang="en-US" sz="2800" i="1" dirty="0" smtClean="0">
                        <a:latin typeface="Cambria Math" panose="02040503050406030204" pitchFamily="18" charset="0"/>
                      </a:rPr>
                      <m:t>𝑥</m:t>
                    </m:r>
                  </m:oMath>
                </a14:m>
                <a:r>
                  <a:rPr lang="en-US" sz="2800" dirty="0"/>
                  <a:t> values are known) can also be calculated using the same samples. E.g.,</a:t>
                </a:r>
              </a:p>
              <a:p>
                <a:pPr marL="0" indent="0">
                  <a:buNone/>
                </a:pPr>
                <a:endParaRPr lang="en-US" sz="2800" b="0" i="1" dirty="0">
                  <a:latin typeface="Cambria Math" panose="02040503050406030204" pitchFamily="18" charset="0"/>
                </a:endParaRPr>
              </a:p>
              <a:p>
                <a:pPr marL="0" indent="0" algn="ctr">
                  <a:buNone/>
                </a:pPr>
                <a14:m>
                  <m:oMathPara xmlns:m="http://schemas.openxmlformats.org/officeDocument/2006/math">
                    <m:oMathParaPr>
                      <m:jc m:val="centerGroup"/>
                    </m:oMathParaPr>
                    <m:oMath xmlns:m="http://schemas.openxmlformats.org/officeDocument/2006/math">
                      <m:acc>
                        <m:accPr>
                          <m:chr m:val="̂"/>
                          <m:ctrlPr>
                            <a:rPr lang="en-US" sz="2800" b="0" i="1" smtClean="0">
                              <a:latin typeface="Cambria Math" panose="02040503050406030204" pitchFamily="18" charset="0"/>
                            </a:rPr>
                          </m:ctrlPr>
                        </m:accPr>
                        <m:e>
                          <m:r>
                            <a:rPr lang="en-US" sz="2800" b="0" i="1" smtClean="0">
                              <a:latin typeface="Cambria Math" panose="02040503050406030204" pitchFamily="18" charset="0"/>
                            </a:rPr>
                            <m:t>𝑃</m:t>
                          </m:r>
                        </m:e>
                      </m:acc>
                      <m:d>
                        <m:dPr>
                          <m:ctrlPr>
                            <a:rPr lang="en-US" sz="2800" b="0" i="1" smtClean="0">
                              <a:latin typeface="Cambria Math" panose="02040503050406030204" pitchFamily="18" charset="0"/>
                            </a:rPr>
                          </m:ctrlPr>
                        </m:dPr>
                        <m:e>
                          <m:sSub>
                            <m:sSubPr>
                              <m:ctrlPr>
                                <a:rPr lang="en-US" sz="2800" b="0" i="1" smtClean="0">
                                  <a:latin typeface="Cambria Math" panose="02040503050406030204" pitchFamily="18" charset="0"/>
                                </a:rPr>
                              </m:ctrlPr>
                            </m:sSubPr>
                            <m:e>
                              <m:r>
                                <a:rPr lang="en-US" sz="2800" b="0" i="1" smtClean="0">
                                  <a:latin typeface="Cambria Math" panose="02040503050406030204" pitchFamily="18" charset="0"/>
                                </a:rPr>
                                <m:t>𝑥</m:t>
                              </m:r>
                            </m:e>
                            <m:sub>
                              <m:r>
                                <a:rPr lang="en-US" sz="2800" b="0" i="1" smtClean="0">
                                  <a:latin typeface="Cambria Math" panose="02040503050406030204" pitchFamily="18" charset="0"/>
                                </a:rPr>
                                <m:t>1</m:t>
                              </m:r>
                            </m:sub>
                          </m:sSub>
                        </m:e>
                      </m:d>
                      <m:r>
                        <a:rPr lang="en-US" sz="2800" b="0" i="1" smtClean="0">
                          <a:latin typeface="Cambria Math" panose="02040503050406030204" pitchFamily="18" charset="0"/>
                        </a:rPr>
                        <m:t>=</m:t>
                      </m:r>
                      <m:f>
                        <m:fPr>
                          <m:ctrlPr>
                            <a:rPr lang="en-US" sz="2800" b="0" i="1" smtClean="0">
                              <a:latin typeface="Cambria Math" panose="02040503050406030204" pitchFamily="18" charset="0"/>
                            </a:rPr>
                          </m:ctrlPr>
                        </m:fPr>
                        <m:num>
                          <m:sSub>
                            <m:sSubPr>
                              <m:ctrlPr>
                                <a:rPr lang="en-US" sz="2800" i="1">
                                  <a:latin typeface="Cambria Math" panose="02040503050406030204" pitchFamily="18" charset="0"/>
                                </a:rPr>
                              </m:ctrlPr>
                            </m:sSubPr>
                            <m:e>
                              <m:r>
                                <a:rPr lang="en-US" sz="2800" i="1">
                                  <a:latin typeface="Cambria Math" panose="02040503050406030204" pitchFamily="18" charset="0"/>
                                </a:rPr>
                                <m:t>𝑁</m:t>
                              </m:r>
                            </m:e>
                            <m:sub>
                              <m:r>
                                <a:rPr lang="en-US" sz="2800" i="1">
                                  <a:latin typeface="Cambria Math" panose="02040503050406030204" pitchFamily="18" charset="0"/>
                                </a:rPr>
                                <m:t>𝑃𝑆</m:t>
                              </m:r>
                            </m:sub>
                          </m:sSub>
                          <m:r>
                            <a:rPr lang="en-US" sz="2800" i="1">
                              <a:latin typeface="Cambria Math" panose="02040503050406030204" pitchFamily="18" charset="0"/>
                            </a:rPr>
                            <m:t>(</m:t>
                          </m:r>
                          <m:sSub>
                            <m:sSubPr>
                              <m:ctrlPr>
                                <a:rPr lang="en-US" sz="2800" i="1">
                                  <a:latin typeface="Cambria Math" panose="02040503050406030204" pitchFamily="18" charset="0"/>
                                </a:rPr>
                              </m:ctrlPr>
                            </m:sSubPr>
                            <m:e>
                              <m:r>
                                <a:rPr lang="en-US" sz="2800" i="1">
                                  <a:latin typeface="Cambria Math" panose="02040503050406030204" pitchFamily="18" charset="0"/>
                                </a:rPr>
                                <m:t>𝑥</m:t>
                              </m:r>
                            </m:e>
                            <m:sub>
                              <m:r>
                                <a:rPr lang="en-US" sz="2800" i="1">
                                  <a:latin typeface="Cambria Math" panose="02040503050406030204" pitchFamily="18" charset="0"/>
                                </a:rPr>
                                <m:t>1</m:t>
                              </m:r>
                            </m:sub>
                          </m:sSub>
                          <m:r>
                            <a:rPr lang="en-US" sz="2800" i="1">
                              <a:latin typeface="Cambria Math" panose="02040503050406030204" pitchFamily="18" charset="0"/>
                            </a:rPr>
                            <m:t>)</m:t>
                          </m:r>
                        </m:num>
                        <m:den>
                          <m:r>
                            <a:rPr lang="en-US" sz="2800" b="0" i="1" smtClean="0">
                              <a:latin typeface="Cambria Math" panose="02040503050406030204" pitchFamily="18" charset="0"/>
                            </a:rPr>
                            <m:t>𝑁</m:t>
                          </m:r>
                        </m:den>
                      </m:f>
                    </m:oMath>
                  </m:oMathPara>
                </a14:m>
                <a:endParaRPr lang="en-US" sz="2800" dirty="0"/>
              </a:p>
              <a:p>
                <a:pPr marL="0" indent="0">
                  <a:buNone/>
                </a:pPr>
                <a:endParaRPr lang="en-US" sz="2800" dirty="0"/>
              </a:p>
              <a:p>
                <a:pPr marL="0" indent="0">
                  <a:buNone/>
                </a:pPr>
                <a:endParaRPr lang="en-US" sz="2800" dirty="0"/>
              </a:p>
            </p:txBody>
          </p:sp>
        </mc:Choice>
        <mc:Fallback xmlns="">
          <p:sp>
            <p:nvSpPr>
              <p:cNvPr id="3" name="Content Placeholder 2"/>
              <p:cNvSpPr>
                <a:spLocks noGrp="1" noRot="1" noChangeAspect="1" noMove="1" noResize="1" noEditPoints="1" noAdjustHandles="1" noChangeArrowheads="1" noChangeShapeType="1" noTextEdit="1"/>
              </p:cNvSpPr>
              <p:nvPr>
                <p:ph idx="1"/>
              </p:nvPr>
            </p:nvSpPr>
            <p:spPr>
              <a:xfrm>
                <a:off x="628650" y="2133600"/>
                <a:ext cx="7886700" cy="3657600"/>
              </a:xfrm>
              <a:blipFill>
                <a:blip r:embed="rId3"/>
                <a:stretch>
                  <a:fillRect l="-618" t="-2667"/>
                </a:stretch>
              </a:blipFill>
            </p:spPr>
            <p:txBody>
              <a:bodyPr/>
              <a:lstStyle/>
              <a:p>
                <a:r>
                  <a:rPr lang="en-US">
                    <a:noFill/>
                  </a:rPr>
                  <a:t> </a:t>
                </a:r>
              </a:p>
            </p:txBody>
          </p:sp>
        </mc:Fallback>
      </mc:AlternateContent>
    </p:spTree>
    <p:extLst>
      <p:ext uri="{BB962C8B-B14F-4D97-AF65-F5344CB8AC3E}">
        <p14:creationId xmlns:p14="http://schemas.microsoft.com/office/powerpoint/2010/main" val="622359429"/>
      </p:ext>
    </p:extLst>
  </p:cSld>
  <p:clrMapOvr>
    <a:masterClrMapping/>
  </p:clrMapOvr>
  <p:timing>
    <p:tnLst>
      <p:par>
        <p:cTn id="1" dur="indefinite" restart="never" nodeType="tmRoot">
          <p:childTnLst>
            <p:seq concurrent="1" nextAc="seek">
              <p:cTn id="2" dur="indefinite" nodeType="mainSeq">
                <p:childTnLst>
                  <p:par>
                    <p:cTn id="3" fill="hold">
                      <p:stCondLst>
                        <p:cond delay="indefinite"/>
                      </p:stCondLst>
                      <p:childTnLst>
                        <p:par>
                          <p:cTn id="4" fill="hold">
                            <p:stCondLst>
                              <p:cond delay="0"/>
                            </p:stCondLst>
                            <p:childTnLst>
                              <p:par>
                                <p:cTn id="5" presetID="1" presetClass="entr" presetSubtype="0" fill="hold" nodeType="clickEffect">
                                  <p:stCondLst>
                                    <p:cond delay="0"/>
                                  </p:stCondLst>
                                  <p:childTnLst>
                                    <p:set>
                                      <p:cBhvr>
                                        <p:cTn id="6" dur="1" fill="hold">
                                          <p:stCondLst>
                                            <p:cond delay="0"/>
                                          </p:stCondLst>
                                        </p:cTn>
                                        <p:tgtEl>
                                          <p:spTgt spid="3">
                                            <p:txEl>
                                              <p:pRg st="5" end="5"/>
                                            </p:txEl>
                                          </p:spTgt>
                                        </p:tgtEl>
                                        <p:attrNameLst>
                                          <p:attrName>style.visibility</p:attrName>
                                        </p:attrNameLst>
                                      </p:cBhvr>
                                      <p:to>
                                        <p:strVal val="visible"/>
                                      </p:to>
                                    </p:set>
                                  </p:childTnLst>
                                </p:cTn>
                              </p:par>
                              <p:par>
                                <p:cTn id="7" presetID="1" presetClass="entr" presetSubtype="0" fill="hold" nodeType="withEffect">
                                  <p:stCondLst>
                                    <p:cond delay="0"/>
                                  </p:stCondLst>
                                  <p:childTnLst>
                                    <p:set>
                                      <p:cBhvr>
                                        <p:cTn id="8" dur="1" fill="hold">
                                          <p:stCondLst>
                                            <p:cond delay="0"/>
                                          </p:stCondLst>
                                        </p:cTn>
                                        <p:tgtEl>
                                          <p:spTgt spid="3">
                                            <p:txEl>
                                              <p:pRg st="6" end="6"/>
                                            </p:txEl>
                                          </p:spTgt>
                                        </p:tgtEl>
                                        <p:attrNameLst>
                                          <p:attrName>style.visibility</p:attrName>
                                        </p:attrNameLst>
                                      </p:cBhvr>
                                      <p:to>
                                        <p:strVal val="visible"/>
                                      </p:to>
                                    </p:set>
                                  </p:childTnLst>
                                </p:cTn>
                              </p:par>
                              <p:par>
                                <p:cTn id="9" presetID="1" presetClass="entr" presetSubtype="0" fill="hold" nodeType="withEffect">
                                  <p:stCondLst>
                                    <p:cond delay="0"/>
                                  </p:stCondLst>
                                  <p:childTnLst>
                                    <p:set>
                                      <p:cBhvr>
                                        <p:cTn id="10" dur="1" fill="hold">
                                          <p:stCondLst>
                                            <p:cond delay="0"/>
                                          </p:stCondLst>
                                        </p:cTn>
                                        <p:tgtEl>
                                          <p:spTgt spid="3">
                                            <p:txEl>
                                              <p:pRg st="8" end="8"/>
                                            </p:txEl>
                                          </p:spTgt>
                                        </p:tgtEl>
                                        <p:attrNameLst>
                                          <p:attrName>style.visibility</p:attrName>
                                        </p:attrNameLst>
                                      </p:cBhvr>
                                      <p:to>
                                        <p:strVal val="visible"/>
                                      </p:to>
                                    </p:set>
                                  </p:childTnLst>
                                </p:cTn>
                              </p:par>
                            </p:childTnLst>
                          </p:cTn>
                        </p:par>
                      </p:childTnLst>
                    </p:cTn>
                  </p:par>
                </p:childTnLst>
              </p:cTn>
              <p:prevCondLst>
                <p:cond evt="onPrev" delay="0">
                  <p:tgtEl>
                    <p:sldTgt/>
                  </p:tgtEl>
                </p:cond>
              </p:prevCondLst>
              <p:nextCondLst>
                <p:cond evt="onNext" delay="0">
                  <p:tgtEl>
                    <p:sldTgt/>
                  </p:tgtEl>
                </p:cond>
              </p:nextCondLst>
            </p:seq>
          </p:childTnLst>
        </p:cTn>
      </p:par>
    </p:tnLst>
  </p:timing>
</p:sld>
</file>

<file path=ppt/slides/slide39.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Title 1"/>
          <p:cNvSpPr>
            <a:spLocks noGrp="1"/>
          </p:cNvSpPr>
          <p:nvPr>
            <p:ph type="title"/>
          </p:nvPr>
        </p:nvSpPr>
        <p:spPr/>
        <p:txBody>
          <a:bodyPr/>
          <a:lstStyle/>
          <a:p>
            <a:r>
              <a:rPr lang="en-US" dirty="0"/>
              <a:t>Estimating Conditional Probabilities: </a:t>
            </a:r>
            <a:br>
              <a:rPr lang="en-US" dirty="0"/>
            </a:br>
            <a:r>
              <a:rPr lang="en-US" b="1" dirty="0"/>
              <a:t>Rejection Sampling</a:t>
            </a:r>
          </a:p>
        </p:txBody>
      </p:sp>
      <mc:AlternateContent xmlns:mc="http://schemas.openxmlformats.org/markup-compatibility/2006" xmlns:a14="http://schemas.microsoft.com/office/drawing/2010/main">
        <mc:Choice Requires="a14">
          <p:sp>
            <p:nvSpPr>
              <p:cNvPr id="3" name="Content Placeholder 2"/>
              <p:cNvSpPr>
                <a:spLocks noGrp="1"/>
              </p:cNvSpPr>
              <p:nvPr>
                <p:ph idx="1"/>
              </p:nvPr>
            </p:nvSpPr>
            <p:spPr>
              <a:xfrm>
                <a:off x="628650" y="1825625"/>
                <a:ext cx="7886700" cy="3584575"/>
              </a:xfrm>
            </p:spPr>
            <p:txBody>
              <a:bodyPr>
                <a:normAutofit lnSpcReduction="10000"/>
              </a:bodyPr>
              <a:lstStyle/>
              <a:p>
                <a:pPr marL="0" indent="0">
                  <a:buNone/>
                </a:pPr>
                <a:r>
                  <a:rPr lang="en-US" dirty="0"/>
                  <a:t>Sample N times and </a:t>
                </a:r>
                <a:r>
                  <a:rPr lang="en-US" b="1" dirty="0">
                    <a:solidFill>
                      <a:srgbClr val="FF0000"/>
                    </a:solidFill>
                  </a:rPr>
                  <a:t>ignore the samples that are not consistent with the evidence e</a:t>
                </a:r>
                <a:r>
                  <a:rPr lang="en-US" dirty="0"/>
                  <a:t>.</a:t>
                </a:r>
              </a:p>
              <a:p>
                <a:pPr marL="0" indent="0">
                  <a:buNone/>
                </a:pPr>
                <a:endParaRPr lang="en-US" dirty="0"/>
              </a:p>
              <a:p>
                <a:pPr marL="0" indent="0">
                  <a:buNone/>
                </a:pPr>
                <a:endParaRPr lang="en-US" dirty="0"/>
              </a:p>
              <a:p>
                <a:pPr marL="0" indent="0" algn="ctr">
                  <a:buNone/>
                </a:pPr>
                <a14:m>
                  <m:oMathPara xmlns:m="http://schemas.openxmlformats.org/officeDocument/2006/math">
                    <m:oMathParaPr>
                      <m:jc m:val="centerGroup"/>
                    </m:oMathParaPr>
                    <m:oMath xmlns:m="http://schemas.openxmlformats.org/officeDocument/2006/math">
                      <m:acc>
                        <m:accPr>
                          <m:chr m:val="̂"/>
                          <m:ctrlPr>
                            <a:rPr lang="en-US" b="1" i="1">
                              <a:latin typeface="Cambria Math" panose="02040503050406030204" pitchFamily="18" charset="0"/>
                            </a:rPr>
                          </m:ctrlPr>
                        </m:accPr>
                        <m:e>
                          <m:r>
                            <a:rPr lang="en-US" b="1" i="1">
                              <a:latin typeface="Cambria Math" panose="02040503050406030204" pitchFamily="18" charset="0"/>
                            </a:rPr>
                            <m:t>𝑷</m:t>
                          </m:r>
                        </m:e>
                      </m:acc>
                      <m:d>
                        <m:dPr>
                          <m:ctrlPr>
                            <a:rPr lang="en-US" i="1">
                              <a:latin typeface="Cambria Math" panose="02040503050406030204" pitchFamily="18" charset="0"/>
                            </a:rPr>
                          </m:ctrlPr>
                        </m:dPr>
                        <m:e>
                          <m:r>
                            <a:rPr lang="en-US" i="1">
                              <a:latin typeface="Cambria Math" panose="02040503050406030204" pitchFamily="18" charset="0"/>
                            </a:rPr>
                            <m:t>𝑋</m:t>
                          </m:r>
                          <m:r>
                            <a:rPr lang="en-US" i="1">
                              <a:latin typeface="Cambria Math" panose="02040503050406030204" pitchFamily="18" charset="0"/>
                            </a:rPr>
                            <m:t>|</m:t>
                          </m:r>
                          <m:r>
                            <a:rPr lang="en-US" b="1" i="1">
                              <a:latin typeface="Cambria Math" panose="02040503050406030204" pitchFamily="18" charset="0"/>
                            </a:rPr>
                            <m:t>𝒆</m:t>
                          </m:r>
                        </m:e>
                      </m:d>
                      <m:r>
                        <a:rPr lang="en-US" i="1">
                          <a:latin typeface="Cambria Math" panose="02040503050406030204" pitchFamily="18" charset="0"/>
                        </a:rPr>
                        <m:t>=</m:t>
                      </m:r>
                      <m:f>
                        <m:fPr>
                          <m:ctrlPr>
                            <a:rPr lang="en-US" i="1">
                              <a:latin typeface="Cambria Math" panose="02040503050406030204" pitchFamily="18" charset="0"/>
                            </a:rPr>
                          </m:ctrlPr>
                        </m:fPr>
                        <m:num>
                          <m:sSub>
                            <m:sSubPr>
                              <m:ctrlPr>
                                <a:rPr lang="en-US" i="1">
                                  <a:latin typeface="Cambria Math" panose="02040503050406030204" pitchFamily="18" charset="0"/>
                                </a:rPr>
                              </m:ctrlPr>
                            </m:sSubPr>
                            <m:e>
                              <m:r>
                                <a:rPr lang="en-US" b="1" i="1">
                                  <a:latin typeface="Cambria Math" panose="02040503050406030204" pitchFamily="18" charset="0"/>
                                </a:rPr>
                                <m:t>𝑵</m:t>
                              </m:r>
                            </m:e>
                            <m:sub>
                              <m:r>
                                <a:rPr lang="en-US" i="1">
                                  <a:latin typeface="Cambria Math" panose="02040503050406030204" pitchFamily="18" charset="0"/>
                                </a:rPr>
                                <m:t>𝑃𝑆</m:t>
                              </m:r>
                            </m:sub>
                          </m:sSub>
                          <m:r>
                            <a:rPr lang="en-US" i="1">
                              <a:latin typeface="Cambria Math" panose="02040503050406030204" pitchFamily="18" charset="0"/>
                            </a:rPr>
                            <m:t>(</m:t>
                          </m:r>
                          <m:r>
                            <a:rPr lang="en-US" i="1">
                              <a:latin typeface="Cambria Math" panose="02040503050406030204" pitchFamily="18" charset="0"/>
                            </a:rPr>
                            <m:t>𝑋</m:t>
                          </m:r>
                          <m:r>
                            <a:rPr lang="en-US" i="1">
                              <a:latin typeface="Cambria Math" panose="02040503050406030204" pitchFamily="18" charset="0"/>
                            </a:rPr>
                            <m:t>,</m:t>
                          </m:r>
                          <m:r>
                            <a:rPr lang="en-US" b="1" i="1">
                              <a:latin typeface="Cambria Math" panose="02040503050406030204" pitchFamily="18" charset="0"/>
                            </a:rPr>
                            <m:t>𝒆</m:t>
                          </m:r>
                          <m:r>
                            <a:rPr lang="en-US" i="1">
                              <a:latin typeface="Cambria Math" panose="02040503050406030204" pitchFamily="18" charset="0"/>
                            </a:rPr>
                            <m:t>)</m:t>
                          </m:r>
                        </m:num>
                        <m:den>
                          <m:sSub>
                            <m:sSubPr>
                              <m:ctrlPr>
                                <a:rPr lang="en-US" i="1">
                                  <a:latin typeface="Cambria Math" panose="02040503050406030204" pitchFamily="18" charset="0"/>
                                </a:rPr>
                              </m:ctrlPr>
                            </m:sSubPr>
                            <m:e>
                              <m:r>
                                <a:rPr lang="en-US" i="1">
                                  <a:latin typeface="Cambria Math" panose="02040503050406030204" pitchFamily="18" charset="0"/>
                                </a:rPr>
                                <m:t>𝑁</m:t>
                              </m:r>
                            </m:e>
                            <m:sub>
                              <m:r>
                                <a:rPr lang="en-US" i="1">
                                  <a:latin typeface="Cambria Math" panose="02040503050406030204" pitchFamily="18" charset="0"/>
                                </a:rPr>
                                <m:t>𝑃𝑆</m:t>
                              </m:r>
                            </m:sub>
                          </m:sSub>
                          <m:d>
                            <m:dPr>
                              <m:ctrlPr>
                                <a:rPr lang="en-US" i="1">
                                  <a:latin typeface="Cambria Math" panose="02040503050406030204" pitchFamily="18" charset="0"/>
                                </a:rPr>
                              </m:ctrlPr>
                            </m:dPr>
                            <m:e>
                              <m:r>
                                <a:rPr lang="en-US" b="1" i="1">
                                  <a:latin typeface="Cambria Math" panose="02040503050406030204" pitchFamily="18" charset="0"/>
                                </a:rPr>
                                <m:t>𝒆</m:t>
                              </m:r>
                            </m:e>
                          </m:d>
                        </m:den>
                      </m:f>
                      <m:r>
                        <a:rPr lang="en-US" i="1">
                          <a:latin typeface="Cambria Math" panose="02040503050406030204" pitchFamily="18" charset="0"/>
                        </a:rPr>
                        <m:t>=</m:t>
                      </m:r>
                      <m:r>
                        <a:rPr lang="en-US" i="1">
                          <a:latin typeface="Cambria Math" panose="02040503050406030204" pitchFamily="18" charset="0"/>
                        </a:rPr>
                        <m:t>𝛼</m:t>
                      </m:r>
                      <m:sSub>
                        <m:sSubPr>
                          <m:ctrlPr>
                            <a:rPr lang="en-US" i="1">
                              <a:latin typeface="Cambria Math" panose="02040503050406030204" pitchFamily="18" charset="0"/>
                            </a:rPr>
                          </m:ctrlPr>
                        </m:sSubPr>
                        <m:e>
                          <m:r>
                            <a:rPr lang="en-US" b="1" i="1">
                              <a:latin typeface="Cambria Math" panose="02040503050406030204" pitchFamily="18" charset="0"/>
                            </a:rPr>
                            <m:t>𝑵</m:t>
                          </m:r>
                        </m:e>
                        <m:sub>
                          <m:r>
                            <a:rPr lang="en-US" i="1">
                              <a:latin typeface="Cambria Math" panose="02040503050406030204" pitchFamily="18" charset="0"/>
                            </a:rPr>
                            <m:t>𝑃𝑆</m:t>
                          </m:r>
                        </m:sub>
                      </m:sSub>
                      <m:d>
                        <m:dPr>
                          <m:ctrlPr>
                            <a:rPr lang="en-US" i="1">
                              <a:latin typeface="Cambria Math" panose="02040503050406030204" pitchFamily="18" charset="0"/>
                            </a:rPr>
                          </m:ctrlPr>
                        </m:dPr>
                        <m:e>
                          <m:r>
                            <a:rPr lang="en-US" i="1">
                              <a:latin typeface="Cambria Math" panose="02040503050406030204" pitchFamily="18" charset="0"/>
                            </a:rPr>
                            <m:t>𝑋</m:t>
                          </m:r>
                          <m:r>
                            <a:rPr lang="en-US" i="1">
                              <a:latin typeface="Cambria Math" panose="02040503050406030204" pitchFamily="18" charset="0"/>
                            </a:rPr>
                            <m:t>,</m:t>
                          </m:r>
                          <m:r>
                            <a:rPr lang="en-US" b="1" i="1">
                              <a:latin typeface="Cambria Math" panose="02040503050406030204" pitchFamily="18" charset="0"/>
                            </a:rPr>
                            <m:t>𝒆</m:t>
                          </m:r>
                        </m:e>
                      </m:d>
                    </m:oMath>
                  </m:oMathPara>
                </a14:m>
                <a:endParaRPr lang="en-US" dirty="0"/>
              </a:p>
              <a:p>
                <a:endParaRPr lang="en-US" dirty="0"/>
              </a:p>
              <a:p>
                <a:pPr marL="0" indent="0">
                  <a:buNone/>
                </a:pPr>
                <a:r>
                  <a:rPr lang="en-US" b="1" dirty="0"/>
                  <a:t>Issue</a:t>
                </a:r>
                <a:r>
                  <a:rPr lang="en-US" dirty="0"/>
                  <a:t>: What if e is a rare event? </a:t>
                </a:r>
              </a:p>
              <a:p>
                <a:pPr lvl="1"/>
                <a:r>
                  <a:rPr lang="en-US" dirty="0"/>
                  <a:t>Example: burglary </a:t>
                </a:r>
                <a:r>
                  <a:rPr lang="en-US" dirty="0">
                    <a:sym typeface="Symbol"/>
                  </a:rPr>
                  <a:t> earthquake</a:t>
                </a:r>
              </a:p>
              <a:p>
                <a:pPr lvl="1"/>
                <a:r>
                  <a:rPr lang="en-US" dirty="0">
                    <a:sym typeface="Symbol"/>
                  </a:rPr>
                  <a:t>Rejection sampling ends up throwing away most of the samples. This is very inefficient!</a:t>
                </a:r>
                <a:endParaRPr lang="en-US" dirty="0"/>
              </a:p>
              <a:p>
                <a:endParaRPr lang="en-US" sz="2800" dirty="0"/>
              </a:p>
              <a:p>
                <a:pPr marL="0" indent="0">
                  <a:buNone/>
                </a:pPr>
                <a:endParaRPr lang="en-US" sz="2800" dirty="0"/>
              </a:p>
            </p:txBody>
          </p:sp>
        </mc:Choice>
        <mc:Fallback xmlns="">
          <p:sp>
            <p:nvSpPr>
              <p:cNvPr id="3" name="Content Placeholder 2"/>
              <p:cNvSpPr>
                <a:spLocks noGrp="1" noRot="1" noChangeAspect="1" noMove="1" noResize="1" noEditPoints="1" noAdjustHandles="1" noChangeArrowheads="1" noChangeShapeType="1" noTextEdit="1"/>
              </p:cNvSpPr>
              <p:nvPr>
                <p:ph idx="1"/>
              </p:nvPr>
            </p:nvSpPr>
            <p:spPr>
              <a:xfrm>
                <a:off x="628650" y="1825625"/>
                <a:ext cx="7886700" cy="3584575"/>
              </a:xfrm>
              <a:blipFill>
                <a:blip r:embed="rId3"/>
                <a:stretch>
                  <a:fillRect l="-927" t="-2547"/>
                </a:stretch>
              </a:blipFill>
            </p:spPr>
            <p:txBody>
              <a:bodyPr/>
              <a:lstStyle/>
              <a:p>
                <a:r>
                  <a:rPr lang="en-US">
                    <a:noFill/>
                  </a:rPr>
                  <a:t> </a:t>
                </a:r>
              </a:p>
            </p:txBody>
          </p:sp>
        </mc:Fallback>
      </mc:AlternateContent>
      <p:sp>
        <p:nvSpPr>
          <p:cNvPr id="4" name="Speech Bubble: Rectangle 3">
            <a:extLst>
              <a:ext uri="{FF2B5EF4-FFF2-40B4-BE49-F238E27FC236}">
                <a16:creationId xmlns:a16="http://schemas.microsoft.com/office/drawing/2014/main" id="{0A8F87A3-E058-CDDE-6C4A-C41616EB981E}"/>
              </a:ext>
            </a:extLst>
          </p:cNvPr>
          <p:cNvSpPr/>
          <p:nvPr/>
        </p:nvSpPr>
        <p:spPr>
          <a:xfrm>
            <a:off x="7010400" y="3886200"/>
            <a:ext cx="1219200" cy="457200"/>
          </a:xfrm>
          <a:prstGeom prst="wedgeRectCallout">
            <a:avLst>
              <a:gd name="adj1" fmla="val -183179"/>
              <a:gd name="adj2" fmla="val -126500"/>
            </a:avLst>
          </a:prstGeom>
        </p:spPr>
        <p:style>
          <a:lnRef idx="2">
            <a:schemeClr val="accent3">
              <a:shade val="15000"/>
            </a:schemeClr>
          </a:lnRef>
          <a:fillRef idx="1">
            <a:schemeClr val="accent3"/>
          </a:fillRef>
          <a:effectRef idx="0">
            <a:schemeClr val="accent3"/>
          </a:effectRef>
          <a:fontRef idx="minor">
            <a:schemeClr val="lt1"/>
          </a:fontRef>
        </p:style>
        <p:txBody>
          <a:bodyPr rtlCol="0" anchor="ctr"/>
          <a:lstStyle/>
          <a:p>
            <a:pPr algn="ctr"/>
            <a:r>
              <a:rPr lang="en-US" sz="1400" dirty="0"/>
              <a:t>Normalization trick</a:t>
            </a:r>
          </a:p>
        </p:txBody>
      </p:sp>
    </p:spTree>
    <p:extLst>
      <p:ext uri="{BB962C8B-B14F-4D97-AF65-F5344CB8AC3E}">
        <p14:creationId xmlns:p14="http://schemas.microsoft.com/office/powerpoint/2010/main" val="4109309758"/>
      </p:ext>
    </p:extLst>
  </p:cSld>
  <p:clrMapOvr>
    <a:masterClrMapping/>
  </p:clrMapOvr>
</p:sld>
</file>

<file path=ppt/slides/slide40.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Title 1">
            <a:extLst>
              <a:ext uri="{FF2B5EF4-FFF2-40B4-BE49-F238E27FC236}">
                <a16:creationId xmlns:a16="http://schemas.microsoft.com/office/drawing/2014/main" id="{26DC4C31-B302-4047-BF78-AE260AAD4E64}"/>
              </a:ext>
            </a:extLst>
          </p:cNvPr>
          <p:cNvSpPr>
            <a:spLocks noGrp="1"/>
          </p:cNvSpPr>
          <p:nvPr>
            <p:ph type="title"/>
          </p:nvPr>
        </p:nvSpPr>
        <p:spPr/>
        <p:txBody>
          <a:bodyPr/>
          <a:lstStyle/>
          <a:p>
            <a:r>
              <a:rPr lang="en-US" dirty="0"/>
              <a:t>Estimating Conditional Probabilities: </a:t>
            </a:r>
            <a:br>
              <a:rPr lang="en-US" dirty="0"/>
            </a:br>
            <a:r>
              <a:rPr lang="en-US" b="1" dirty="0"/>
              <a:t>Rejection Sampling</a:t>
            </a:r>
            <a:endParaRPr lang="en-US" dirty="0"/>
          </a:p>
        </p:txBody>
      </p:sp>
      <p:grpSp>
        <p:nvGrpSpPr>
          <p:cNvPr id="3" name="Group 2" descr="The rejection sampling algorithm.">
            <a:extLst>
              <a:ext uri="{FF2B5EF4-FFF2-40B4-BE49-F238E27FC236}">
                <a16:creationId xmlns:a16="http://schemas.microsoft.com/office/drawing/2014/main" id="{280CA5CE-FDE5-8614-50A9-2F77A3C6DD2E}"/>
              </a:ext>
            </a:extLst>
          </p:cNvPr>
          <p:cNvGrpSpPr/>
          <p:nvPr/>
        </p:nvGrpSpPr>
        <p:grpSpPr>
          <a:xfrm>
            <a:off x="609600" y="2286000"/>
            <a:ext cx="8108039" cy="3581400"/>
            <a:chOff x="609600" y="2286000"/>
            <a:chExt cx="8108039" cy="3581400"/>
          </a:xfrm>
        </p:grpSpPr>
        <p:pic>
          <p:nvPicPr>
            <p:cNvPr id="5" name="Picture 4">
              <a:extLst>
                <a:ext uri="{FF2B5EF4-FFF2-40B4-BE49-F238E27FC236}">
                  <a16:creationId xmlns:a16="http://schemas.microsoft.com/office/drawing/2014/main" id="{CA3F2DE7-172B-4006-9EC4-E503D3CE5422}"/>
                </a:ext>
              </a:extLst>
            </p:cNvPr>
            <p:cNvPicPr>
              <a:picLocks noChangeAspect="1"/>
            </p:cNvPicPr>
            <p:nvPr/>
          </p:nvPicPr>
          <p:blipFill>
            <a:blip r:embed="rId2"/>
            <a:stretch>
              <a:fillRect/>
            </a:stretch>
          </p:blipFill>
          <p:spPr>
            <a:xfrm>
              <a:off x="609600" y="2286000"/>
              <a:ext cx="8108039" cy="3581400"/>
            </a:xfrm>
            <a:prstGeom prst="rect">
              <a:avLst/>
            </a:prstGeom>
            <a:ln>
              <a:solidFill>
                <a:schemeClr val="accent2">
                  <a:lumMod val="60000"/>
                  <a:lumOff val="40000"/>
                </a:schemeClr>
              </a:solidFill>
            </a:ln>
          </p:spPr>
        </p:pic>
        <p:sp>
          <p:nvSpPr>
            <p:cNvPr id="6" name="Speech Bubble: Rectangle 5">
              <a:extLst>
                <a:ext uri="{FF2B5EF4-FFF2-40B4-BE49-F238E27FC236}">
                  <a16:creationId xmlns:a16="http://schemas.microsoft.com/office/drawing/2014/main" id="{0546FB74-12DC-40E7-B393-BC14F9F68FBA}"/>
                </a:ext>
              </a:extLst>
            </p:cNvPr>
            <p:cNvSpPr/>
            <p:nvPr/>
          </p:nvSpPr>
          <p:spPr>
            <a:xfrm>
              <a:off x="4800600" y="4267200"/>
              <a:ext cx="3124200" cy="762000"/>
            </a:xfrm>
            <a:prstGeom prst="wedgeRectCallout">
              <a:avLst>
                <a:gd name="adj1" fmla="val -68662"/>
                <a:gd name="adj2" fmla="val 46402"/>
              </a:avLst>
            </a:prstGeom>
          </p:spPr>
          <p:style>
            <a:lnRef idx="2">
              <a:schemeClr val="accent6">
                <a:shade val="50000"/>
              </a:schemeClr>
            </a:lnRef>
            <a:fillRef idx="1">
              <a:schemeClr val="accent6"/>
            </a:fillRef>
            <a:effectRef idx="0">
              <a:schemeClr val="accent6"/>
            </a:effectRef>
            <a:fontRef idx="minor">
              <a:schemeClr val="lt1"/>
            </a:fontRef>
          </p:style>
          <p:txBody>
            <a:bodyPr rtlCol="0" anchor="ctr"/>
            <a:lstStyle/>
            <a:p>
              <a:pPr algn="ctr"/>
              <a:r>
                <a:rPr lang="en-US" dirty="0"/>
                <a:t>We throw away many samples if e is rare!</a:t>
              </a:r>
            </a:p>
          </p:txBody>
        </p:sp>
      </p:grpSp>
    </p:spTree>
    <p:extLst>
      <p:ext uri="{BB962C8B-B14F-4D97-AF65-F5344CB8AC3E}">
        <p14:creationId xmlns:p14="http://schemas.microsoft.com/office/powerpoint/2010/main" val="3228235933"/>
      </p:ext>
    </p:extLst>
  </p:cSld>
  <p:clrMapOvr>
    <a:masterClrMapping/>
  </p:clrMapOvr>
</p:sld>
</file>

<file path=ppt/slides/slide41.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Title 1"/>
          <p:cNvSpPr>
            <a:spLocks noGrp="1"/>
          </p:cNvSpPr>
          <p:nvPr>
            <p:ph type="title"/>
          </p:nvPr>
        </p:nvSpPr>
        <p:spPr/>
        <p:txBody>
          <a:bodyPr/>
          <a:lstStyle/>
          <a:p>
            <a:r>
              <a:rPr lang="en-US" dirty="0"/>
              <a:t>Estimating Conditional Probabilities: </a:t>
            </a:r>
            <a:br>
              <a:rPr lang="en-US" dirty="0"/>
            </a:br>
            <a:r>
              <a:rPr lang="en-US" b="1" dirty="0"/>
              <a:t>Importance Sampling </a:t>
            </a:r>
            <a:r>
              <a:rPr lang="en-US" dirty="0"/>
              <a:t>(likelihood weighting)</a:t>
            </a:r>
          </a:p>
        </p:txBody>
      </p:sp>
      <mc:AlternateContent xmlns:mc="http://schemas.openxmlformats.org/markup-compatibility/2006" xmlns:a14="http://schemas.microsoft.com/office/drawing/2010/main">
        <mc:Choice Requires="a14">
          <p:sp>
            <p:nvSpPr>
              <p:cNvPr id="3" name="Content Placeholder 2"/>
              <p:cNvSpPr>
                <a:spLocks noGrp="1"/>
              </p:cNvSpPr>
              <p:nvPr>
                <p:ph idx="1"/>
              </p:nvPr>
            </p:nvSpPr>
            <p:spPr>
              <a:xfrm>
                <a:off x="628650" y="1825624"/>
                <a:ext cx="5086350" cy="4422775"/>
              </a:xfrm>
            </p:spPr>
            <p:txBody>
              <a:bodyPr>
                <a:normAutofit fontScale="62500" lnSpcReduction="20000"/>
              </a:bodyPr>
              <a:lstStyle/>
              <a:p>
                <a:pPr marL="0" indent="0">
                  <a:buNone/>
                </a:pPr>
                <a:r>
                  <a:rPr lang="en-US" sz="2400" b="1" dirty="0"/>
                  <a:t>Goal</a:t>
                </a:r>
                <a:r>
                  <a:rPr lang="en-US" sz="2400" dirty="0"/>
                  <a:t>: Avoid throwing out samples like in rejection sampling.</a:t>
                </a:r>
              </a:p>
              <a:p>
                <a:pPr marL="0" indent="0">
                  <a:buNone/>
                </a:pPr>
                <a:endParaRPr lang="en-US" sz="2400" dirty="0"/>
              </a:p>
              <a:p>
                <a:pPr marL="0" indent="0">
                  <a:buNone/>
                </a:pPr>
                <a:r>
                  <a:rPr lang="en-US" sz="2400" b="1" dirty="0">
                    <a:solidFill>
                      <a:srgbClr val="FF0000"/>
                    </a:solidFill>
                  </a:rPr>
                  <a:t>1. Fix the evidence </a:t>
                </a:r>
                <a14:m>
                  <m:oMath xmlns:m="http://schemas.openxmlformats.org/officeDocument/2006/math">
                    <m:r>
                      <a:rPr lang="en-US" sz="2400" b="1" i="1" dirty="0" smtClean="0">
                        <a:solidFill>
                          <a:srgbClr val="FF0000"/>
                        </a:solidFill>
                        <a:latin typeface="Cambria Math" panose="02040503050406030204" pitchFamily="18" charset="0"/>
                      </a:rPr>
                      <m:t>𝑬</m:t>
                    </m:r>
                    <m:r>
                      <a:rPr lang="en-US" sz="2400" b="1" i="1" dirty="0" smtClean="0">
                        <a:solidFill>
                          <a:srgbClr val="FF0000"/>
                        </a:solidFill>
                        <a:latin typeface="Cambria Math" panose="02040503050406030204" pitchFamily="18" charset="0"/>
                      </a:rPr>
                      <m:t> = </m:t>
                    </m:r>
                    <m:r>
                      <a:rPr lang="en-US" sz="2400" b="1" i="1" dirty="0" smtClean="0">
                        <a:solidFill>
                          <a:srgbClr val="FF0000"/>
                        </a:solidFill>
                        <a:latin typeface="Cambria Math" panose="02040503050406030204" pitchFamily="18" charset="0"/>
                      </a:rPr>
                      <m:t>𝒆</m:t>
                    </m:r>
                  </m:oMath>
                </a14:m>
                <a:r>
                  <a:rPr lang="en-US" sz="2400" b="1" dirty="0">
                    <a:solidFill>
                      <a:srgbClr val="FF0000"/>
                    </a:solidFill>
                  </a:rPr>
                  <a:t> </a:t>
                </a:r>
                <a:r>
                  <a:rPr lang="en-US" sz="2400" dirty="0"/>
                  <a:t>for sampling and estimate the probability for the non-evidence variables using prior-sampling. We call this probability </a:t>
                </a:r>
              </a:p>
              <a:p>
                <a:pPr marL="0" indent="0" algn="ctr">
                  <a:buNone/>
                </a:pPr>
                <a14:m>
                  <m:oMathPara xmlns:m="http://schemas.openxmlformats.org/officeDocument/2006/math">
                    <m:oMathParaPr>
                      <m:jc m:val="centerGroup"/>
                    </m:oMathParaPr>
                    <m:oMath xmlns:m="http://schemas.openxmlformats.org/officeDocument/2006/math">
                      <m:sSub>
                        <m:sSubPr>
                          <m:ctrlPr>
                            <a:rPr lang="en-US" sz="2400" b="0" i="1" smtClean="0">
                              <a:latin typeface="Cambria Math" panose="02040503050406030204" pitchFamily="18" charset="0"/>
                            </a:rPr>
                          </m:ctrlPr>
                        </m:sSubPr>
                        <m:e>
                          <m:r>
                            <a:rPr lang="en-US" sz="2400" b="0" i="1" smtClean="0">
                              <a:latin typeface="Cambria Math" panose="02040503050406030204" pitchFamily="18" charset="0"/>
                            </a:rPr>
                            <m:t>𝑄</m:t>
                          </m:r>
                        </m:e>
                        <m:sub>
                          <m:r>
                            <a:rPr lang="en-US" sz="2400" b="0" i="1" smtClean="0">
                              <a:latin typeface="Cambria Math" panose="02040503050406030204" pitchFamily="18" charset="0"/>
                            </a:rPr>
                            <m:t>𝑊𝑆</m:t>
                          </m:r>
                        </m:sub>
                      </m:sSub>
                      <m:r>
                        <a:rPr lang="en-US" sz="2400" b="0" i="1" smtClean="0">
                          <a:latin typeface="Cambria Math" panose="02040503050406030204" pitchFamily="18" charset="0"/>
                        </a:rPr>
                        <m:t>(</m:t>
                      </m:r>
                      <m:r>
                        <a:rPr lang="en-US" sz="2400" b="0" i="1" smtClean="0">
                          <a:latin typeface="Cambria Math" panose="02040503050406030204" pitchFamily="18" charset="0"/>
                        </a:rPr>
                        <m:t>𝑥</m:t>
                      </m:r>
                      <m:r>
                        <a:rPr lang="en-US" sz="2400" b="0" i="1" smtClean="0">
                          <a:latin typeface="Cambria Math" panose="02040503050406030204" pitchFamily="18" charset="0"/>
                        </a:rPr>
                        <m:t>)</m:t>
                      </m:r>
                    </m:oMath>
                  </m:oMathPara>
                </a14:m>
                <a:endParaRPr lang="en-US" sz="2400" dirty="0"/>
              </a:p>
              <a:p>
                <a:pPr marL="0" indent="0">
                  <a:buNone/>
                </a:pPr>
                <a:r>
                  <a:rPr lang="en-US" sz="2400" b="1" dirty="0"/>
                  <a:t>Note</a:t>
                </a:r>
                <a:r>
                  <a:rPr lang="en-US" sz="2400" dirty="0"/>
                  <a:t>: Fixing the evidence breaks the dependence between the evidence variable and the evidence parents!</a:t>
                </a:r>
              </a:p>
              <a:p>
                <a:pPr marL="0" indent="0">
                  <a:buNone/>
                </a:pPr>
                <a:endParaRPr lang="en-US" sz="2400" dirty="0"/>
              </a:p>
              <a:p>
                <a:pPr marL="0" indent="0">
                  <a:buNone/>
                </a:pPr>
                <a:r>
                  <a:rPr lang="en-US" sz="2400" b="1" dirty="0"/>
                  <a:t>2</a:t>
                </a:r>
                <a:r>
                  <a:rPr lang="en-US" sz="2400" dirty="0"/>
                  <a:t>. </a:t>
                </a:r>
                <a:r>
                  <a:rPr lang="en-US" sz="2400" b="1" dirty="0">
                    <a:solidFill>
                      <a:srgbClr val="FF0000"/>
                    </a:solidFill>
                  </a:rPr>
                  <a:t>Correct the probabilities </a:t>
                </a:r>
                <a:r>
                  <a:rPr lang="en-US" sz="2400" dirty="0"/>
                  <a:t>using weights</a:t>
                </a:r>
              </a:p>
              <a:p>
                <a:pPr marL="0" indent="0">
                  <a:buNone/>
                </a:pPr>
                <a14:m>
                  <m:oMathPara xmlns:m="http://schemas.openxmlformats.org/officeDocument/2006/math">
                    <m:oMathParaPr>
                      <m:jc m:val="centerGroup"/>
                    </m:oMathParaPr>
                    <m:oMath xmlns:m="http://schemas.openxmlformats.org/officeDocument/2006/math">
                      <m:r>
                        <a:rPr lang="en-US" sz="2400" b="0" i="1" smtClean="0">
                          <a:latin typeface="Cambria Math" panose="02040503050406030204" pitchFamily="18" charset="0"/>
                        </a:rPr>
                        <m:t>𝑃</m:t>
                      </m:r>
                      <m:d>
                        <m:dPr>
                          <m:ctrlPr>
                            <a:rPr lang="en-US" sz="2400" b="0" i="1" smtClean="0">
                              <a:latin typeface="Cambria Math" panose="02040503050406030204" pitchFamily="18" charset="0"/>
                            </a:rPr>
                          </m:ctrlPr>
                        </m:dPr>
                        <m:e>
                          <m:r>
                            <a:rPr lang="en-US" sz="2400" b="0" i="1" smtClean="0">
                              <a:latin typeface="Cambria Math" panose="02040503050406030204" pitchFamily="18" charset="0"/>
                            </a:rPr>
                            <m:t>𝑥</m:t>
                          </m:r>
                        </m:e>
                        <m:e>
                          <m:r>
                            <a:rPr lang="en-US" sz="2400" b="0" i="1" smtClean="0">
                              <a:latin typeface="Cambria Math" panose="02040503050406030204" pitchFamily="18" charset="0"/>
                            </a:rPr>
                            <m:t>𝑒</m:t>
                          </m:r>
                        </m:e>
                      </m:d>
                      <m:r>
                        <a:rPr lang="en-US" sz="2400" b="0" i="1" smtClean="0">
                          <a:latin typeface="Cambria Math" panose="02040503050406030204" pitchFamily="18" charset="0"/>
                        </a:rPr>
                        <m:t>=</m:t>
                      </m:r>
                      <m:r>
                        <a:rPr lang="en-US" sz="2400" b="0" i="1" smtClean="0">
                          <a:latin typeface="Cambria Math" panose="02040503050406030204" pitchFamily="18" charset="0"/>
                        </a:rPr>
                        <m:t>𝑤</m:t>
                      </m:r>
                      <m:d>
                        <m:dPr>
                          <m:ctrlPr>
                            <a:rPr lang="en-US" sz="2400" b="0" i="1" smtClean="0">
                              <a:latin typeface="Cambria Math" panose="02040503050406030204" pitchFamily="18" charset="0"/>
                            </a:rPr>
                          </m:ctrlPr>
                        </m:dPr>
                        <m:e>
                          <m:r>
                            <a:rPr lang="en-US" sz="2400" b="0" i="1" smtClean="0">
                              <a:latin typeface="Cambria Math" panose="02040503050406030204" pitchFamily="18" charset="0"/>
                            </a:rPr>
                            <m:t>𝑥</m:t>
                          </m:r>
                        </m:e>
                      </m:d>
                      <m:sSub>
                        <m:sSubPr>
                          <m:ctrlPr>
                            <a:rPr lang="en-US" sz="2400" b="0" i="1" smtClean="0">
                              <a:latin typeface="Cambria Math" panose="02040503050406030204" pitchFamily="18" charset="0"/>
                            </a:rPr>
                          </m:ctrlPr>
                        </m:sSubPr>
                        <m:e>
                          <m:r>
                            <a:rPr lang="en-US" sz="2400" b="0" i="1" smtClean="0">
                              <a:latin typeface="Cambria Math" panose="02040503050406030204" pitchFamily="18" charset="0"/>
                            </a:rPr>
                            <m:t>𝑄</m:t>
                          </m:r>
                        </m:e>
                        <m:sub>
                          <m:r>
                            <a:rPr lang="en-US" sz="2400" b="0" i="1" smtClean="0">
                              <a:latin typeface="Cambria Math" panose="02040503050406030204" pitchFamily="18" charset="0"/>
                            </a:rPr>
                            <m:t>𝑊𝑆</m:t>
                          </m:r>
                        </m:sub>
                      </m:sSub>
                      <m:r>
                        <a:rPr lang="en-US" sz="2400" b="0" i="1" smtClean="0">
                          <a:latin typeface="Cambria Math" panose="02040503050406030204" pitchFamily="18" charset="0"/>
                        </a:rPr>
                        <m:t>(</m:t>
                      </m:r>
                      <m:r>
                        <a:rPr lang="en-US" sz="2400" b="0" i="1" smtClean="0">
                          <a:latin typeface="Cambria Math" panose="02040503050406030204" pitchFamily="18" charset="0"/>
                        </a:rPr>
                        <m:t>𝑥</m:t>
                      </m:r>
                      <m:r>
                        <a:rPr lang="en-US" sz="2400" b="0" i="1" smtClean="0">
                          <a:latin typeface="Cambria Math" panose="02040503050406030204" pitchFamily="18" charset="0"/>
                        </a:rPr>
                        <m:t>)</m:t>
                      </m:r>
                    </m:oMath>
                  </m:oMathPara>
                </a14:m>
                <a:endParaRPr lang="en-US" sz="2400" dirty="0"/>
              </a:p>
              <a:p>
                <a:endParaRPr lang="en-US" sz="2400" dirty="0"/>
              </a:p>
              <a:p>
                <a:pPr marL="0" indent="0">
                  <a:buNone/>
                </a:pPr>
                <a:r>
                  <a:rPr lang="en-US" sz="2400" dirty="0"/>
                  <a:t>The right weight to fix the broken dependence is the chance that we see the evidence given its parent.</a:t>
                </a:r>
              </a:p>
              <a:p>
                <a:pPr marL="0" indent="0">
                  <a:buNone/>
                </a:pPr>
                <a14:m>
                  <m:oMathPara xmlns:m="http://schemas.openxmlformats.org/officeDocument/2006/math">
                    <m:oMathParaPr>
                      <m:jc m:val="centerGroup"/>
                    </m:oMathParaPr>
                    <m:oMath xmlns:m="http://schemas.openxmlformats.org/officeDocument/2006/math">
                      <m:r>
                        <a:rPr lang="en-US" sz="2400" b="0" i="1" smtClean="0">
                          <a:latin typeface="Cambria Math" panose="02040503050406030204" pitchFamily="18" charset="0"/>
                        </a:rPr>
                        <m:t>𝑤</m:t>
                      </m:r>
                      <m:d>
                        <m:dPr>
                          <m:ctrlPr>
                            <a:rPr lang="en-US" sz="2400" b="0" i="1" smtClean="0">
                              <a:latin typeface="Cambria Math" panose="02040503050406030204" pitchFamily="18" charset="0"/>
                            </a:rPr>
                          </m:ctrlPr>
                        </m:dPr>
                        <m:e>
                          <m:r>
                            <a:rPr lang="en-US" sz="2400" b="0" i="1" smtClean="0">
                              <a:latin typeface="Cambria Math" panose="02040503050406030204" pitchFamily="18" charset="0"/>
                            </a:rPr>
                            <m:t>𝑥</m:t>
                          </m:r>
                        </m:e>
                      </m:d>
                      <m:r>
                        <a:rPr lang="en-US" sz="2400" b="0" i="1" smtClean="0">
                          <a:latin typeface="Cambria Math" panose="02040503050406030204" pitchFamily="18" charset="0"/>
                        </a:rPr>
                        <m:t>=</m:t>
                      </m:r>
                      <m:f>
                        <m:fPr>
                          <m:ctrlPr>
                            <a:rPr lang="en-US" sz="2400" b="0" i="1" smtClean="0">
                              <a:latin typeface="Cambria Math" panose="02040503050406030204" pitchFamily="18" charset="0"/>
                            </a:rPr>
                          </m:ctrlPr>
                        </m:fPr>
                        <m:num>
                          <m:r>
                            <a:rPr lang="en-US" sz="2400" b="0" i="1" smtClean="0">
                              <a:latin typeface="Cambria Math" panose="02040503050406030204" pitchFamily="18" charset="0"/>
                            </a:rPr>
                            <m:t>1</m:t>
                          </m:r>
                        </m:num>
                        <m:den>
                          <m:r>
                            <a:rPr lang="en-US" sz="2400" b="0" i="1" smtClean="0">
                              <a:latin typeface="Cambria Math" panose="02040503050406030204" pitchFamily="18" charset="0"/>
                            </a:rPr>
                            <m:t>𝑃</m:t>
                          </m:r>
                          <m:r>
                            <a:rPr lang="en-US" sz="2400" b="0" i="1" smtClean="0">
                              <a:latin typeface="Cambria Math" panose="02040503050406030204" pitchFamily="18" charset="0"/>
                            </a:rPr>
                            <m:t>(</m:t>
                          </m:r>
                          <m:r>
                            <a:rPr lang="en-US" sz="2400" b="0" i="1" smtClean="0">
                              <a:latin typeface="Cambria Math" panose="02040503050406030204" pitchFamily="18" charset="0"/>
                            </a:rPr>
                            <m:t>𝑒</m:t>
                          </m:r>
                          <m:r>
                            <a:rPr lang="en-US" sz="2400" b="0" i="1" smtClean="0">
                              <a:latin typeface="Cambria Math" panose="02040503050406030204" pitchFamily="18" charset="0"/>
                            </a:rPr>
                            <m:t>)</m:t>
                          </m:r>
                        </m:den>
                      </m:f>
                      <m:r>
                        <a:rPr lang="en-US" sz="2400" b="0" i="1" smtClean="0">
                          <a:latin typeface="Cambria Math" panose="02040503050406030204" pitchFamily="18" charset="0"/>
                        </a:rPr>
                        <m:t> </m:t>
                      </m:r>
                      <m:nary>
                        <m:naryPr>
                          <m:chr m:val="∏"/>
                          <m:ctrlPr>
                            <a:rPr lang="en-US" sz="2400" b="0" i="1" smtClean="0">
                              <a:latin typeface="Cambria Math" panose="02040503050406030204" pitchFamily="18" charset="0"/>
                            </a:rPr>
                          </m:ctrlPr>
                        </m:naryPr>
                        <m:sub>
                          <m:r>
                            <m:rPr>
                              <m:brk m:alnAt="23"/>
                            </m:rPr>
                            <a:rPr lang="en-US" sz="2400" b="0" i="1" smtClean="0">
                              <a:latin typeface="Cambria Math" panose="02040503050406030204" pitchFamily="18" charset="0"/>
                            </a:rPr>
                            <m:t>𝑖</m:t>
                          </m:r>
                          <m:r>
                            <a:rPr lang="en-US" sz="2400" b="0" i="1" smtClean="0">
                              <a:latin typeface="Cambria Math" panose="02040503050406030204" pitchFamily="18" charset="0"/>
                            </a:rPr>
                            <m:t>=1</m:t>
                          </m:r>
                        </m:sub>
                        <m:sup>
                          <m:r>
                            <a:rPr lang="en-US" sz="2400" b="0" i="1" smtClean="0">
                              <a:latin typeface="Cambria Math" panose="02040503050406030204" pitchFamily="18" charset="0"/>
                            </a:rPr>
                            <m:t>𝑚</m:t>
                          </m:r>
                        </m:sup>
                        <m:e>
                          <m:r>
                            <a:rPr lang="en-US" sz="2400" b="0" i="1" smtClean="0">
                              <a:latin typeface="Cambria Math" panose="02040503050406030204" pitchFamily="18" charset="0"/>
                            </a:rPr>
                            <m:t>𝑃</m:t>
                          </m:r>
                          <m:d>
                            <m:dPr>
                              <m:endChr m:val="|"/>
                              <m:ctrlPr>
                                <a:rPr lang="en-US" sz="2400" b="0" i="1" smtClean="0">
                                  <a:latin typeface="Cambria Math" panose="02040503050406030204" pitchFamily="18" charset="0"/>
                                </a:rPr>
                              </m:ctrlPr>
                            </m:dPr>
                            <m:e>
                              <m:sSub>
                                <m:sSubPr>
                                  <m:ctrlPr>
                                    <a:rPr lang="en-US" sz="2400" b="0" i="1" smtClean="0">
                                      <a:latin typeface="Cambria Math" panose="02040503050406030204" pitchFamily="18" charset="0"/>
                                    </a:rPr>
                                  </m:ctrlPr>
                                </m:sSubPr>
                                <m:e>
                                  <m:r>
                                    <a:rPr lang="en-US" sz="2400" b="0" i="1" smtClean="0">
                                      <a:latin typeface="Cambria Math" panose="02040503050406030204" pitchFamily="18" charset="0"/>
                                    </a:rPr>
                                    <m:t>𝑒</m:t>
                                  </m:r>
                                </m:e>
                                <m:sub>
                                  <m:r>
                                    <a:rPr lang="en-US" sz="2400" b="0" i="1" smtClean="0">
                                      <a:latin typeface="Cambria Math" panose="02040503050406030204" pitchFamily="18" charset="0"/>
                                    </a:rPr>
                                    <m:t>𝑖</m:t>
                                  </m:r>
                                </m:sub>
                              </m:sSub>
                            </m:e>
                          </m:d>
                          <m:r>
                            <a:rPr lang="en-US" sz="2400" b="0" i="1" smtClean="0">
                              <a:latin typeface="Cambria Math" panose="02040503050406030204" pitchFamily="18" charset="0"/>
                            </a:rPr>
                            <m:t>𝑝𝑎𝑟𝑒𝑛𝑡𝑠</m:t>
                          </m:r>
                          <m:r>
                            <a:rPr lang="en-US" sz="2400" b="0" i="1" smtClean="0">
                              <a:latin typeface="Cambria Math" panose="02040503050406030204" pitchFamily="18" charset="0"/>
                            </a:rPr>
                            <m:t>(</m:t>
                          </m:r>
                          <m:sSub>
                            <m:sSubPr>
                              <m:ctrlPr>
                                <a:rPr lang="en-US" sz="2400" b="0" i="1" smtClean="0">
                                  <a:latin typeface="Cambria Math" panose="02040503050406030204" pitchFamily="18" charset="0"/>
                                </a:rPr>
                              </m:ctrlPr>
                            </m:sSubPr>
                            <m:e>
                              <m:r>
                                <a:rPr lang="en-US" sz="2400" b="0" i="1" smtClean="0">
                                  <a:latin typeface="Cambria Math" panose="02040503050406030204" pitchFamily="18" charset="0"/>
                                </a:rPr>
                                <m:t>𝐸</m:t>
                              </m:r>
                            </m:e>
                            <m:sub>
                              <m:r>
                                <a:rPr lang="en-US" sz="2400" b="0" i="1" smtClean="0">
                                  <a:latin typeface="Cambria Math" panose="02040503050406030204" pitchFamily="18" charset="0"/>
                                </a:rPr>
                                <m:t>𝑖</m:t>
                              </m:r>
                            </m:sub>
                          </m:sSub>
                          <m:r>
                            <a:rPr lang="en-US" sz="2400" b="0" i="1" smtClean="0">
                              <a:latin typeface="Cambria Math" panose="02040503050406030204" pitchFamily="18" charset="0"/>
                            </a:rPr>
                            <m:t>))</m:t>
                          </m:r>
                        </m:e>
                      </m:nary>
                    </m:oMath>
                  </m:oMathPara>
                </a14:m>
                <a:endParaRPr lang="en-US" sz="2400" dirty="0"/>
              </a:p>
              <a:p>
                <a:pPr marL="0" indent="0">
                  <a:buNone/>
                </a:pPr>
                <a:r>
                  <a:rPr lang="en-US" sz="2400" dirty="0"/>
                  <a:t>This gives samples with unlikely parents values a very low weight which is similar to rejecting them!</a:t>
                </a:r>
              </a:p>
            </p:txBody>
          </p:sp>
        </mc:Choice>
        <mc:Fallback xmlns="">
          <p:sp>
            <p:nvSpPr>
              <p:cNvPr id="3" name="Content Placeholder 2"/>
              <p:cNvSpPr>
                <a:spLocks noGrp="1" noRot="1" noChangeAspect="1" noMove="1" noResize="1" noEditPoints="1" noAdjustHandles="1" noChangeArrowheads="1" noChangeShapeType="1" noTextEdit="1"/>
              </p:cNvSpPr>
              <p:nvPr>
                <p:ph idx="1"/>
              </p:nvPr>
            </p:nvSpPr>
            <p:spPr>
              <a:xfrm>
                <a:off x="628650" y="1825624"/>
                <a:ext cx="5086350" cy="4422775"/>
              </a:xfrm>
              <a:blipFill>
                <a:blip r:embed="rId3"/>
                <a:stretch>
                  <a:fillRect l="-479" t="-1515" r="-359"/>
                </a:stretch>
              </a:blipFill>
            </p:spPr>
            <p:txBody>
              <a:bodyPr/>
              <a:lstStyle/>
              <a:p>
                <a:r>
                  <a:rPr lang="en-US">
                    <a:noFill/>
                  </a:rPr>
                  <a:t> </a:t>
                </a:r>
              </a:p>
            </p:txBody>
          </p:sp>
        </mc:Fallback>
      </mc:AlternateContent>
      <p:pic>
        <p:nvPicPr>
          <p:cNvPr id="4" name="Picture 3">
            <a:extLst>
              <a:ext uri="{FF2B5EF4-FFF2-40B4-BE49-F238E27FC236}">
                <a16:creationId xmlns:a16="http://schemas.microsoft.com/office/drawing/2014/main" id="{6FDD4A21-21E3-48D7-BBC3-2DC69C3106A2}"/>
              </a:ext>
              <a:ext uri="{C183D7F6-B498-43B3-948B-1728B52AA6E4}">
                <adec:decorative xmlns:adec="http://schemas.microsoft.com/office/drawing/2017/decorative" val="1"/>
              </a:ext>
            </a:extLst>
          </p:cNvPr>
          <p:cNvPicPr>
            <a:picLocks noChangeAspect="1"/>
          </p:cNvPicPr>
          <p:nvPr/>
        </p:nvPicPr>
        <p:blipFill>
          <a:blip r:embed="rId4"/>
          <a:stretch>
            <a:fillRect/>
          </a:stretch>
        </p:blipFill>
        <p:spPr>
          <a:xfrm>
            <a:off x="6025994" y="2514600"/>
            <a:ext cx="3041806" cy="2794144"/>
          </a:xfrm>
          <a:prstGeom prst="rect">
            <a:avLst/>
          </a:prstGeom>
        </p:spPr>
      </p:pic>
      <p:sp>
        <p:nvSpPr>
          <p:cNvPr id="5" name="TextBox 4">
            <a:extLst>
              <a:ext uri="{FF2B5EF4-FFF2-40B4-BE49-F238E27FC236}">
                <a16:creationId xmlns:a16="http://schemas.microsoft.com/office/drawing/2014/main" id="{D81935FC-0C83-4868-BE38-D723306F71F3}"/>
              </a:ext>
            </a:extLst>
          </p:cNvPr>
          <p:cNvSpPr txBox="1"/>
          <p:nvPr/>
        </p:nvSpPr>
        <p:spPr>
          <a:xfrm>
            <a:off x="6172200" y="2057400"/>
            <a:ext cx="2813206" cy="369332"/>
          </a:xfrm>
          <a:prstGeom prst="rect">
            <a:avLst/>
          </a:prstGeom>
          <a:noFill/>
        </p:spPr>
        <p:txBody>
          <a:bodyPr wrap="square" rtlCol="0">
            <a:spAutoFit/>
          </a:bodyPr>
          <a:lstStyle/>
          <a:p>
            <a:r>
              <a:rPr lang="en-US" dirty="0"/>
              <a:t>Example: Evidence = it rains</a:t>
            </a:r>
          </a:p>
        </p:txBody>
      </p:sp>
      <p:grpSp>
        <p:nvGrpSpPr>
          <p:cNvPr id="17" name="Group 16">
            <a:extLst>
              <a:ext uri="{FF2B5EF4-FFF2-40B4-BE49-F238E27FC236}">
                <a16:creationId xmlns:a16="http://schemas.microsoft.com/office/drawing/2014/main" id="{3987D150-18B8-B3E9-C91F-8F23F94C1F37}"/>
              </a:ext>
            </a:extLst>
          </p:cNvPr>
          <p:cNvGrpSpPr/>
          <p:nvPr/>
        </p:nvGrpSpPr>
        <p:grpSpPr>
          <a:xfrm>
            <a:off x="7924800" y="3581400"/>
            <a:ext cx="1295400" cy="1255931"/>
            <a:chOff x="7924800" y="3581400"/>
            <a:chExt cx="1295400" cy="1255931"/>
          </a:xfrm>
        </p:grpSpPr>
        <p:sp>
          <p:nvSpPr>
            <p:cNvPr id="6" name="TextBox 5">
              <a:extLst>
                <a:ext uri="{FF2B5EF4-FFF2-40B4-BE49-F238E27FC236}">
                  <a16:creationId xmlns:a16="http://schemas.microsoft.com/office/drawing/2014/main" id="{7926BE3D-00BB-4883-B3AB-2EB13EEB29AC}"/>
                </a:ext>
              </a:extLst>
            </p:cNvPr>
            <p:cNvSpPr txBox="1"/>
            <p:nvPr/>
          </p:nvSpPr>
          <p:spPr>
            <a:xfrm>
              <a:off x="7924800" y="4191000"/>
              <a:ext cx="1295400" cy="646331"/>
            </a:xfrm>
            <a:prstGeom prst="rect">
              <a:avLst/>
            </a:prstGeom>
            <a:noFill/>
          </p:spPr>
          <p:txBody>
            <a:bodyPr wrap="square" rtlCol="0">
              <a:spAutoFit/>
            </a:bodyPr>
            <a:lstStyle/>
            <a:p>
              <a:pPr algn="ctr"/>
              <a:r>
                <a:rPr lang="en-US" b="1" dirty="0">
                  <a:solidFill>
                    <a:srgbClr val="FF0000"/>
                  </a:solidFill>
                </a:rPr>
                <a:t>1. Fix as true</a:t>
              </a:r>
            </a:p>
          </p:txBody>
        </p:sp>
        <p:grpSp>
          <p:nvGrpSpPr>
            <p:cNvPr id="12" name="Group 11">
              <a:extLst>
                <a:ext uri="{FF2B5EF4-FFF2-40B4-BE49-F238E27FC236}">
                  <a16:creationId xmlns:a16="http://schemas.microsoft.com/office/drawing/2014/main" id="{3E8EDCBC-15F4-4FC8-8D72-832A2B6802E5}"/>
                </a:ext>
                <a:ext uri="{C183D7F6-B498-43B3-948B-1728B52AA6E4}">
                  <adec:decorative xmlns:adec="http://schemas.microsoft.com/office/drawing/2017/decorative" val="1"/>
                </a:ext>
              </a:extLst>
            </p:cNvPr>
            <p:cNvGrpSpPr/>
            <p:nvPr/>
          </p:nvGrpSpPr>
          <p:grpSpPr>
            <a:xfrm>
              <a:off x="8229600" y="3581400"/>
              <a:ext cx="755806" cy="685800"/>
              <a:chOff x="8305800" y="3657600"/>
              <a:chExt cx="679606" cy="533400"/>
            </a:xfrm>
          </p:grpSpPr>
          <p:cxnSp>
            <p:nvCxnSpPr>
              <p:cNvPr id="8" name="Straight Connector 7">
                <a:extLst>
                  <a:ext uri="{FF2B5EF4-FFF2-40B4-BE49-F238E27FC236}">
                    <a16:creationId xmlns:a16="http://schemas.microsoft.com/office/drawing/2014/main" id="{184B1661-6638-48E4-861E-D2184EB2D207}"/>
                  </a:ext>
                </a:extLst>
              </p:cNvPr>
              <p:cNvCxnSpPr/>
              <p:nvPr/>
            </p:nvCxnSpPr>
            <p:spPr>
              <a:xfrm flipH="1">
                <a:off x="8305800" y="3657600"/>
                <a:ext cx="679606" cy="533400"/>
              </a:xfrm>
              <a:prstGeom prst="line">
                <a:avLst/>
              </a:prstGeom>
              <a:ln w="28575">
                <a:solidFill>
                  <a:srgbClr val="FF0000"/>
                </a:solidFill>
              </a:ln>
            </p:spPr>
            <p:style>
              <a:lnRef idx="1">
                <a:schemeClr val="accent1"/>
              </a:lnRef>
              <a:fillRef idx="0">
                <a:schemeClr val="accent1"/>
              </a:fillRef>
              <a:effectRef idx="0">
                <a:schemeClr val="accent1"/>
              </a:effectRef>
              <a:fontRef idx="minor">
                <a:schemeClr val="tx1"/>
              </a:fontRef>
            </p:style>
          </p:cxnSp>
          <p:cxnSp>
            <p:nvCxnSpPr>
              <p:cNvPr id="9" name="Straight Connector 8">
                <a:extLst>
                  <a:ext uri="{FF2B5EF4-FFF2-40B4-BE49-F238E27FC236}">
                    <a16:creationId xmlns:a16="http://schemas.microsoft.com/office/drawing/2014/main" id="{E3DA93D1-CB1D-4143-B0AB-7D9021C11C8C}"/>
                  </a:ext>
                </a:extLst>
              </p:cNvPr>
              <p:cNvCxnSpPr>
                <a:cxnSpLocks/>
              </p:cNvCxnSpPr>
              <p:nvPr/>
            </p:nvCxnSpPr>
            <p:spPr>
              <a:xfrm>
                <a:off x="8305800" y="3657600"/>
                <a:ext cx="644603" cy="533400"/>
              </a:xfrm>
              <a:prstGeom prst="line">
                <a:avLst/>
              </a:prstGeom>
              <a:ln w="28575">
                <a:solidFill>
                  <a:srgbClr val="FF0000"/>
                </a:solidFill>
              </a:ln>
            </p:spPr>
            <p:style>
              <a:lnRef idx="1">
                <a:schemeClr val="accent1"/>
              </a:lnRef>
              <a:fillRef idx="0">
                <a:schemeClr val="accent1"/>
              </a:fillRef>
              <a:effectRef idx="0">
                <a:schemeClr val="accent1"/>
              </a:effectRef>
              <a:fontRef idx="minor">
                <a:schemeClr val="tx1"/>
              </a:fontRef>
            </p:style>
          </p:cxnSp>
        </p:grpSp>
      </p:grpSp>
      <p:cxnSp>
        <p:nvCxnSpPr>
          <p:cNvPr id="25" name="Straight Arrow Connector 24">
            <a:extLst>
              <a:ext uri="{FF2B5EF4-FFF2-40B4-BE49-F238E27FC236}">
                <a16:creationId xmlns:a16="http://schemas.microsoft.com/office/drawing/2014/main" id="{F1B3C1E2-69F6-86FA-4CE6-02DB03EC2C31}"/>
              </a:ext>
            </a:extLst>
          </p:cNvPr>
          <p:cNvCxnSpPr>
            <a:cxnSpLocks/>
          </p:cNvCxnSpPr>
          <p:nvPr/>
        </p:nvCxnSpPr>
        <p:spPr>
          <a:xfrm flipV="1">
            <a:off x="4648200" y="3250643"/>
            <a:ext cx="3118615" cy="1930957"/>
          </a:xfrm>
          <a:prstGeom prst="straightConnector1">
            <a:avLst/>
          </a:prstGeom>
          <a:ln w="28575">
            <a:solidFill>
              <a:srgbClr val="FF0000"/>
            </a:solidFill>
            <a:tailEnd type="triangle"/>
          </a:ln>
        </p:spPr>
        <p:style>
          <a:lnRef idx="1">
            <a:schemeClr val="accent1"/>
          </a:lnRef>
          <a:fillRef idx="0">
            <a:schemeClr val="accent1"/>
          </a:fillRef>
          <a:effectRef idx="0">
            <a:schemeClr val="accent1"/>
          </a:effectRef>
          <a:fontRef idx="minor">
            <a:schemeClr val="tx1"/>
          </a:fontRef>
        </p:style>
      </p:cxnSp>
      <p:grpSp>
        <p:nvGrpSpPr>
          <p:cNvPr id="13" name="Group 12">
            <a:extLst>
              <a:ext uri="{FF2B5EF4-FFF2-40B4-BE49-F238E27FC236}">
                <a16:creationId xmlns:a16="http://schemas.microsoft.com/office/drawing/2014/main" id="{C9DE5ABE-0DEC-C54B-9503-0498281D2DF4}"/>
              </a:ext>
            </a:extLst>
          </p:cNvPr>
          <p:cNvGrpSpPr/>
          <p:nvPr/>
        </p:nvGrpSpPr>
        <p:grpSpPr>
          <a:xfrm>
            <a:off x="7843974" y="3167799"/>
            <a:ext cx="161651" cy="165688"/>
            <a:chOff x="8445852" y="1383568"/>
            <a:chExt cx="161651" cy="165688"/>
          </a:xfrm>
        </p:grpSpPr>
        <p:cxnSp>
          <p:nvCxnSpPr>
            <p:cNvPr id="7" name="Straight Connector 6">
              <a:extLst>
                <a:ext uri="{FF2B5EF4-FFF2-40B4-BE49-F238E27FC236}">
                  <a16:creationId xmlns:a16="http://schemas.microsoft.com/office/drawing/2014/main" id="{E3C10374-EA21-A39B-F3F3-6CF76DB7B2B0}"/>
                </a:ext>
              </a:extLst>
            </p:cNvPr>
            <p:cNvCxnSpPr>
              <a:cxnSpLocks/>
            </p:cNvCxnSpPr>
            <p:nvPr/>
          </p:nvCxnSpPr>
          <p:spPr>
            <a:xfrm>
              <a:off x="8445852" y="1383568"/>
              <a:ext cx="143395" cy="165688"/>
            </a:xfrm>
            <a:prstGeom prst="line">
              <a:avLst/>
            </a:prstGeom>
            <a:ln w="28575">
              <a:solidFill>
                <a:srgbClr val="FF0000"/>
              </a:solidFill>
            </a:ln>
          </p:spPr>
          <p:style>
            <a:lnRef idx="1">
              <a:schemeClr val="accent1"/>
            </a:lnRef>
            <a:fillRef idx="0">
              <a:schemeClr val="accent1"/>
            </a:fillRef>
            <a:effectRef idx="0">
              <a:schemeClr val="accent1"/>
            </a:effectRef>
            <a:fontRef idx="minor">
              <a:schemeClr val="tx1"/>
            </a:fontRef>
          </p:style>
        </p:cxnSp>
        <p:cxnSp>
          <p:nvCxnSpPr>
            <p:cNvPr id="11" name="Straight Connector 10">
              <a:extLst>
                <a:ext uri="{FF2B5EF4-FFF2-40B4-BE49-F238E27FC236}">
                  <a16:creationId xmlns:a16="http://schemas.microsoft.com/office/drawing/2014/main" id="{5378E30B-92C5-0EF4-27B5-CA449CB4AE08}"/>
                </a:ext>
              </a:extLst>
            </p:cNvPr>
            <p:cNvCxnSpPr/>
            <p:nvPr/>
          </p:nvCxnSpPr>
          <p:spPr>
            <a:xfrm flipH="1">
              <a:off x="8456321" y="1383568"/>
              <a:ext cx="151182" cy="165688"/>
            </a:xfrm>
            <a:prstGeom prst="line">
              <a:avLst/>
            </a:prstGeom>
            <a:ln w="28575">
              <a:solidFill>
                <a:srgbClr val="FF0000"/>
              </a:solidFill>
            </a:ln>
          </p:spPr>
          <p:style>
            <a:lnRef idx="1">
              <a:schemeClr val="accent1"/>
            </a:lnRef>
            <a:fillRef idx="0">
              <a:schemeClr val="accent1"/>
            </a:fillRef>
            <a:effectRef idx="0">
              <a:schemeClr val="accent1"/>
            </a:effectRef>
            <a:fontRef idx="minor">
              <a:schemeClr val="tx1"/>
            </a:fontRef>
          </p:style>
        </p:cxnSp>
      </p:grpSp>
      <p:cxnSp>
        <p:nvCxnSpPr>
          <p:cNvPr id="19" name="Straight Arrow Connector 18">
            <a:extLst>
              <a:ext uri="{FF2B5EF4-FFF2-40B4-BE49-F238E27FC236}">
                <a16:creationId xmlns:a16="http://schemas.microsoft.com/office/drawing/2014/main" id="{8109ABA4-D97E-2AE3-4EC7-5EC7F968CB97}"/>
              </a:ext>
            </a:extLst>
          </p:cNvPr>
          <p:cNvCxnSpPr/>
          <p:nvPr/>
        </p:nvCxnSpPr>
        <p:spPr>
          <a:xfrm flipH="1">
            <a:off x="8382000" y="2426732"/>
            <a:ext cx="133350" cy="1002268"/>
          </a:xfrm>
          <a:prstGeom prst="straightConnector1">
            <a:avLst/>
          </a:prstGeom>
          <a:ln w="19050" cap="flat" cmpd="sng" algn="ctr">
            <a:solidFill>
              <a:schemeClr val="accent4"/>
            </a:solidFill>
            <a:prstDash val="solid"/>
            <a:round/>
            <a:headEnd type="none" w="med" len="med"/>
            <a:tailEnd type="arrow" w="med" len="med"/>
          </a:ln>
        </p:spPr>
        <p:style>
          <a:lnRef idx="0">
            <a:scrgbClr r="0" g="0" b="0"/>
          </a:lnRef>
          <a:fillRef idx="0">
            <a:scrgbClr r="0" g="0" b="0"/>
          </a:fillRef>
          <a:effectRef idx="0">
            <a:scrgbClr r="0" g="0" b="0"/>
          </a:effectRef>
          <a:fontRef idx="minor">
            <a:schemeClr val="tx1"/>
          </a:fontRef>
        </p:style>
      </p:cxnSp>
    </p:spTree>
    <p:extLst>
      <p:ext uri="{BB962C8B-B14F-4D97-AF65-F5344CB8AC3E}">
        <p14:creationId xmlns:p14="http://schemas.microsoft.com/office/powerpoint/2010/main" val="1257765066"/>
      </p:ext>
    </p:extLst>
  </p:cSld>
  <p:clrMapOvr>
    <a:masterClrMapping/>
  </p:clrMapOvr>
  <p:timing>
    <p:tnLst>
      <p:par>
        <p:cTn id="1" dur="indefinite" restart="never" nodeType="tmRoot">
          <p:childTnLst>
            <p:seq concurrent="1" nextAc="seek">
              <p:cTn id="2" dur="indefinite" nodeType="mainSeq">
                <p:childTnLst>
                  <p:par>
                    <p:cTn id="3" fill="hold">
                      <p:stCondLst>
                        <p:cond delay="indefinite"/>
                      </p:stCondLst>
                      <p:childTnLst>
                        <p:par>
                          <p:cTn id="4" fill="hold">
                            <p:stCondLst>
                              <p:cond delay="0"/>
                            </p:stCondLst>
                            <p:childTnLst>
                              <p:par>
                                <p:cTn id="5" presetID="1" presetClass="entr" presetSubtype="0" fill="hold" nodeType="clickEffect">
                                  <p:stCondLst>
                                    <p:cond delay="0"/>
                                  </p:stCondLst>
                                  <p:childTnLst>
                                    <p:set>
                                      <p:cBhvr>
                                        <p:cTn id="6" dur="1" fill="hold">
                                          <p:stCondLst>
                                            <p:cond delay="0"/>
                                          </p:stCondLst>
                                        </p:cTn>
                                        <p:tgtEl>
                                          <p:spTgt spid="3">
                                            <p:txEl>
                                              <p:pRg st="2" end="2"/>
                                            </p:txEl>
                                          </p:spTgt>
                                        </p:tgtEl>
                                        <p:attrNameLst>
                                          <p:attrName>style.visibility</p:attrName>
                                        </p:attrNameLst>
                                      </p:cBhvr>
                                      <p:to>
                                        <p:strVal val="visible"/>
                                      </p:to>
                                    </p:set>
                                  </p:childTnLst>
                                </p:cTn>
                              </p:par>
                              <p:par>
                                <p:cTn id="7" presetID="1" presetClass="entr" presetSubtype="0" fill="hold" nodeType="withEffect">
                                  <p:stCondLst>
                                    <p:cond delay="0"/>
                                  </p:stCondLst>
                                  <p:childTnLst>
                                    <p:set>
                                      <p:cBhvr>
                                        <p:cTn id="8" dur="1" fill="hold">
                                          <p:stCondLst>
                                            <p:cond delay="0"/>
                                          </p:stCondLst>
                                        </p:cTn>
                                        <p:tgtEl>
                                          <p:spTgt spid="3">
                                            <p:txEl>
                                              <p:pRg st="3" end="3"/>
                                            </p:txEl>
                                          </p:spTgt>
                                        </p:tgtEl>
                                        <p:attrNameLst>
                                          <p:attrName>style.visibility</p:attrName>
                                        </p:attrNameLst>
                                      </p:cBhvr>
                                      <p:to>
                                        <p:strVal val="visible"/>
                                      </p:to>
                                    </p:set>
                                  </p:childTnLst>
                                </p:cTn>
                              </p:par>
                              <p:par>
                                <p:cTn id="9" presetID="1" presetClass="entr" presetSubtype="0" fill="hold" nodeType="withEffect">
                                  <p:stCondLst>
                                    <p:cond delay="0"/>
                                  </p:stCondLst>
                                  <p:childTnLst>
                                    <p:set>
                                      <p:cBhvr>
                                        <p:cTn id="10" dur="1" fill="hold">
                                          <p:stCondLst>
                                            <p:cond delay="0"/>
                                          </p:stCondLst>
                                        </p:cTn>
                                        <p:tgtEl>
                                          <p:spTgt spid="17"/>
                                        </p:tgtEl>
                                        <p:attrNameLst>
                                          <p:attrName>style.visibility</p:attrName>
                                        </p:attrNameLst>
                                      </p:cBhvr>
                                      <p:to>
                                        <p:strVal val="visible"/>
                                      </p:to>
                                    </p:set>
                                  </p:childTnLst>
                                </p:cTn>
                              </p:par>
                            </p:childTnLst>
                          </p:cTn>
                        </p:par>
                      </p:childTnLst>
                    </p:cTn>
                  </p:par>
                  <p:par>
                    <p:cTn id="11" fill="hold">
                      <p:stCondLst>
                        <p:cond delay="indefinite"/>
                      </p:stCondLst>
                      <p:childTnLst>
                        <p:par>
                          <p:cTn id="12" fill="hold">
                            <p:stCondLst>
                              <p:cond delay="0"/>
                            </p:stCondLst>
                            <p:childTnLst>
                              <p:par>
                                <p:cTn id="13" presetID="1" presetClass="entr" presetSubtype="0" fill="hold" nodeType="clickEffect">
                                  <p:stCondLst>
                                    <p:cond delay="0"/>
                                  </p:stCondLst>
                                  <p:childTnLst>
                                    <p:set>
                                      <p:cBhvr>
                                        <p:cTn id="14" dur="1" fill="hold">
                                          <p:stCondLst>
                                            <p:cond delay="0"/>
                                          </p:stCondLst>
                                        </p:cTn>
                                        <p:tgtEl>
                                          <p:spTgt spid="3">
                                            <p:txEl>
                                              <p:pRg st="4" end="4"/>
                                            </p:txEl>
                                          </p:spTgt>
                                        </p:tgtEl>
                                        <p:attrNameLst>
                                          <p:attrName>style.visibility</p:attrName>
                                        </p:attrNameLst>
                                      </p:cBhvr>
                                      <p:to>
                                        <p:strVal val="visible"/>
                                      </p:to>
                                    </p:set>
                                  </p:childTnLst>
                                </p:cTn>
                              </p:par>
                              <p:par>
                                <p:cTn id="15" presetID="1" presetClass="entr" presetSubtype="0" fill="hold" nodeType="withEffect">
                                  <p:stCondLst>
                                    <p:cond delay="0"/>
                                  </p:stCondLst>
                                  <p:childTnLst>
                                    <p:set>
                                      <p:cBhvr>
                                        <p:cTn id="16" dur="1" fill="hold">
                                          <p:stCondLst>
                                            <p:cond delay="0"/>
                                          </p:stCondLst>
                                        </p:cTn>
                                        <p:tgtEl>
                                          <p:spTgt spid="13"/>
                                        </p:tgtEl>
                                        <p:attrNameLst>
                                          <p:attrName>style.visibility</p:attrName>
                                        </p:attrNameLst>
                                      </p:cBhvr>
                                      <p:to>
                                        <p:strVal val="visible"/>
                                      </p:to>
                                    </p:set>
                                  </p:childTnLst>
                                </p:cTn>
                              </p:par>
                            </p:childTnLst>
                          </p:cTn>
                        </p:par>
                      </p:childTnLst>
                    </p:cTn>
                  </p:par>
                  <p:par>
                    <p:cTn id="17" fill="hold">
                      <p:stCondLst>
                        <p:cond delay="indefinite"/>
                      </p:stCondLst>
                      <p:childTnLst>
                        <p:par>
                          <p:cTn id="18" fill="hold">
                            <p:stCondLst>
                              <p:cond delay="0"/>
                            </p:stCondLst>
                            <p:childTnLst>
                              <p:par>
                                <p:cTn id="19" presetID="1" presetClass="entr" presetSubtype="0" fill="hold" nodeType="clickEffect">
                                  <p:stCondLst>
                                    <p:cond delay="0"/>
                                  </p:stCondLst>
                                  <p:childTnLst>
                                    <p:set>
                                      <p:cBhvr>
                                        <p:cTn id="20" dur="1" fill="hold">
                                          <p:stCondLst>
                                            <p:cond delay="0"/>
                                          </p:stCondLst>
                                        </p:cTn>
                                        <p:tgtEl>
                                          <p:spTgt spid="3">
                                            <p:txEl>
                                              <p:pRg st="6" end="6"/>
                                            </p:txEl>
                                          </p:spTgt>
                                        </p:tgtEl>
                                        <p:attrNameLst>
                                          <p:attrName>style.visibility</p:attrName>
                                        </p:attrNameLst>
                                      </p:cBhvr>
                                      <p:to>
                                        <p:strVal val="visible"/>
                                      </p:to>
                                    </p:set>
                                  </p:childTnLst>
                                </p:cTn>
                              </p:par>
                              <p:par>
                                <p:cTn id="21" presetID="1" presetClass="entr" presetSubtype="0" fill="hold" nodeType="withEffect">
                                  <p:stCondLst>
                                    <p:cond delay="0"/>
                                  </p:stCondLst>
                                  <p:childTnLst>
                                    <p:set>
                                      <p:cBhvr>
                                        <p:cTn id="22" dur="1" fill="hold">
                                          <p:stCondLst>
                                            <p:cond delay="0"/>
                                          </p:stCondLst>
                                        </p:cTn>
                                        <p:tgtEl>
                                          <p:spTgt spid="3">
                                            <p:txEl>
                                              <p:pRg st="7" end="7"/>
                                            </p:txEl>
                                          </p:spTgt>
                                        </p:tgtEl>
                                        <p:attrNameLst>
                                          <p:attrName>style.visibility</p:attrName>
                                        </p:attrNameLst>
                                      </p:cBhvr>
                                      <p:to>
                                        <p:strVal val="visible"/>
                                      </p:to>
                                    </p:set>
                                  </p:childTnLst>
                                </p:cTn>
                              </p:par>
                            </p:childTnLst>
                          </p:cTn>
                        </p:par>
                      </p:childTnLst>
                    </p:cTn>
                  </p:par>
                  <p:par>
                    <p:cTn id="23" fill="hold">
                      <p:stCondLst>
                        <p:cond delay="indefinite"/>
                      </p:stCondLst>
                      <p:childTnLst>
                        <p:par>
                          <p:cTn id="24" fill="hold">
                            <p:stCondLst>
                              <p:cond delay="0"/>
                            </p:stCondLst>
                            <p:childTnLst>
                              <p:par>
                                <p:cTn id="25" presetID="1" presetClass="entr" presetSubtype="0" fill="hold" nodeType="clickEffect">
                                  <p:stCondLst>
                                    <p:cond delay="0"/>
                                  </p:stCondLst>
                                  <p:childTnLst>
                                    <p:set>
                                      <p:cBhvr>
                                        <p:cTn id="26" dur="1" fill="hold">
                                          <p:stCondLst>
                                            <p:cond delay="0"/>
                                          </p:stCondLst>
                                        </p:cTn>
                                        <p:tgtEl>
                                          <p:spTgt spid="3">
                                            <p:txEl>
                                              <p:pRg st="9" end="9"/>
                                            </p:txEl>
                                          </p:spTgt>
                                        </p:tgtEl>
                                        <p:attrNameLst>
                                          <p:attrName>style.visibility</p:attrName>
                                        </p:attrNameLst>
                                      </p:cBhvr>
                                      <p:to>
                                        <p:strVal val="visible"/>
                                      </p:to>
                                    </p:set>
                                  </p:childTnLst>
                                </p:cTn>
                              </p:par>
                              <p:par>
                                <p:cTn id="27" presetID="1" presetClass="entr" presetSubtype="0" fill="hold" nodeType="withEffect">
                                  <p:stCondLst>
                                    <p:cond delay="0"/>
                                  </p:stCondLst>
                                  <p:childTnLst>
                                    <p:set>
                                      <p:cBhvr>
                                        <p:cTn id="28" dur="1" fill="hold">
                                          <p:stCondLst>
                                            <p:cond delay="0"/>
                                          </p:stCondLst>
                                        </p:cTn>
                                        <p:tgtEl>
                                          <p:spTgt spid="3">
                                            <p:txEl>
                                              <p:pRg st="10" end="10"/>
                                            </p:txEl>
                                          </p:spTgt>
                                        </p:tgtEl>
                                        <p:attrNameLst>
                                          <p:attrName>style.visibility</p:attrName>
                                        </p:attrNameLst>
                                      </p:cBhvr>
                                      <p:to>
                                        <p:strVal val="visible"/>
                                      </p:to>
                                    </p:set>
                                  </p:childTnLst>
                                </p:cTn>
                              </p:par>
                              <p:par>
                                <p:cTn id="29" presetID="1" presetClass="entr" presetSubtype="0" fill="hold" nodeType="withEffect">
                                  <p:stCondLst>
                                    <p:cond delay="0"/>
                                  </p:stCondLst>
                                  <p:childTnLst>
                                    <p:set>
                                      <p:cBhvr>
                                        <p:cTn id="30" dur="1" fill="hold">
                                          <p:stCondLst>
                                            <p:cond delay="0"/>
                                          </p:stCondLst>
                                        </p:cTn>
                                        <p:tgtEl>
                                          <p:spTgt spid="3">
                                            <p:txEl>
                                              <p:pRg st="11" end="11"/>
                                            </p:txEl>
                                          </p:spTgt>
                                        </p:tgtEl>
                                        <p:attrNameLst>
                                          <p:attrName>style.visibility</p:attrName>
                                        </p:attrNameLst>
                                      </p:cBhvr>
                                      <p:to>
                                        <p:strVal val="visible"/>
                                      </p:to>
                                    </p:set>
                                  </p:childTnLst>
                                </p:cTn>
                              </p:par>
                              <p:par>
                                <p:cTn id="31" presetID="1" presetClass="entr" presetSubtype="0" fill="hold" nodeType="withEffect">
                                  <p:stCondLst>
                                    <p:cond delay="0"/>
                                  </p:stCondLst>
                                  <p:childTnLst>
                                    <p:set>
                                      <p:cBhvr>
                                        <p:cTn id="32" dur="1" fill="hold">
                                          <p:stCondLst>
                                            <p:cond delay="0"/>
                                          </p:stCondLst>
                                        </p:cTn>
                                        <p:tgtEl>
                                          <p:spTgt spid="25"/>
                                        </p:tgtEl>
                                        <p:attrNameLst>
                                          <p:attrName>style.visibility</p:attrName>
                                        </p:attrNameLst>
                                      </p:cBhvr>
                                      <p:to>
                                        <p:strVal val="visible"/>
                                      </p:to>
                                    </p:set>
                                  </p:childTnLst>
                                </p:cTn>
                              </p:par>
                            </p:childTnLst>
                          </p:cTn>
                        </p:par>
                      </p:childTnLst>
                    </p:cTn>
                  </p:par>
                </p:childTnLst>
              </p:cTn>
              <p:prevCondLst>
                <p:cond evt="onPrev" delay="0">
                  <p:tgtEl>
                    <p:sldTgt/>
                  </p:tgtEl>
                </p:cond>
              </p:prevCondLst>
              <p:nextCondLst>
                <p:cond evt="onNext" delay="0">
                  <p:tgtEl>
                    <p:sldTgt/>
                  </p:tgtEl>
                </p:cond>
              </p:nextCondLst>
            </p:seq>
          </p:childTnLst>
        </p:cTn>
      </p:par>
    </p:tnLst>
  </p:timing>
</p:sld>
</file>

<file path=ppt/slides/slide42.xml><?xml version="1.0" encoding="utf-8"?>
<p:sld xmlns:a="http://schemas.openxmlformats.org/drawingml/2006/main" xmlns:r="http://schemas.openxmlformats.org/officeDocument/2006/relationships" xmlns:p="http://schemas.openxmlformats.org/presentationml/2006/main">
  <p:cSld>
    <p:bg>
      <p:bgPr>
        <a:solidFill>
          <a:schemeClr val="bg1"/>
        </a:solidFill>
        <a:effectLst/>
      </p:bgPr>
    </p:bg>
    <p:spTree>
      <p:nvGrpSpPr>
        <p:cNvPr id="1" name="">
          <a:extLst>
            <a:ext uri="{FF2B5EF4-FFF2-40B4-BE49-F238E27FC236}">
              <a16:creationId xmlns:a16="http://schemas.microsoft.com/office/drawing/2014/main" id="{2A84B76E-6BB0-C79E-4D29-CFA4793495A2}"/>
            </a:ext>
          </a:extLst>
        </p:cNvPr>
        <p:cNvGrpSpPr/>
        <p:nvPr/>
      </p:nvGrpSpPr>
      <p:grpSpPr>
        <a:xfrm>
          <a:off x="0" y="0"/>
          <a:ext cx="0" cy="0"/>
          <a:chOff x="0" y="0"/>
          <a:chExt cx="0" cy="0"/>
        </a:xfrm>
      </p:grpSpPr>
      <p:sp useBgFill="1">
        <p:nvSpPr>
          <p:cNvPr id="11" name="Rectangle 10">
            <a:extLst>
              <a:ext uri="{FF2B5EF4-FFF2-40B4-BE49-F238E27FC236}">
                <a16:creationId xmlns:a16="http://schemas.microsoft.com/office/drawing/2014/main" id="{5A59F003-E00A-43F9-91DC-CC54E3B87466}"/>
              </a:ext>
              <a:ext uri="{C183D7F6-B498-43B3-948B-1728B52AA6E4}">
                <adec:decorative xmlns:adec="http://schemas.microsoft.com/office/drawing/2017/decorative" val="1"/>
              </a:ext>
            </a:extLst>
          </p:cNvPr>
          <p:cNvSpPr>
            <a:spLocks noGrp="1" noRot="1" noChangeAspect="1" noMove="1" noResize="1" noEditPoints="1" noAdjustHandles="1" noChangeArrowheads="1" noChangeShapeType="1" noTextEdit="1"/>
          </p:cNvSpPr>
          <p:nvPr>
            <p:extLst>
              <p:ext uri="{386F3935-93C4-4BCD-93E2-E3B085C9AB24}">
                <p16:designElem xmlns:p16="http://schemas.microsoft.com/office/powerpoint/2015/main" val="1"/>
              </p:ext>
            </p:extLst>
          </p:nvPr>
        </p:nvSpPr>
        <p:spPr>
          <a:xfrm>
            <a:off x="0" y="0"/>
            <a:ext cx="9144000" cy="6858000"/>
          </a:xfrm>
          <a:prstGeom prst="rect">
            <a:avLst/>
          </a:prstGeom>
          <a:ln>
            <a:noFill/>
          </a:ln>
        </p:spPr>
        <p:style>
          <a:lnRef idx="2">
            <a:schemeClr val="accent1">
              <a:shade val="50000"/>
            </a:schemeClr>
          </a:lnRef>
          <a:fillRef idx="1">
            <a:schemeClr val="accent1"/>
          </a:fillRef>
          <a:effectRef idx="0">
            <a:schemeClr val="accent1"/>
          </a:effectRef>
          <a:fontRef idx="minor">
            <a:schemeClr val="lt1"/>
          </a:fontRef>
        </p:style>
        <p:txBody>
          <a:bodyPr rtlCol="0" anchor="ctr"/>
          <a:lstStyle/>
          <a:p>
            <a:pPr algn="ctr"/>
            <a:endParaRPr lang="en-US"/>
          </a:p>
        </p:txBody>
      </p:sp>
      <p:pic>
        <p:nvPicPr>
          <p:cNvPr id="6" name="Picture 2" descr="Image for post">
            <a:extLst>
              <a:ext uri="{FF2B5EF4-FFF2-40B4-BE49-F238E27FC236}">
                <a16:creationId xmlns:a16="http://schemas.microsoft.com/office/drawing/2014/main" id="{57BD4A4F-3A1D-1C25-A7CC-D8521B6B2A41}"/>
              </a:ext>
            </a:extLst>
          </p:cNvPr>
          <p:cNvPicPr>
            <a:picLocks noChangeAspect="1" noChangeArrowheads="1"/>
          </p:cNvPicPr>
          <p:nvPr/>
        </p:nvPicPr>
        <p:blipFill rotWithShape="1">
          <a:blip r:embed="rId2">
            <a:extLst>
              <a:ext uri="{BEBA8EAE-BF5A-486C-A8C5-ECC9F3942E4B}">
                <a14:imgProps xmlns:a14="http://schemas.microsoft.com/office/drawing/2010/main">
                  <a14:imgLayer r:embed="rId3">
                    <a14:imgEffect>
                      <a14:artisticMosiaicBubbles/>
                    </a14:imgEffect>
                    <a14:imgEffect>
                      <a14:saturation sat="33000"/>
                    </a14:imgEffect>
                  </a14:imgLayer>
                </a14:imgProps>
              </a:ext>
              <a:ext uri="{28A0092B-C50C-407E-A947-70E740481C1C}">
                <a14:useLocalDpi xmlns:a14="http://schemas.microsoft.com/office/drawing/2010/main" val="0"/>
              </a:ext>
            </a:extLst>
          </a:blip>
          <a:srcRect r="10668" b="2"/>
          <a:stretch>
            <a:fillRect/>
          </a:stretch>
        </p:blipFill>
        <p:spPr bwMode="auto">
          <a:xfrm>
            <a:off x="20" y="10"/>
            <a:ext cx="9143980" cy="6857990"/>
          </a:xfrm>
          <a:prstGeom prst="rect">
            <a:avLst/>
          </a:prstGeom>
          <a:noFill/>
          <a:extLst>
            <a:ext uri="{909E8E84-426E-40DD-AFC4-6F175D3DCCD1}">
              <a14:hiddenFill xmlns:a14="http://schemas.microsoft.com/office/drawing/2010/main">
                <a:solidFill>
                  <a:srgbClr val="FFFFFF"/>
                </a:solidFill>
              </a14:hiddenFill>
            </a:ext>
          </a:extLst>
        </p:spPr>
      </p:pic>
      <p:sp>
        <p:nvSpPr>
          <p:cNvPr id="13" name="Rectangle 12">
            <a:extLst>
              <a:ext uri="{FF2B5EF4-FFF2-40B4-BE49-F238E27FC236}">
                <a16:creationId xmlns:a16="http://schemas.microsoft.com/office/drawing/2014/main" id="{D74A4382-E3AD-430A-9A1F-DFA3E0E77A7D}"/>
              </a:ext>
              <a:ext uri="{C183D7F6-B498-43B3-948B-1728B52AA6E4}">
                <adec:decorative xmlns:adec="http://schemas.microsoft.com/office/drawing/2017/decorative" val="1"/>
              </a:ext>
            </a:extLst>
          </p:cNvPr>
          <p:cNvSpPr>
            <a:spLocks noGrp="1" noRot="1" noChangeAspect="1" noMove="1" noResize="1" noEditPoints="1" noAdjustHandles="1" noChangeArrowheads="1" noChangeShapeType="1" noTextEdit="1"/>
          </p:cNvSpPr>
          <p:nvPr>
            <p:extLst>
              <p:ext uri="{386F3935-93C4-4BCD-93E2-E3B085C9AB24}">
                <p16:designElem xmlns:p16="http://schemas.microsoft.com/office/powerpoint/2015/main" val="1"/>
              </p:ext>
            </p:extLst>
          </p:nvPr>
        </p:nvSpPr>
        <p:spPr>
          <a:xfrm rot="16200000">
            <a:off x="2275865" y="-511"/>
            <a:ext cx="4592270" cy="9144001"/>
          </a:xfrm>
          <a:prstGeom prst="rect">
            <a:avLst/>
          </a:prstGeom>
          <a:gradFill>
            <a:gsLst>
              <a:gs pos="35000">
                <a:schemeClr val="tx1">
                  <a:alpha val="46000"/>
                </a:schemeClr>
              </a:gs>
              <a:gs pos="21000">
                <a:schemeClr val="tx1">
                  <a:alpha val="30000"/>
                </a:schemeClr>
              </a:gs>
              <a:gs pos="0">
                <a:schemeClr val="tx1">
                  <a:alpha val="0"/>
                </a:schemeClr>
              </a:gs>
              <a:gs pos="100000">
                <a:schemeClr val="tx1">
                  <a:alpha val="90000"/>
                </a:schemeClr>
              </a:gs>
            </a:gsLst>
            <a:lin ang="10800000" scaled="0"/>
          </a:gradFill>
          <a:ln>
            <a:noFill/>
          </a:ln>
        </p:spPr>
        <p:style>
          <a:lnRef idx="2">
            <a:schemeClr val="accent1">
              <a:shade val="50000"/>
            </a:schemeClr>
          </a:lnRef>
          <a:fillRef idx="1">
            <a:schemeClr val="accent1"/>
          </a:fillRef>
          <a:effectRef idx="0">
            <a:schemeClr val="accent1"/>
          </a:effectRef>
          <a:fontRef idx="minor">
            <a:schemeClr val="lt1"/>
          </a:fontRef>
        </p:style>
        <p:txBody>
          <a:bodyPr rtlCol="0" anchor="ctr"/>
          <a:lstStyle/>
          <a:p>
            <a:pPr algn="ctr"/>
            <a:endParaRPr lang="en-US" dirty="0"/>
          </a:p>
        </p:txBody>
      </p:sp>
      <p:sp>
        <p:nvSpPr>
          <p:cNvPr id="4" name="Title 3">
            <a:extLst>
              <a:ext uri="{FF2B5EF4-FFF2-40B4-BE49-F238E27FC236}">
                <a16:creationId xmlns:a16="http://schemas.microsoft.com/office/drawing/2014/main" id="{B387033B-89E5-D1B1-E4D3-C0441D2C7105}"/>
              </a:ext>
            </a:extLst>
          </p:cNvPr>
          <p:cNvSpPr>
            <a:spLocks noGrp="1"/>
          </p:cNvSpPr>
          <p:nvPr>
            <p:ph type="title"/>
          </p:nvPr>
        </p:nvSpPr>
        <p:spPr>
          <a:xfrm>
            <a:off x="303414" y="3091928"/>
            <a:ext cx="6808922" cy="2387600"/>
          </a:xfrm>
        </p:spPr>
        <p:txBody>
          <a:bodyPr vert="horz" lIns="91440" tIns="45720" rIns="91440" bIns="45720" rtlCol="0" anchor="b">
            <a:normAutofit/>
          </a:bodyPr>
          <a:lstStyle/>
          <a:p>
            <a:pPr defTabSz="914400"/>
            <a:r>
              <a:rPr lang="en-US" sz="4400" b="1" dirty="0">
                <a:solidFill>
                  <a:schemeClr val="bg1"/>
                </a:solidFill>
              </a:rPr>
              <a:t>Approximate Inference in BN</a:t>
            </a:r>
          </a:p>
        </p:txBody>
      </p:sp>
      <p:sp>
        <p:nvSpPr>
          <p:cNvPr id="15" name="Rectangle: Rounded Corners 14">
            <a:extLst>
              <a:ext uri="{FF2B5EF4-FFF2-40B4-BE49-F238E27FC236}">
                <a16:creationId xmlns:a16="http://schemas.microsoft.com/office/drawing/2014/main" id="{79F40191-0F44-4FD1-82CC-ACB507C14BE6}"/>
              </a:ext>
              <a:ext uri="{C183D7F6-B498-43B3-948B-1728B52AA6E4}">
                <adec:decorative xmlns:adec="http://schemas.microsoft.com/office/drawing/2017/decorative" val="1"/>
              </a:ext>
            </a:extLst>
          </p:cNvPr>
          <p:cNvSpPr>
            <a:spLocks noGrp="1" noRot="1" noChangeAspect="1" noMove="1" noResize="1" noEditPoints="1" noAdjustHandles="1" noChangeArrowheads="1" noChangeShapeType="1" noTextEdit="1"/>
          </p:cNvSpPr>
          <p:nvPr>
            <p:extLst>
              <p:ext uri="{386F3935-93C4-4BCD-93E2-E3B085C9AB24}">
                <p16:designElem xmlns:p16="http://schemas.microsoft.com/office/powerpoint/2015/main" val="1"/>
              </p:ext>
            </p:extLst>
          </p:nvPr>
        </p:nvSpPr>
        <p:spPr>
          <a:xfrm>
            <a:off x="0" y="5575039"/>
            <a:ext cx="7339422" cy="685800"/>
          </a:xfrm>
          <a:prstGeom prst="roundRect">
            <a:avLst>
              <a:gd name="adj" fmla="val 0"/>
            </a:avLst>
          </a:prstGeom>
          <a:solidFill>
            <a:schemeClr val="accent2"/>
          </a:solidFill>
          <a:ln>
            <a:noFill/>
          </a:ln>
        </p:spPr>
        <p:style>
          <a:lnRef idx="2">
            <a:schemeClr val="accent1">
              <a:shade val="50000"/>
            </a:schemeClr>
          </a:lnRef>
          <a:fillRef idx="1">
            <a:schemeClr val="accent1"/>
          </a:fillRef>
          <a:effectRef idx="0">
            <a:schemeClr val="accent1"/>
          </a:effectRef>
          <a:fontRef idx="minor">
            <a:schemeClr val="lt1"/>
          </a:fontRef>
        </p:style>
        <p:txBody>
          <a:bodyPr rtlCol="0" anchor="ctr"/>
          <a:lstStyle/>
          <a:p>
            <a:pPr algn="ctr"/>
            <a:endParaRPr lang="en-US"/>
          </a:p>
        </p:txBody>
      </p:sp>
      <p:sp>
        <p:nvSpPr>
          <p:cNvPr id="5" name="Text Placeholder 4">
            <a:extLst>
              <a:ext uri="{FF2B5EF4-FFF2-40B4-BE49-F238E27FC236}">
                <a16:creationId xmlns:a16="http://schemas.microsoft.com/office/drawing/2014/main" id="{257E0FD8-41DC-E45F-64F3-7C903C69FD4C}"/>
              </a:ext>
            </a:extLst>
          </p:cNvPr>
          <p:cNvSpPr>
            <a:spLocks noGrp="1"/>
          </p:cNvSpPr>
          <p:nvPr>
            <p:ph type="body" idx="1"/>
          </p:nvPr>
        </p:nvSpPr>
        <p:spPr>
          <a:xfrm>
            <a:off x="303414" y="5624945"/>
            <a:ext cx="6808922" cy="592975"/>
          </a:xfrm>
        </p:spPr>
        <p:txBody>
          <a:bodyPr vert="horz" lIns="91440" tIns="45720" rIns="91440" bIns="45720" rtlCol="0" anchor="ctr">
            <a:normAutofit/>
          </a:bodyPr>
          <a:lstStyle/>
          <a:p>
            <a:pPr defTabSz="914400">
              <a:spcBef>
                <a:spcPts val="1000"/>
              </a:spcBef>
            </a:pPr>
            <a:r>
              <a:rPr lang="it-IT" sz="2400" b="1" dirty="0">
                <a:solidFill>
                  <a:schemeClr val="bg1"/>
                </a:solidFill>
              </a:rPr>
              <a:t>Markov Chain Monte Carlo Sampling </a:t>
            </a:r>
            <a:endParaRPr lang="en-US" sz="2400" b="1" dirty="0">
              <a:solidFill>
                <a:schemeClr val="bg1"/>
              </a:solidFill>
            </a:endParaRPr>
          </a:p>
        </p:txBody>
      </p:sp>
    </p:spTree>
    <p:extLst>
      <p:ext uri="{BB962C8B-B14F-4D97-AF65-F5344CB8AC3E}">
        <p14:creationId xmlns:p14="http://schemas.microsoft.com/office/powerpoint/2010/main" val="3895494311"/>
      </p:ext>
    </p:extLst>
  </p:cSld>
  <p:clrMapOvr>
    <a:masterClrMapping/>
  </p:clrMapOvr>
</p:sld>
</file>

<file path=ppt/slides/slide43.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Title 1">
            <a:extLst>
              <a:ext uri="{FF2B5EF4-FFF2-40B4-BE49-F238E27FC236}">
                <a16:creationId xmlns:a16="http://schemas.microsoft.com/office/drawing/2014/main" id="{DCC4BE89-415D-4978-8DBC-FE1AF7F5FE92}"/>
              </a:ext>
            </a:extLst>
          </p:cNvPr>
          <p:cNvSpPr>
            <a:spLocks noGrp="1"/>
          </p:cNvSpPr>
          <p:nvPr>
            <p:ph type="title"/>
          </p:nvPr>
        </p:nvSpPr>
        <p:spPr/>
        <p:txBody>
          <a:bodyPr/>
          <a:lstStyle/>
          <a:p>
            <a:r>
              <a:rPr lang="en-US" dirty="0"/>
              <a:t>Estimating Conditional Probabilities: </a:t>
            </a:r>
            <a:br>
              <a:rPr lang="en-US" dirty="0"/>
            </a:br>
            <a:r>
              <a:rPr lang="en-US" b="1" dirty="0"/>
              <a:t>Markov Chain Monte Carlo Sampling (MCMC)</a:t>
            </a:r>
          </a:p>
        </p:txBody>
      </p:sp>
      <p:sp>
        <p:nvSpPr>
          <p:cNvPr id="3" name="Content Placeholder 2">
            <a:extLst>
              <a:ext uri="{FF2B5EF4-FFF2-40B4-BE49-F238E27FC236}">
                <a16:creationId xmlns:a16="http://schemas.microsoft.com/office/drawing/2014/main" id="{7112C883-9A9E-485C-A74A-3B703F5AE7E1}"/>
              </a:ext>
            </a:extLst>
          </p:cNvPr>
          <p:cNvSpPr>
            <a:spLocks noGrp="1"/>
          </p:cNvSpPr>
          <p:nvPr>
            <p:ph idx="1"/>
          </p:nvPr>
        </p:nvSpPr>
        <p:spPr/>
        <p:txBody>
          <a:bodyPr>
            <a:normAutofit fontScale="92500" lnSpcReduction="20000"/>
          </a:bodyPr>
          <a:lstStyle/>
          <a:p>
            <a:r>
              <a:rPr lang="en-US" b="1" dirty="0"/>
              <a:t>Idea</a:t>
            </a:r>
            <a:r>
              <a:rPr lang="en-US" dirty="0"/>
              <a:t>: Instead of creating each sample individually from scratch, </a:t>
            </a:r>
            <a:r>
              <a:rPr lang="en-US" b="1" dirty="0">
                <a:solidFill>
                  <a:srgbClr val="FF0000"/>
                </a:solidFill>
              </a:rPr>
              <a:t>generate a sequence of samples</a:t>
            </a:r>
            <a:r>
              <a:rPr lang="en-US" dirty="0"/>
              <a:t>.</a:t>
            </a:r>
          </a:p>
          <a:p>
            <a:r>
              <a:rPr lang="en-US" dirty="0"/>
              <a:t>The next sample in the sequence is created by making random changes to the current sample. Changes are controlled by a </a:t>
            </a:r>
            <a:r>
              <a:rPr lang="en-US" b="1" dirty="0"/>
              <a:t>Markov Chain</a:t>
            </a:r>
            <a:r>
              <a:rPr lang="en-US" dirty="0"/>
              <a:t> (MC) that is specifically created to have the desired probability distribution as its stationary distribution.</a:t>
            </a:r>
          </a:p>
          <a:p>
            <a:r>
              <a:rPr lang="en-US" dirty="0"/>
              <a:t>The stationary distribution of a MC can be estimated using </a:t>
            </a:r>
            <a:r>
              <a:rPr lang="en-US" b="1" dirty="0"/>
              <a:t>Monte Carlo </a:t>
            </a:r>
            <a:r>
              <a:rPr lang="en-US" dirty="0"/>
              <a:t>simulation by counting how often each state (=sample) is reached in a random walk through the MC.</a:t>
            </a:r>
          </a:p>
          <a:p>
            <a:r>
              <a:rPr lang="en-US" dirty="0"/>
              <a:t>Algorithms:</a:t>
            </a:r>
          </a:p>
          <a:p>
            <a:pPr marL="800100" lvl="1" indent="-457200">
              <a:buFont typeface="+mj-lt"/>
              <a:buAutoNum type="arabicPeriod"/>
            </a:pPr>
            <a:r>
              <a:rPr lang="en-US" b="1" dirty="0"/>
              <a:t>Gibbs sampling </a:t>
            </a:r>
            <a:r>
              <a:rPr lang="en-US" dirty="0"/>
              <a:t>works well for BNs since it needs conditional probabilities and we have </a:t>
            </a:r>
            <a:r>
              <a:rPr lang="en-US" dirty="0" err="1"/>
              <a:t>CPTs.</a:t>
            </a:r>
            <a:endParaRPr lang="en-US" dirty="0"/>
          </a:p>
          <a:p>
            <a:pPr marL="800100" lvl="1" indent="-457200">
              <a:buFont typeface="+mj-lt"/>
              <a:buAutoNum type="arabicPeriod"/>
            </a:pPr>
            <a:r>
              <a:rPr lang="en-US" b="1" dirty="0"/>
              <a:t>Metropolis-Hastings</a:t>
            </a:r>
            <a:r>
              <a:rPr lang="en-US" dirty="0"/>
              <a:t> sampling is more general.</a:t>
            </a:r>
          </a:p>
          <a:p>
            <a:pPr marL="0" indent="0">
              <a:buNone/>
            </a:pPr>
            <a:endParaRPr lang="en-US" i="1" dirty="0"/>
          </a:p>
          <a:p>
            <a:pPr marL="0" indent="0">
              <a:buNone/>
            </a:pPr>
            <a:r>
              <a:rPr lang="en-US" b="1" dirty="0"/>
              <a:t>Notes: </a:t>
            </a:r>
          </a:p>
          <a:p>
            <a:pPr lvl="1"/>
            <a:r>
              <a:rPr lang="en-US" dirty="0"/>
              <a:t>MCMC with Gibbs sampling is the most popular inference method.</a:t>
            </a:r>
            <a:endParaRPr lang="en-US" i="1" dirty="0"/>
          </a:p>
          <a:p>
            <a:pPr lvl="1"/>
            <a:r>
              <a:rPr lang="en-US" dirty="0"/>
              <a:t>Simulated annealing local search is related to MCMC algorithms.</a:t>
            </a:r>
          </a:p>
        </p:txBody>
      </p:sp>
    </p:spTree>
    <p:extLst>
      <p:ext uri="{BB962C8B-B14F-4D97-AF65-F5344CB8AC3E}">
        <p14:creationId xmlns:p14="http://schemas.microsoft.com/office/powerpoint/2010/main" val="3473424159"/>
      </p:ext>
    </p:extLst>
  </p:cSld>
  <p:clrMapOvr>
    <a:masterClrMapping/>
  </p:clrMapOvr>
  <p:timing>
    <p:tnLst>
      <p:par>
        <p:cTn id="1" dur="indefinite" restart="never" nodeType="tmRoot">
          <p:childTnLst>
            <p:seq concurrent="1" nextAc="seek">
              <p:cTn id="2" dur="indefinite" nodeType="mainSeq">
                <p:childTnLst>
                  <p:par>
                    <p:cTn id="3" fill="hold">
                      <p:stCondLst>
                        <p:cond delay="indefinite"/>
                      </p:stCondLst>
                      <p:childTnLst>
                        <p:par>
                          <p:cTn id="4" fill="hold">
                            <p:stCondLst>
                              <p:cond delay="0"/>
                            </p:stCondLst>
                            <p:childTnLst>
                              <p:par>
                                <p:cTn id="5" presetID="1" presetClass="entr" presetSubtype="0" fill="hold" grpId="0" nodeType="clickEffect">
                                  <p:stCondLst>
                                    <p:cond delay="0"/>
                                  </p:stCondLst>
                                  <p:childTnLst>
                                    <p:set>
                                      <p:cBhvr>
                                        <p:cTn id="6" dur="1" fill="hold">
                                          <p:stCondLst>
                                            <p:cond delay="0"/>
                                          </p:stCondLst>
                                        </p:cTn>
                                        <p:tgtEl>
                                          <p:spTgt spid="3">
                                            <p:txEl>
                                              <p:pRg st="0" end="0"/>
                                            </p:txEl>
                                          </p:spTgt>
                                        </p:tgtEl>
                                        <p:attrNameLst>
                                          <p:attrName>style.visibility</p:attrName>
                                        </p:attrNameLst>
                                      </p:cBhvr>
                                      <p:to>
                                        <p:strVal val="visible"/>
                                      </p:to>
                                    </p:set>
                                  </p:childTnLst>
                                </p:cTn>
                              </p:par>
                            </p:childTnLst>
                          </p:cTn>
                        </p:par>
                      </p:childTnLst>
                    </p:cTn>
                  </p:par>
                  <p:par>
                    <p:cTn id="7" fill="hold">
                      <p:stCondLst>
                        <p:cond delay="indefinite"/>
                      </p:stCondLst>
                      <p:childTnLst>
                        <p:par>
                          <p:cTn id="8" fill="hold">
                            <p:stCondLst>
                              <p:cond delay="0"/>
                            </p:stCondLst>
                            <p:childTnLst>
                              <p:par>
                                <p:cTn id="9" presetID="1" presetClass="entr" presetSubtype="0" fill="hold" grpId="0" nodeType="clickEffect">
                                  <p:stCondLst>
                                    <p:cond delay="0"/>
                                  </p:stCondLst>
                                  <p:childTnLst>
                                    <p:set>
                                      <p:cBhvr>
                                        <p:cTn id="10" dur="1" fill="hold">
                                          <p:stCondLst>
                                            <p:cond delay="0"/>
                                          </p:stCondLst>
                                        </p:cTn>
                                        <p:tgtEl>
                                          <p:spTgt spid="3">
                                            <p:txEl>
                                              <p:pRg st="1" end="1"/>
                                            </p:txEl>
                                          </p:spTgt>
                                        </p:tgtEl>
                                        <p:attrNameLst>
                                          <p:attrName>style.visibility</p:attrName>
                                        </p:attrNameLst>
                                      </p:cBhvr>
                                      <p:to>
                                        <p:strVal val="visible"/>
                                      </p:to>
                                    </p:set>
                                  </p:childTnLst>
                                </p:cTn>
                              </p:par>
                            </p:childTnLst>
                          </p:cTn>
                        </p:par>
                      </p:childTnLst>
                    </p:cTn>
                  </p:par>
                  <p:par>
                    <p:cTn id="11" fill="hold">
                      <p:stCondLst>
                        <p:cond delay="indefinite"/>
                      </p:stCondLst>
                      <p:childTnLst>
                        <p:par>
                          <p:cTn id="12" fill="hold">
                            <p:stCondLst>
                              <p:cond delay="0"/>
                            </p:stCondLst>
                            <p:childTnLst>
                              <p:par>
                                <p:cTn id="13" presetID="1" presetClass="entr" presetSubtype="0" fill="hold" grpId="0" nodeType="clickEffect">
                                  <p:stCondLst>
                                    <p:cond delay="0"/>
                                  </p:stCondLst>
                                  <p:childTnLst>
                                    <p:set>
                                      <p:cBhvr>
                                        <p:cTn id="14" dur="1" fill="hold">
                                          <p:stCondLst>
                                            <p:cond delay="0"/>
                                          </p:stCondLst>
                                        </p:cTn>
                                        <p:tgtEl>
                                          <p:spTgt spid="3">
                                            <p:txEl>
                                              <p:pRg st="2" end="2"/>
                                            </p:txEl>
                                          </p:spTgt>
                                        </p:tgtEl>
                                        <p:attrNameLst>
                                          <p:attrName>style.visibility</p:attrName>
                                        </p:attrNameLst>
                                      </p:cBhvr>
                                      <p:to>
                                        <p:strVal val="visible"/>
                                      </p:to>
                                    </p:set>
                                  </p:childTnLst>
                                </p:cTn>
                              </p:par>
                            </p:childTnLst>
                          </p:cTn>
                        </p:par>
                      </p:childTnLst>
                    </p:cTn>
                  </p:par>
                  <p:par>
                    <p:cTn id="15" fill="hold">
                      <p:stCondLst>
                        <p:cond delay="indefinite"/>
                      </p:stCondLst>
                      <p:childTnLst>
                        <p:par>
                          <p:cTn id="16" fill="hold">
                            <p:stCondLst>
                              <p:cond delay="0"/>
                            </p:stCondLst>
                            <p:childTnLst>
                              <p:par>
                                <p:cTn id="17" presetID="1" presetClass="entr" presetSubtype="0" fill="hold" grpId="0" nodeType="clickEffect">
                                  <p:stCondLst>
                                    <p:cond delay="0"/>
                                  </p:stCondLst>
                                  <p:childTnLst>
                                    <p:set>
                                      <p:cBhvr>
                                        <p:cTn id="18" dur="1" fill="hold">
                                          <p:stCondLst>
                                            <p:cond delay="0"/>
                                          </p:stCondLst>
                                        </p:cTn>
                                        <p:tgtEl>
                                          <p:spTgt spid="3">
                                            <p:txEl>
                                              <p:pRg st="3" end="3"/>
                                            </p:txEl>
                                          </p:spTgt>
                                        </p:tgtEl>
                                        <p:attrNameLst>
                                          <p:attrName>style.visibility</p:attrName>
                                        </p:attrNameLst>
                                      </p:cBhvr>
                                      <p:to>
                                        <p:strVal val="visible"/>
                                      </p:to>
                                    </p:set>
                                  </p:childTnLst>
                                </p:cTn>
                              </p:par>
                              <p:par>
                                <p:cTn id="19" presetID="1" presetClass="entr" presetSubtype="0" fill="hold" grpId="0" nodeType="withEffect">
                                  <p:stCondLst>
                                    <p:cond delay="0"/>
                                  </p:stCondLst>
                                  <p:childTnLst>
                                    <p:set>
                                      <p:cBhvr>
                                        <p:cTn id="20" dur="1" fill="hold">
                                          <p:stCondLst>
                                            <p:cond delay="0"/>
                                          </p:stCondLst>
                                        </p:cTn>
                                        <p:tgtEl>
                                          <p:spTgt spid="3">
                                            <p:txEl>
                                              <p:pRg st="4" end="4"/>
                                            </p:txEl>
                                          </p:spTgt>
                                        </p:tgtEl>
                                        <p:attrNameLst>
                                          <p:attrName>style.visibility</p:attrName>
                                        </p:attrNameLst>
                                      </p:cBhvr>
                                      <p:to>
                                        <p:strVal val="visible"/>
                                      </p:to>
                                    </p:set>
                                  </p:childTnLst>
                                </p:cTn>
                              </p:par>
                              <p:par>
                                <p:cTn id="21" presetID="1" presetClass="entr" presetSubtype="0" fill="hold" grpId="0" nodeType="withEffect">
                                  <p:stCondLst>
                                    <p:cond delay="0"/>
                                  </p:stCondLst>
                                  <p:childTnLst>
                                    <p:set>
                                      <p:cBhvr>
                                        <p:cTn id="22" dur="1" fill="hold">
                                          <p:stCondLst>
                                            <p:cond delay="0"/>
                                          </p:stCondLst>
                                        </p:cTn>
                                        <p:tgtEl>
                                          <p:spTgt spid="3">
                                            <p:txEl>
                                              <p:pRg st="5" end="5"/>
                                            </p:txEl>
                                          </p:spTgt>
                                        </p:tgtEl>
                                        <p:attrNameLst>
                                          <p:attrName>style.visibility</p:attrName>
                                        </p:attrNameLst>
                                      </p:cBhvr>
                                      <p:to>
                                        <p:strVal val="visible"/>
                                      </p:to>
                                    </p:set>
                                  </p:childTnLst>
                                </p:cTn>
                              </p:par>
                            </p:childTnLst>
                          </p:cTn>
                        </p:par>
                      </p:childTnLst>
                    </p:cTn>
                  </p:par>
                  <p:par>
                    <p:cTn id="23" fill="hold">
                      <p:stCondLst>
                        <p:cond delay="indefinite"/>
                      </p:stCondLst>
                      <p:childTnLst>
                        <p:par>
                          <p:cTn id="24" fill="hold">
                            <p:stCondLst>
                              <p:cond delay="0"/>
                            </p:stCondLst>
                            <p:childTnLst>
                              <p:par>
                                <p:cTn id="25" presetID="1" presetClass="entr" presetSubtype="0" fill="hold" grpId="0" nodeType="clickEffect">
                                  <p:stCondLst>
                                    <p:cond delay="0"/>
                                  </p:stCondLst>
                                  <p:childTnLst>
                                    <p:set>
                                      <p:cBhvr>
                                        <p:cTn id="26" dur="1" fill="hold">
                                          <p:stCondLst>
                                            <p:cond delay="0"/>
                                          </p:stCondLst>
                                        </p:cTn>
                                        <p:tgtEl>
                                          <p:spTgt spid="3">
                                            <p:txEl>
                                              <p:pRg st="7" end="7"/>
                                            </p:txEl>
                                          </p:spTgt>
                                        </p:tgtEl>
                                        <p:attrNameLst>
                                          <p:attrName>style.visibility</p:attrName>
                                        </p:attrNameLst>
                                      </p:cBhvr>
                                      <p:to>
                                        <p:strVal val="visible"/>
                                      </p:to>
                                    </p:set>
                                  </p:childTnLst>
                                </p:cTn>
                              </p:par>
                              <p:par>
                                <p:cTn id="27" presetID="1" presetClass="entr" presetSubtype="0" fill="hold" grpId="0" nodeType="withEffect">
                                  <p:stCondLst>
                                    <p:cond delay="0"/>
                                  </p:stCondLst>
                                  <p:childTnLst>
                                    <p:set>
                                      <p:cBhvr>
                                        <p:cTn id="28" dur="1" fill="hold">
                                          <p:stCondLst>
                                            <p:cond delay="0"/>
                                          </p:stCondLst>
                                        </p:cTn>
                                        <p:tgtEl>
                                          <p:spTgt spid="3">
                                            <p:txEl>
                                              <p:pRg st="8" end="8"/>
                                            </p:txEl>
                                          </p:spTgt>
                                        </p:tgtEl>
                                        <p:attrNameLst>
                                          <p:attrName>style.visibility</p:attrName>
                                        </p:attrNameLst>
                                      </p:cBhvr>
                                      <p:to>
                                        <p:strVal val="visible"/>
                                      </p:to>
                                    </p:set>
                                  </p:childTnLst>
                                </p:cTn>
                              </p:par>
                              <p:par>
                                <p:cTn id="29" presetID="1" presetClass="entr" presetSubtype="0" fill="hold" grpId="0" nodeType="withEffect">
                                  <p:stCondLst>
                                    <p:cond delay="0"/>
                                  </p:stCondLst>
                                  <p:childTnLst>
                                    <p:set>
                                      <p:cBhvr>
                                        <p:cTn id="30" dur="1" fill="hold">
                                          <p:stCondLst>
                                            <p:cond delay="0"/>
                                          </p:stCondLst>
                                        </p:cTn>
                                        <p:tgtEl>
                                          <p:spTgt spid="3">
                                            <p:txEl>
                                              <p:pRg st="9" end="9"/>
                                            </p:txEl>
                                          </p:spTgt>
                                        </p:tgtEl>
                                        <p:attrNameLst>
                                          <p:attrName>style.visibility</p:attrName>
                                        </p:attrNameLst>
                                      </p:cBhvr>
                                      <p:to>
                                        <p:strVal val="visible"/>
                                      </p:to>
                                    </p:set>
                                  </p:childTnLst>
                                </p:cTn>
                              </p:par>
                            </p:childTnLst>
                          </p:cTn>
                        </p:par>
                      </p:childTnLst>
                    </p:cTn>
                  </p:par>
                </p:childTnLst>
              </p:cTn>
              <p:prevCondLst>
                <p:cond evt="onPrev" delay="0">
                  <p:tgtEl>
                    <p:sldTgt/>
                  </p:tgtEl>
                </p:cond>
              </p:prevCondLst>
              <p:nextCondLst>
                <p:cond evt="onNext" delay="0">
                  <p:tgtEl>
                    <p:sldTgt/>
                  </p:tgtEl>
                </p:cond>
              </p:nextCondLst>
            </p:seq>
          </p:childTnLst>
        </p:cTn>
      </p:par>
    </p:tnLst>
    <p:bldLst>
      <p:bldP spid="3" grpId="0" uiExpand="1" build="p"/>
    </p:bldLst>
  </p:timing>
</p:sld>
</file>

<file path=ppt/slides/slide44.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Title 1">
            <a:extLst>
              <a:ext uri="{FF2B5EF4-FFF2-40B4-BE49-F238E27FC236}">
                <a16:creationId xmlns:a16="http://schemas.microsoft.com/office/drawing/2014/main" id="{DCC4BE89-415D-4978-8DBC-FE1AF7F5FE92}"/>
              </a:ext>
            </a:extLst>
          </p:cNvPr>
          <p:cNvSpPr>
            <a:spLocks noGrp="1"/>
          </p:cNvSpPr>
          <p:nvPr>
            <p:ph type="title"/>
          </p:nvPr>
        </p:nvSpPr>
        <p:spPr/>
        <p:txBody>
          <a:bodyPr/>
          <a:lstStyle/>
          <a:p>
            <a:r>
              <a:rPr lang="en-US" dirty="0"/>
              <a:t>Gibbs Sampling in Bayes Networks</a:t>
            </a:r>
          </a:p>
        </p:txBody>
      </p:sp>
      <mc:AlternateContent xmlns:mc="http://schemas.openxmlformats.org/markup-compatibility/2006" xmlns:a14="http://schemas.microsoft.com/office/drawing/2010/main">
        <mc:Choice Requires="a14">
          <p:sp>
            <p:nvSpPr>
              <p:cNvPr id="3" name="Content Placeholder 2">
                <a:extLst>
                  <a:ext uri="{FF2B5EF4-FFF2-40B4-BE49-F238E27FC236}">
                    <a16:creationId xmlns:a16="http://schemas.microsoft.com/office/drawing/2014/main" id="{7112C883-9A9E-485C-A74A-3B703F5AE7E1}"/>
                  </a:ext>
                </a:extLst>
              </p:cNvPr>
              <p:cNvSpPr>
                <a:spLocks noGrp="1"/>
              </p:cNvSpPr>
              <p:nvPr>
                <p:ph idx="1"/>
              </p:nvPr>
            </p:nvSpPr>
            <p:spPr>
              <a:xfrm>
                <a:off x="762000" y="4756821"/>
                <a:ext cx="7753350" cy="1872579"/>
              </a:xfrm>
            </p:spPr>
            <p:txBody>
              <a:bodyPr>
                <a:normAutofit fontScale="92500" lnSpcReduction="20000"/>
              </a:bodyPr>
              <a:lstStyle/>
              <a:p>
                <a:pPr marL="0" indent="0">
                  <a:buNone/>
                </a:pPr>
                <a14:m>
                  <m:oMath xmlns:m="http://schemas.openxmlformats.org/officeDocument/2006/math">
                    <m:r>
                      <a:rPr lang="en-US" b="0" i="1" smtClean="0">
                        <a:latin typeface="Cambria Math" panose="02040503050406030204" pitchFamily="18" charset="0"/>
                      </a:rPr>
                      <m:t>𝑚𝑏</m:t>
                    </m:r>
                    <m:r>
                      <a:rPr lang="en-US" b="0" i="1" smtClean="0">
                        <a:latin typeface="Cambria Math" panose="02040503050406030204" pitchFamily="18" charset="0"/>
                      </a:rPr>
                      <m:t>(</m:t>
                    </m:r>
                    <m:sSub>
                      <m:sSubPr>
                        <m:ctrlPr>
                          <a:rPr lang="en-US" b="0" i="1" smtClean="0">
                            <a:latin typeface="Cambria Math" panose="02040503050406030204" pitchFamily="18" charset="0"/>
                          </a:rPr>
                        </m:ctrlPr>
                      </m:sSubPr>
                      <m:e>
                        <m:r>
                          <a:rPr lang="en-US" b="0" i="1" smtClean="0">
                            <a:latin typeface="Cambria Math" panose="02040503050406030204" pitchFamily="18" charset="0"/>
                          </a:rPr>
                          <m:t>𝑍</m:t>
                        </m:r>
                      </m:e>
                      <m:sub>
                        <m:r>
                          <a:rPr lang="en-US" b="0" i="1" smtClean="0">
                            <a:latin typeface="Cambria Math" panose="02040503050406030204" pitchFamily="18" charset="0"/>
                          </a:rPr>
                          <m:t>𝑖</m:t>
                        </m:r>
                      </m:sub>
                    </m:sSub>
                    <m:r>
                      <a:rPr lang="en-US" b="0" i="1" smtClean="0">
                        <a:latin typeface="Cambria Math" panose="02040503050406030204" pitchFamily="18" charset="0"/>
                      </a:rPr>
                      <m:t>)</m:t>
                    </m:r>
                  </m:oMath>
                </a14:m>
                <a:r>
                  <a:rPr lang="en-US" dirty="0"/>
                  <a:t> is the Markov blanket of random variable </a:t>
                </a:r>
                <a14:m>
                  <m:oMath xmlns:m="http://schemas.openxmlformats.org/officeDocument/2006/math">
                    <m:sSub>
                      <m:sSubPr>
                        <m:ctrlPr>
                          <a:rPr lang="en-US" b="0" i="1" smtClean="0">
                            <a:latin typeface="Cambria Math" panose="02040503050406030204" pitchFamily="18" charset="0"/>
                          </a:rPr>
                        </m:ctrlPr>
                      </m:sSubPr>
                      <m:e>
                        <m:r>
                          <a:rPr lang="en-US" b="0" i="1" smtClean="0">
                            <a:latin typeface="Cambria Math" panose="02040503050406030204" pitchFamily="18" charset="0"/>
                          </a:rPr>
                          <m:t>𝑍</m:t>
                        </m:r>
                      </m:e>
                      <m:sub>
                        <m:r>
                          <a:rPr lang="en-US" b="0" i="1" smtClean="0">
                            <a:latin typeface="Cambria Math" panose="02040503050406030204" pitchFamily="18" charset="0"/>
                          </a:rPr>
                          <m:t>𝑖</m:t>
                        </m:r>
                      </m:sub>
                    </m:sSub>
                  </m:oMath>
                </a14:m>
                <a:r>
                  <a:rPr lang="en-US" dirty="0"/>
                  <a:t>. The Markov blanket of a variable consists of all variables it can be dependent on:</a:t>
                </a:r>
              </a:p>
              <a:p>
                <a:pPr lvl="1"/>
                <a:r>
                  <a:rPr lang="en-US" dirty="0"/>
                  <a:t>common cause: parents</a:t>
                </a:r>
              </a:p>
              <a:p>
                <a:pPr lvl="1"/>
                <a:r>
                  <a:rPr lang="en-US" dirty="0"/>
                  <a:t>common effects: parents of children</a:t>
                </a:r>
                <a:endParaRPr lang="en-US" sz="1800" b="0" i="1" dirty="0">
                  <a:latin typeface="Cambria Math" panose="02040503050406030204" pitchFamily="18" charset="0"/>
                </a:endParaRPr>
              </a:p>
              <a:p>
                <a:pPr marL="0" indent="0">
                  <a:buNone/>
                </a:pPr>
                <a14:m>
                  <m:oMathPara xmlns:m="http://schemas.openxmlformats.org/officeDocument/2006/math">
                    <m:oMathParaPr>
                      <m:jc m:val="centerGroup"/>
                    </m:oMathParaPr>
                    <m:oMath xmlns:m="http://schemas.openxmlformats.org/officeDocument/2006/math">
                      <m:r>
                        <a:rPr lang="en-US" sz="1800" b="0" i="1" smtClean="0">
                          <a:latin typeface="Cambria Math" panose="02040503050406030204" pitchFamily="18" charset="0"/>
                        </a:rPr>
                        <m:t>𝑃</m:t>
                      </m:r>
                      <m:d>
                        <m:dPr>
                          <m:ctrlPr>
                            <a:rPr lang="en-US" sz="1800" b="0" i="1" smtClean="0">
                              <a:latin typeface="Cambria Math" panose="02040503050406030204" pitchFamily="18" charset="0"/>
                            </a:rPr>
                          </m:ctrlPr>
                        </m:dPr>
                        <m:e>
                          <m:sSub>
                            <m:sSubPr>
                              <m:ctrlPr>
                                <a:rPr lang="en-US" sz="1800" b="0" i="1" smtClean="0">
                                  <a:latin typeface="Cambria Math" panose="02040503050406030204" pitchFamily="18" charset="0"/>
                                </a:rPr>
                              </m:ctrlPr>
                            </m:sSubPr>
                            <m:e>
                              <m:r>
                                <a:rPr lang="en-US" sz="1800" b="0" i="1" smtClean="0">
                                  <a:latin typeface="Cambria Math" panose="02040503050406030204" pitchFamily="18" charset="0"/>
                                </a:rPr>
                                <m:t>𝑧</m:t>
                              </m:r>
                            </m:e>
                            <m:sub>
                              <m:r>
                                <a:rPr lang="en-US" sz="1800" b="0" i="1" smtClean="0">
                                  <a:latin typeface="Cambria Math" panose="02040503050406030204" pitchFamily="18" charset="0"/>
                                </a:rPr>
                                <m:t>𝑖</m:t>
                              </m:r>
                            </m:sub>
                          </m:sSub>
                        </m:e>
                        <m:e>
                          <m:r>
                            <a:rPr lang="en-US" sz="1800" b="0" i="1" smtClean="0">
                              <a:latin typeface="Cambria Math" panose="02040503050406030204" pitchFamily="18" charset="0"/>
                            </a:rPr>
                            <m:t>𝑚𝑏</m:t>
                          </m:r>
                          <m:d>
                            <m:dPr>
                              <m:ctrlPr>
                                <a:rPr lang="en-US" sz="1800" b="0" i="1" smtClean="0">
                                  <a:latin typeface="Cambria Math" panose="02040503050406030204" pitchFamily="18" charset="0"/>
                                </a:rPr>
                              </m:ctrlPr>
                            </m:dPr>
                            <m:e>
                              <m:sSub>
                                <m:sSubPr>
                                  <m:ctrlPr>
                                    <a:rPr lang="en-US" sz="1800" b="0" i="1" smtClean="0">
                                      <a:latin typeface="Cambria Math" panose="02040503050406030204" pitchFamily="18" charset="0"/>
                                    </a:rPr>
                                  </m:ctrlPr>
                                </m:sSubPr>
                                <m:e>
                                  <m:r>
                                    <a:rPr lang="en-US" sz="1800" b="0" i="1" smtClean="0">
                                      <a:latin typeface="Cambria Math" panose="02040503050406030204" pitchFamily="18" charset="0"/>
                                    </a:rPr>
                                    <m:t>𝑍</m:t>
                                  </m:r>
                                </m:e>
                                <m:sub>
                                  <m:r>
                                    <a:rPr lang="en-US" sz="1800" b="0" i="1" smtClean="0">
                                      <a:latin typeface="Cambria Math" panose="02040503050406030204" pitchFamily="18" charset="0"/>
                                    </a:rPr>
                                    <m:t>𝑖</m:t>
                                  </m:r>
                                </m:sub>
                              </m:sSub>
                            </m:e>
                          </m:d>
                        </m:e>
                      </m:d>
                      <m:r>
                        <a:rPr lang="en-US" sz="1800" b="0" i="1" smtClean="0">
                          <a:latin typeface="Cambria Math" panose="02040503050406030204" pitchFamily="18" charset="0"/>
                        </a:rPr>
                        <m:t>=</m:t>
                      </m:r>
                      <m:r>
                        <a:rPr lang="en-US" sz="1800" b="0" i="1" smtClean="0">
                          <a:latin typeface="Cambria Math" panose="02040503050406030204" pitchFamily="18" charset="0"/>
                        </a:rPr>
                        <m:t>𝛼</m:t>
                      </m:r>
                      <m:r>
                        <a:rPr lang="en-US" sz="1800" b="0" i="1" smtClean="0">
                          <a:latin typeface="Cambria Math" panose="02040503050406030204" pitchFamily="18" charset="0"/>
                        </a:rPr>
                        <m:t>𝑃</m:t>
                      </m:r>
                      <m:d>
                        <m:dPr>
                          <m:endChr m:val="|"/>
                          <m:ctrlPr>
                            <a:rPr lang="en-US" sz="1800" b="0" i="1" smtClean="0">
                              <a:latin typeface="Cambria Math" panose="02040503050406030204" pitchFamily="18" charset="0"/>
                            </a:rPr>
                          </m:ctrlPr>
                        </m:dPr>
                        <m:e>
                          <m:sSub>
                            <m:sSubPr>
                              <m:ctrlPr>
                                <a:rPr lang="en-US" sz="1800" b="0" i="1" smtClean="0">
                                  <a:latin typeface="Cambria Math" panose="02040503050406030204" pitchFamily="18" charset="0"/>
                                </a:rPr>
                              </m:ctrlPr>
                            </m:sSubPr>
                            <m:e>
                              <m:r>
                                <a:rPr lang="en-US" sz="1800" b="0" i="1" smtClean="0">
                                  <a:latin typeface="Cambria Math" panose="02040503050406030204" pitchFamily="18" charset="0"/>
                                </a:rPr>
                                <m:t>𝑧</m:t>
                              </m:r>
                            </m:e>
                            <m:sub>
                              <m:r>
                                <a:rPr lang="en-US" sz="1800" b="0" i="1" smtClean="0">
                                  <a:latin typeface="Cambria Math" panose="02040503050406030204" pitchFamily="18" charset="0"/>
                                </a:rPr>
                                <m:t>𝑖</m:t>
                              </m:r>
                            </m:sub>
                          </m:sSub>
                        </m:e>
                      </m:d>
                      <m:r>
                        <a:rPr lang="en-US" sz="1800" b="0" i="1" smtClean="0">
                          <a:latin typeface="Cambria Math" panose="02040503050406030204" pitchFamily="18" charset="0"/>
                        </a:rPr>
                        <m:t>𝑝𝑎𝑟𝑒𝑛𝑡𝑠</m:t>
                      </m:r>
                      <m:r>
                        <a:rPr lang="en-US" sz="1800" b="0" i="1" smtClean="0">
                          <a:latin typeface="Cambria Math" panose="02040503050406030204" pitchFamily="18" charset="0"/>
                        </a:rPr>
                        <m:t>(</m:t>
                      </m:r>
                      <m:sSub>
                        <m:sSubPr>
                          <m:ctrlPr>
                            <a:rPr lang="en-US" sz="1800" b="0" i="1" smtClean="0">
                              <a:latin typeface="Cambria Math" panose="02040503050406030204" pitchFamily="18" charset="0"/>
                            </a:rPr>
                          </m:ctrlPr>
                        </m:sSubPr>
                        <m:e>
                          <m:r>
                            <a:rPr lang="en-US" sz="1800" b="0" i="1" smtClean="0">
                              <a:latin typeface="Cambria Math" panose="02040503050406030204" pitchFamily="18" charset="0"/>
                            </a:rPr>
                            <m:t>𝑍</m:t>
                          </m:r>
                        </m:e>
                        <m:sub>
                          <m:r>
                            <a:rPr lang="en-US" sz="1800" b="0" i="1" smtClean="0">
                              <a:latin typeface="Cambria Math" panose="02040503050406030204" pitchFamily="18" charset="0"/>
                            </a:rPr>
                            <m:t>𝑖</m:t>
                          </m:r>
                        </m:sub>
                      </m:sSub>
                      <m:r>
                        <a:rPr lang="en-US" sz="1800" b="0" i="1" smtClean="0">
                          <a:latin typeface="Cambria Math" panose="02040503050406030204" pitchFamily="18" charset="0"/>
                        </a:rPr>
                        <m:t>)) </m:t>
                      </m:r>
                      <m:nary>
                        <m:naryPr>
                          <m:chr m:val="∏"/>
                          <m:supHide m:val="on"/>
                          <m:ctrlPr>
                            <a:rPr lang="en-US" sz="1800" b="0" i="1" smtClean="0">
                              <a:latin typeface="Cambria Math" panose="02040503050406030204" pitchFamily="18" charset="0"/>
                            </a:rPr>
                          </m:ctrlPr>
                        </m:naryPr>
                        <m:sub>
                          <m:sSub>
                            <m:sSubPr>
                              <m:ctrlPr>
                                <a:rPr lang="en-US" sz="1800" b="0" i="1" smtClean="0">
                                  <a:latin typeface="Cambria Math" panose="02040503050406030204" pitchFamily="18" charset="0"/>
                                </a:rPr>
                              </m:ctrlPr>
                            </m:sSubPr>
                            <m:e>
                              <m:r>
                                <m:rPr>
                                  <m:brk m:alnAt="7"/>
                                </m:rPr>
                                <a:rPr lang="en-US" sz="1800" b="0" i="1" smtClean="0">
                                  <a:latin typeface="Cambria Math" panose="02040503050406030204" pitchFamily="18" charset="0"/>
                                </a:rPr>
                                <m:t>𝑌</m:t>
                              </m:r>
                            </m:e>
                            <m:sub>
                              <m:r>
                                <m:rPr>
                                  <m:brk m:alnAt="7"/>
                                </m:rPr>
                                <a:rPr lang="en-US" sz="1800" b="0" i="1" smtClean="0">
                                  <a:latin typeface="Cambria Math" panose="02040503050406030204" pitchFamily="18" charset="0"/>
                                </a:rPr>
                                <m:t>𝑖</m:t>
                              </m:r>
                            </m:sub>
                          </m:sSub>
                          <m:r>
                            <a:rPr lang="en-US" sz="1800" b="0" i="1" smtClean="0">
                              <a:latin typeface="Cambria Math" panose="02040503050406030204" pitchFamily="18" charset="0"/>
                            </a:rPr>
                            <m:t>∈</m:t>
                          </m:r>
                          <m:r>
                            <a:rPr lang="en-US" sz="1800" b="0" i="1" smtClean="0">
                              <a:latin typeface="Cambria Math" panose="02040503050406030204" pitchFamily="18" charset="0"/>
                            </a:rPr>
                            <m:t>𝑐h𝑖𝑙𝑑𝑟𝑒𝑛</m:t>
                          </m:r>
                          <m:r>
                            <a:rPr lang="en-US" sz="1800" b="0" i="1" smtClean="0">
                              <a:latin typeface="Cambria Math" panose="02040503050406030204" pitchFamily="18" charset="0"/>
                            </a:rPr>
                            <m:t>(</m:t>
                          </m:r>
                          <m:sSub>
                            <m:sSubPr>
                              <m:ctrlPr>
                                <a:rPr lang="en-US" sz="1800" b="0" i="1" smtClean="0">
                                  <a:latin typeface="Cambria Math" panose="02040503050406030204" pitchFamily="18" charset="0"/>
                                </a:rPr>
                              </m:ctrlPr>
                            </m:sSubPr>
                            <m:e>
                              <m:r>
                                <a:rPr lang="en-US" sz="1800" b="0" i="1" smtClean="0">
                                  <a:latin typeface="Cambria Math" panose="02040503050406030204" pitchFamily="18" charset="0"/>
                                </a:rPr>
                                <m:t>𝑋</m:t>
                              </m:r>
                            </m:e>
                            <m:sub>
                              <m:r>
                                <a:rPr lang="en-US" sz="1800" b="0" i="1" smtClean="0">
                                  <a:latin typeface="Cambria Math" panose="02040503050406030204" pitchFamily="18" charset="0"/>
                                </a:rPr>
                                <m:t>𝑖</m:t>
                              </m:r>
                            </m:sub>
                          </m:sSub>
                          <m:r>
                            <a:rPr lang="en-US" sz="1800" b="0" i="1" smtClean="0">
                              <a:latin typeface="Cambria Math" panose="02040503050406030204" pitchFamily="18" charset="0"/>
                            </a:rPr>
                            <m:t>)</m:t>
                          </m:r>
                        </m:sub>
                        <m:sup/>
                        <m:e>
                          <m:r>
                            <a:rPr lang="en-US" sz="1800" b="0" i="1" smtClean="0">
                              <a:latin typeface="Cambria Math" panose="02040503050406030204" pitchFamily="18" charset="0"/>
                            </a:rPr>
                            <m:t>𝑃</m:t>
                          </m:r>
                          <m:d>
                            <m:dPr>
                              <m:ctrlPr>
                                <a:rPr lang="en-US" sz="1800" b="0" i="1" smtClean="0">
                                  <a:latin typeface="Cambria Math" panose="02040503050406030204" pitchFamily="18" charset="0"/>
                                </a:rPr>
                              </m:ctrlPr>
                            </m:dPr>
                            <m:e>
                              <m:sSub>
                                <m:sSubPr>
                                  <m:ctrlPr>
                                    <a:rPr lang="en-US" sz="1800" b="0" i="1" smtClean="0">
                                      <a:latin typeface="Cambria Math" panose="02040503050406030204" pitchFamily="18" charset="0"/>
                                    </a:rPr>
                                  </m:ctrlPr>
                                </m:sSubPr>
                                <m:e>
                                  <m:r>
                                    <a:rPr lang="en-US" sz="1800" b="0" i="1" smtClean="0">
                                      <a:latin typeface="Cambria Math" panose="02040503050406030204" pitchFamily="18" charset="0"/>
                                    </a:rPr>
                                    <m:t>𝑦</m:t>
                                  </m:r>
                                </m:e>
                                <m:sub>
                                  <m:r>
                                    <a:rPr lang="en-US" sz="1800" b="0" i="1" smtClean="0">
                                      <a:latin typeface="Cambria Math" panose="02040503050406030204" pitchFamily="18" charset="0"/>
                                    </a:rPr>
                                    <m:t>𝑖</m:t>
                                  </m:r>
                                </m:sub>
                              </m:sSub>
                            </m:e>
                            <m:e>
                              <m:r>
                                <a:rPr lang="en-US" sz="1800" b="0" i="1" smtClean="0">
                                  <a:latin typeface="Cambria Math" panose="02040503050406030204" pitchFamily="18" charset="0"/>
                                </a:rPr>
                                <m:t>𝑝𝑎𝑟𝑒𝑛𝑡𝑠</m:t>
                              </m:r>
                              <m:d>
                                <m:dPr>
                                  <m:ctrlPr>
                                    <a:rPr lang="en-US" sz="1800" b="0" i="1" smtClean="0">
                                      <a:latin typeface="Cambria Math" panose="02040503050406030204" pitchFamily="18" charset="0"/>
                                    </a:rPr>
                                  </m:ctrlPr>
                                </m:dPr>
                                <m:e>
                                  <m:sSub>
                                    <m:sSubPr>
                                      <m:ctrlPr>
                                        <a:rPr lang="en-US" sz="1800" b="0" i="1" smtClean="0">
                                          <a:latin typeface="Cambria Math" panose="02040503050406030204" pitchFamily="18" charset="0"/>
                                        </a:rPr>
                                      </m:ctrlPr>
                                    </m:sSubPr>
                                    <m:e>
                                      <m:r>
                                        <a:rPr lang="en-US" sz="1800" b="0" i="1" smtClean="0">
                                          <a:latin typeface="Cambria Math" panose="02040503050406030204" pitchFamily="18" charset="0"/>
                                        </a:rPr>
                                        <m:t>𝑌</m:t>
                                      </m:r>
                                    </m:e>
                                    <m:sub>
                                      <m:r>
                                        <a:rPr lang="en-US" sz="1800" b="0" i="1" smtClean="0">
                                          <a:latin typeface="Cambria Math" panose="02040503050406030204" pitchFamily="18" charset="0"/>
                                        </a:rPr>
                                        <m:t>𝑗</m:t>
                                      </m:r>
                                    </m:sub>
                                  </m:sSub>
                                </m:e>
                              </m:d>
                            </m:e>
                          </m:d>
                        </m:e>
                      </m:nary>
                    </m:oMath>
                  </m:oMathPara>
                </a14:m>
                <a:endParaRPr lang="en-US" sz="1800" dirty="0"/>
              </a:p>
              <a:p>
                <a:pPr marL="0" indent="0">
                  <a:buNone/>
                </a:pPr>
                <a:r>
                  <a:rPr lang="en-US" sz="1800" dirty="0"/>
                  <a:t>It makes sure that the sampled value is consistent with all other values.</a:t>
                </a:r>
              </a:p>
            </p:txBody>
          </p:sp>
        </mc:Choice>
        <mc:Fallback xmlns="">
          <p:sp>
            <p:nvSpPr>
              <p:cNvPr id="3" name="Content Placeholder 2">
                <a:extLst>
                  <a:ext uri="{FF2B5EF4-FFF2-40B4-BE49-F238E27FC236}">
                    <a16:creationId xmlns:a16="http://schemas.microsoft.com/office/drawing/2014/main" id="{7112C883-9A9E-485C-A74A-3B703F5AE7E1}"/>
                  </a:ext>
                </a:extLst>
              </p:cNvPr>
              <p:cNvSpPr>
                <a:spLocks noGrp="1" noRot="1" noChangeAspect="1" noMove="1" noResize="1" noEditPoints="1" noAdjustHandles="1" noChangeArrowheads="1" noChangeShapeType="1" noTextEdit="1"/>
              </p:cNvSpPr>
              <p:nvPr>
                <p:ph idx="1"/>
              </p:nvPr>
            </p:nvSpPr>
            <p:spPr>
              <a:xfrm>
                <a:off x="762000" y="4756821"/>
                <a:ext cx="7753350" cy="1872579"/>
              </a:xfrm>
              <a:blipFill>
                <a:blip r:embed="rId2"/>
                <a:stretch>
                  <a:fillRect l="-708" t="-5519" b="-47403"/>
                </a:stretch>
              </a:blipFill>
            </p:spPr>
            <p:txBody>
              <a:bodyPr/>
              <a:lstStyle/>
              <a:p>
                <a:r>
                  <a:rPr lang="en-US">
                    <a:noFill/>
                  </a:rPr>
                  <a:t> </a:t>
                </a:r>
              </a:p>
            </p:txBody>
          </p:sp>
        </mc:Fallback>
      </mc:AlternateContent>
      <p:grpSp>
        <p:nvGrpSpPr>
          <p:cNvPr id="5" name="Group 4" descr="The Gibbs Sampling algorithm.">
            <a:extLst>
              <a:ext uri="{FF2B5EF4-FFF2-40B4-BE49-F238E27FC236}">
                <a16:creationId xmlns:a16="http://schemas.microsoft.com/office/drawing/2014/main" id="{B324619D-6DD2-54E8-287C-EE3E57AB5D29}"/>
              </a:ext>
            </a:extLst>
          </p:cNvPr>
          <p:cNvGrpSpPr/>
          <p:nvPr/>
        </p:nvGrpSpPr>
        <p:grpSpPr>
          <a:xfrm>
            <a:off x="656359" y="1371600"/>
            <a:ext cx="8321386" cy="3081336"/>
            <a:chOff x="656359" y="1371600"/>
            <a:chExt cx="8321386" cy="3081336"/>
          </a:xfrm>
        </p:grpSpPr>
        <p:pic>
          <p:nvPicPr>
            <p:cNvPr id="4" name="Picture 3">
              <a:extLst>
                <a:ext uri="{FF2B5EF4-FFF2-40B4-BE49-F238E27FC236}">
                  <a16:creationId xmlns:a16="http://schemas.microsoft.com/office/drawing/2014/main" id="{90ED95DC-BBB2-4735-BB09-27E5AFF23BE6}"/>
                </a:ext>
              </a:extLst>
            </p:cNvPr>
            <p:cNvPicPr>
              <a:picLocks noChangeAspect="1"/>
            </p:cNvPicPr>
            <p:nvPr/>
          </p:nvPicPr>
          <p:blipFill rotWithShape="1">
            <a:blip r:embed="rId3"/>
            <a:srcRect r="9368"/>
            <a:stretch/>
          </p:blipFill>
          <p:spPr>
            <a:xfrm>
              <a:off x="656359" y="1371600"/>
              <a:ext cx="6833679" cy="3081336"/>
            </a:xfrm>
            <a:prstGeom prst="rect">
              <a:avLst/>
            </a:prstGeom>
            <a:ln>
              <a:solidFill>
                <a:schemeClr val="accent2">
                  <a:lumMod val="60000"/>
                  <a:lumOff val="40000"/>
                </a:schemeClr>
              </a:solidFill>
            </a:ln>
          </p:spPr>
        </p:pic>
        <p:sp>
          <p:nvSpPr>
            <p:cNvPr id="6" name="Speech Bubble: Rectangle 5">
              <a:extLst>
                <a:ext uri="{FF2B5EF4-FFF2-40B4-BE49-F238E27FC236}">
                  <a16:creationId xmlns:a16="http://schemas.microsoft.com/office/drawing/2014/main" id="{7A5CADE8-4884-896D-90D5-A3214D8B7A60}"/>
                </a:ext>
              </a:extLst>
            </p:cNvPr>
            <p:cNvSpPr/>
            <p:nvPr/>
          </p:nvSpPr>
          <p:spPr>
            <a:xfrm>
              <a:off x="7580092" y="1994574"/>
              <a:ext cx="1397653" cy="550408"/>
            </a:xfrm>
            <a:prstGeom prst="wedgeRectCallout">
              <a:avLst>
                <a:gd name="adj1" fmla="val -184909"/>
                <a:gd name="adj2" fmla="val 99179"/>
              </a:avLst>
            </a:prstGeom>
          </p:spPr>
          <p:style>
            <a:lnRef idx="2">
              <a:schemeClr val="accent1">
                <a:shade val="15000"/>
              </a:schemeClr>
            </a:lnRef>
            <a:fillRef idx="1">
              <a:schemeClr val="accent1"/>
            </a:fillRef>
            <a:effectRef idx="0">
              <a:schemeClr val="accent1"/>
            </a:effectRef>
            <a:fontRef idx="minor">
              <a:schemeClr val="lt1"/>
            </a:fontRef>
          </p:style>
          <p:txBody>
            <a:bodyPr rtlCol="0" anchor="ctr"/>
            <a:lstStyle/>
            <a:p>
              <a:pPr algn="ctr"/>
              <a:r>
                <a:rPr lang="en-US" sz="1600" dirty="0"/>
                <a:t>Start with a random state</a:t>
              </a:r>
            </a:p>
          </p:txBody>
        </p:sp>
        <p:sp>
          <p:nvSpPr>
            <p:cNvPr id="7" name="Speech Bubble: Rectangle 6">
              <a:extLst>
                <a:ext uri="{FF2B5EF4-FFF2-40B4-BE49-F238E27FC236}">
                  <a16:creationId xmlns:a16="http://schemas.microsoft.com/office/drawing/2014/main" id="{15313963-AD83-3BC5-2EF4-C768599C8F2E}"/>
                </a:ext>
              </a:extLst>
            </p:cNvPr>
            <p:cNvSpPr/>
            <p:nvPr/>
          </p:nvSpPr>
          <p:spPr>
            <a:xfrm>
              <a:off x="7580092" y="2627910"/>
              <a:ext cx="1397653" cy="931408"/>
            </a:xfrm>
            <a:prstGeom prst="wedgeRectCallout">
              <a:avLst>
                <a:gd name="adj1" fmla="val -122303"/>
                <a:gd name="adj2" fmla="val 45245"/>
              </a:avLst>
            </a:prstGeom>
          </p:spPr>
          <p:style>
            <a:lnRef idx="2">
              <a:schemeClr val="accent1">
                <a:shade val="15000"/>
              </a:schemeClr>
            </a:lnRef>
            <a:fillRef idx="1">
              <a:schemeClr val="accent1"/>
            </a:fillRef>
            <a:effectRef idx="0">
              <a:schemeClr val="accent1"/>
            </a:effectRef>
            <a:fontRef idx="minor">
              <a:schemeClr val="lt1"/>
            </a:fontRef>
          </p:style>
          <p:txBody>
            <a:bodyPr rtlCol="0" anchor="ctr"/>
            <a:lstStyle/>
            <a:p>
              <a:pPr algn="ctr"/>
              <a:r>
                <a:rPr lang="en-US" sz="1600" dirty="0"/>
                <a:t>Change one non-evidence variable at a time</a:t>
              </a:r>
            </a:p>
          </p:txBody>
        </p:sp>
        <p:sp>
          <p:nvSpPr>
            <p:cNvPr id="8" name="Speech Bubble: Rectangle 7">
              <a:extLst>
                <a:ext uri="{FF2B5EF4-FFF2-40B4-BE49-F238E27FC236}">
                  <a16:creationId xmlns:a16="http://schemas.microsoft.com/office/drawing/2014/main" id="{F2A0BE17-3845-8279-2B94-FB7B00D1DB18}"/>
                </a:ext>
              </a:extLst>
            </p:cNvPr>
            <p:cNvSpPr/>
            <p:nvPr/>
          </p:nvSpPr>
          <p:spPr>
            <a:xfrm>
              <a:off x="7580092" y="3725174"/>
              <a:ext cx="1397653" cy="283210"/>
            </a:xfrm>
            <a:prstGeom prst="wedgeRectCallout">
              <a:avLst>
                <a:gd name="adj1" fmla="val -183863"/>
                <a:gd name="adj2" fmla="val -9868"/>
              </a:avLst>
            </a:prstGeom>
          </p:spPr>
          <p:style>
            <a:lnRef idx="2">
              <a:schemeClr val="accent1">
                <a:shade val="15000"/>
              </a:schemeClr>
            </a:lnRef>
            <a:fillRef idx="1">
              <a:schemeClr val="accent1"/>
            </a:fillRef>
            <a:effectRef idx="0">
              <a:schemeClr val="accent1"/>
            </a:effectRef>
            <a:fontRef idx="minor">
              <a:schemeClr val="lt1"/>
            </a:fontRef>
          </p:style>
          <p:txBody>
            <a:bodyPr rtlCol="0" anchor="ctr"/>
            <a:lstStyle/>
            <a:p>
              <a:pPr algn="ctr"/>
              <a:r>
                <a:rPr lang="en-US" sz="1600" dirty="0"/>
                <a:t>Count</a:t>
              </a:r>
            </a:p>
          </p:txBody>
        </p:sp>
      </p:grpSp>
      <p:sp>
        <p:nvSpPr>
          <p:cNvPr id="9" name="Speech Bubble: Rectangle 8">
            <a:extLst>
              <a:ext uri="{FF2B5EF4-FFF2-40B4-BE49-F238E27FC236}">
                <a16:creationId xmlns:a16="http://schemas.microsoft.com/office/drawing/2014/main" id="{2A99B935-4113-A26D-1D44-EAC017DFCA98}"/>
              </a:ext>
            </a:extLst>
          </p:cNvPr>
          <p:cNvSpPr/>
          <p:nvPr/>
        </p:nvSpPr>
        <p:spPr>
          <a:xfrm>
            <a:off x="7580091" y="4130400"/>
            <a:ext cx="1397653" cy="441599"/>
          </a:xfrm>
          <a:prstGeom prst="wedgeRectCallout">
            <a:avLst>
              <a:gd name="adj1" fmla="val -356909"/>
              <a:gd name="adj2" fmla="val -55070"/>
            </a:avLst>
          </a:prstGeom>
        </p:spPr>
        <p:style>
          <a:lnRef idx="2">
            <a:schemeClr val="accent1">
              <a:shade val="15000"/>
            </a:schemeClr>
          </a:lnRef>
          <a:fillRef idx="1">
            <a:schemeClr val="accent1"/>
          </a:fillRef>
          <a:effectRef idx="0">
            <a:schemeClr val="accent1"/>
          </a:effectRef>
          <a:fontRef idx="minor">
            <a:schemeClr val="lt1"/>
          </a:fontRef>
        </p:style>
        <p:txBody>
          <a:bodyPr rtlCol="0" anchor="ctr"/>
          <a:lstStyle/>
          <a:p>
            <a:pPr algn="ctr"/>
            <a:r>
              <a:rPr lang="en-US" sz="1600" dirty="0"/>
              <a:t>Convert to probabilities</a:t>
            </a:r>
          </a:p>
        </p:txBody>
      </p:sp>
    </p:spTree>
    <p:extLst>
      <p:ext uri="{BB962C8B-B14F-4D97-AF65-F5344CB8AC3E}">
        <p14:creationId xmlns:p14="http://schemas.microsoft.com/office/powerpoint/2010/main" val="1816451819"/>
      </p:ext>
    </p:extLst>
  </p:cSld>
  <p:clrMapOvr>
    <a:masterClrMapping/>
  </p:clrMapOvr>
</p:sld>
</file>

<file path=ppt/slides/slide45.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Title 1">
            <a:extLst>
              <a:ext uri="{FF2B5EF4-FFF2-40B4-BE49-F238E27FC236}">
                <a16:creationId xmlns:a16="http://schemas.microsoft.com/office/drawing/2014/main" id="{E63D6E3A-1871-1F75-49D5-6234833246DC}"/>
              </a:ext>
            </a:extLst>
          </p:cNvPr>
          <p:cNvSpPr>
            <a:spLocks noGrp="1"/>
          </p:cNvSpPr>
          <p:nvPr>
            <p:ph type="title"/>
          </p:nvPr>
        </p:nvSpPr>
        <p:spPr>
          <a:xfrm>
            <a:off x="628650" y="365127"/>
            <a:ext cx="7886700" cy="753710"/>
          </a:xfrm>
        </p:spPr>
        <p:txBody>
          <a:bodyPr/>
          <a:lstStyle/>
          <a:p>
            <a:r>
              <a:rPr lang="en-US" dirty="0"/>
              <a:t>Gibbs Sampling: Example</a:t>
            </a:r>
          </a:p>
        </p:txBody>
      </p:sp>
      <mc:AlternateContent xmlns:mc="http://schemas.openxmlformats.org/markup-compatibility/2006" xmlns:a14="http://schemas.microsoft.com/office/drawing/2010/main">
        <mc:Choice Requires="a14">
          <p:sp>
            <p:nvSpPr>
              <p:cNvPr id="3" name="Content Placeholder 2">
                <a:extLst>
                  <a:ext uri="{FF2B5EF4-FFF2-40B4-BE49-F238E27FC236}">
                    <a16:creationId xmlns:a16="http://schemas.microsoft.com/office/drawing/2014/main" id="{DAD80BEA-0364-DE6A-CC0A-9316A1DB96FB}"/>
                  </a:ext>
                </a:extLst>
              </p:cNvPr>
              <p:cNvSpPr>
                <a:spLocks noGrp="1"/>
              </p:cNvSpPr>
              <p:nvPr>
                <p:ph idx="1"/>
              </p:nvPr>
            </p:nvSpPr>
            <p:spPr>
              <a:xfrm>
                <a:off x="786244" y="1219200"/>
                <a:ext cx="4699463" cy="5147469"/>
              </a:xfrm>
            </p:spPr>
            <p:txBody>
              <a:bodyPr>
                <a:normAutofit fontScale="85000" lnSpcReduction="20000"/>
              </a:bodyPr>
              <a:lstStyle/>
              <a:p>
                <a:pPr marL="0" indent="0">
                  <a:buNone/>
                </a:pPr>
                <a:r>
                  <a:rPr lang="en-US" sz="1700" dirty="0"/>
                  <a:t>Find</a:t>
                </a:r>
              </a:p>
              <a:p>
                <a:pPr marL="0" indent="0">
                  <a:buNone/>
                </a:pPr>
                <a14:m>
                  <m:oMathPara xmlns:m="http://schemas.openxmlformats.org/officeDocument/2006/math">
                    <m:oMathParaPr>
                      <m:jc m:val="centerGroup"/>
                    </m:oMathParaPr>
                    <m:oMath xmlns:m="http://schemas.openxmlformats.org/officeDocument/2006/math">
                      <m:r>
                        <a:rPr lang="en-US" sz="1700" i="1" dirty="0" smtClean="0">
                          <a:latin typeface="Cambria Math" panose="02040503050406030204" pitchFamily="18" charset="0"/>
                        </a:rPr>
                        <m:t>𝑃</m:t>
                      </m:r>
                      <m:r>
                        <a:rPr lang="en-US" sz="1700" i="1" dirty="0" smtClean="0">
                          <a:latin typeface="Cambria Math" panose="02040503050406030204" pitchFamily="18" charset="0"/>
                        </a:rPr>
                        <m:t>(</m:t>
                      </m:r>
                      <m:r>
                        <a:rPr lang="en-US" sz="1700" i="1" dirty="0" smtClean="0">
                          <a:latin typeface="Cambria Math" panose="02040503050406030204" pitchFamily="18" charset="0"/>
                        </a:rPr>
                        <m:t>𝑅𝑎𝑖𝑛</m:t>
                      </m:r>
                      <m:r>
                        <a:rPr lang="en-US" sz="1700" i="1" dirty="0" smtClean="0">
                          <a:latin typeface="Cambria Math" panose="02040503050406030204" pitchFamily="18" charset="0"/>
                        </a:rPr>
                        <m:t> |</m:t>
                      </m:r>
                      <m:r>
                        <a:rPr lang="en-US" sz="1700" i="1" dirty="0" smtClean="0">
                          <a:latin typeface="Cambria Math" panose="02040503050406030204" pitchFamily="18" charset="0"/>
                        </a:rPr>
                        <m:t>𝑆𝑝𝑟𝑖𝑛𝑘𝑙𝑒𝑟</m:t>
                      </m:r>
                      <m:r>
                        <a:rPr lang="en-US" sz="1700" i="1" dirty="0" smtClean="0">
                          <a:latin typeface="Cambria Math" panose="02040503050406030204" pitchFamily="18" charset="0"/>
                        </a:rPr>
                        <m:t> =</m:t>
                      </m:r>
                      <m:r>
                        <a:rPr lang="en-US" sz="1700" i="1" dirty="0" err="1" smtClean="0">
                          <a:latin typeface="Cambria Math" panose="02040503050406030204" pitchFamily="18" charset="0"/>
                        </a:rPr>
                        <m:t>𝑡𝑟𝑢𝑒</m:t>
                      </m:r>
                      <m:r>
                        <a:rPr lang="en-US" sz="1700" i="1" dirty="0" err="1" smtClean="0">
                          <a:latin typeface="Cambria Math" panose="02040503050406030204" pitchFamily="18" charset="0"/>
                        </a:rPr>
                        <m:t>,</m:t>
                      </m:r>
                      <m:r>
                        <a:rPr lang="en-US" sz="1700" i="1" dirty="0" err="1" smtClean="0">
                          <a:latin typeface="Cambria Math" panose="02040503050406030204" pitchFamily="18" charset="0"/>
                        </a:rPr>
                        <m:t>𝑊𝑒𝑡𝐺𝑟𝑎𝑠𝑠</m:t>
                      </m:r>
                      <m:r>
                        <a:rPr lang="en-US" sz="1700" i="1" dirty="0" smtClean="0">
                          <a:latin typeface="Cambria Math" panose="02040503050406030204" pitchFamily="18" charset="0"/>
                        </a:rPr>
                        <m:t> =</m:t>
                      </m:r>
                      <m:r>
                        <a:rPr lang="en-US" sz="1700" i="1" dirty="0" smtClean="0">
                          <a:latin typeface="Cambria Math" panose="02040503050406030204" pitchFamily="18" charset="0"/>
                        </a:rPr>
                        <m:t>𝑡𝑟𝑢𝑒</m:t>
                      </m:r>
                      <m:r>
                        <a:rPr lang="en-US" sz="1700" i="1" dirty="0" smtClean="0">
                          <a:latin typeface="Cambria Math" panose="02040503050406030204" pitchFamily="18" charset="0"/>
                        </a:rPr>
                        <m:t>). </m:t>
                      </m:r>
                    </m:oMath>
                  </m:oMathPara>
                </a14:m>
                <a:endParaRPr lang="en-US" sz="1700" dirty="0"/>
              </a:p>
              <a:p>
                <a:pPr marL="0" indent="0">
                  <a:buNone/>
                </a:pPr>
                <a:endParaRPr lang="en-US" sz="1700" dirty="0"/>
              </a:p>
              <a:p>
                <a:pPr marL="0" indent="0">
                  <a:buNone/>
                </a:pPr>
                <a:r>
                  <a:rPr lang="en-US" sz="1700" dirty="0"/>
                  <a:t>The evidence is now fixed.</a:t>
                </a:r>
              </a:p>
              <a:p>
                <a:pPr marL="0" indent="0">
                  <a:buNone/>
                </a:pPr>
                <a:endParaRPr lang="en-US" sz="1700" dirty="0"/>
              </a:p>
              <a:p>
                <a:pPr marL="0" indent="0">
                  <a:buNone/>
                </a:pPr>
                <a:r>
                  <a:rPr lang="en-US" sz="1700" dirty="0"/>
                  <a:t>1</a:t>
                </a:r>
                <a:r>
                  <a:rPr lang="en-US" sz="1700" b="1" dirty="0"/>
                  <a:t>. Construct a Markov Chain </a:t>
                </a:r>
                <a:r>
                  <a:rPr lang="en-US" sz="1700" dirty="0"/>
                  <a:t>with states defined by all non-fixed variables. Transition probabilities for changing one variable are calculated from </a:t>
                </a:r>
                <a14:m>
                  <m:oMath xmlns:m="http://schemas.openxmlformats.org/officeDocument/2006/math">
                    <m:r>
                      <a:rPr lang="en-US" sz="1600" b="0" i="1" smtClean="0">
                        <a:latin typeface="Cambria Math" panose="02040503050406030204" pitchFamily="18" charset="0"/>
                      </a:rPr>
                      <m:t>𝑃</m:t>
                    </m:r>
                    <m:d>
                      <m:dPr>
                        <m:ctrlPr>
                          <a:rPr lang="en-US" sz="1600" b="0" i="1" smtClean="0">
                            <a:latin typeface="Cambria Math" panose="02040503050406030204" pitchFamily="18" charset="0"/>
                          </a:rPr>
                        </m:ctrlPr>
                      </m:dPr>
                      <m:e>
                        <m:sSub>
                          <m:sSubPr>
                            <m:ctrlPr>
                              <a:rPr lang="en-US" sz="1600" b="0" i="1" smtClean="0">
                                <a:latin typeface="Cambria Math" panose="02040503050406030204" pitchFamily="18" charset="0"/>
                              </a:rPr>
                            </m:ctrlPr>
                          </m:sSubPr>
                          <m:e>
                            <m:r>
                              <a:rPr lang="en-US" sz="1600" b="0" i="1" smtClean="0">
                                <a:latin typeface="Cambria Math" panose="02040503050406030204" pitchFamily="18" charset="0"/>
                              </a:rPr>
                              <m:t>𝑧</m:t>
                            </m:r>
                          </m:e>
                          <m:sub>
                            <m:r>
                              <a:rPr lang="en-US" sz="1600" b="0" i="1" smtClean="0">
                                <a:latin typeface="Cambria Math" panose="02040503050406030204" pitchFamily="18" charset="0"/>
                              </a:rPr>
                              <m:t>𝑖</m:t>
                            </m:r>
                          </m:sub>
                        </m:sSub>
                      </m:e>
                      <m:e>
                        <m:r>
                          <a:rPr lang="en-US" sz="1600" b="0" i="1" smtClean="0">
                            <a:latin typeface="Cambria Math" panose="02040503050406030204" pitchFamily="18" charset="0"/>
                          </a:rPr>
                          <m:t>𝑚𝑏</m:t>
                        </m:r>
                        <m:d>
                          <m:dPr>
                            <m:ctrlPr>
                              <a:rPr lang="en-US" sz="1600" b="0" i="1" smtClean="0">
                                <a:latin typeface="Cambria Math" panose="02040503050406030204" pitchFamily="18" charset="0"/>
                              </a:rPr>
                            </m:ctrlPr>
                          </m:dPr>
                          <m:e>
                            <m:sSub>
                              <m:sSubPr>
                                <m:ctrlPr>
                                  <a:rPr lang="en-US" sz="1600" b="0" i="1" smtClean="0">
                                    <a:latin typeface="Cambria Math" panose="02040503050406030204" pitchFamily="18" charset="0"/>
                                  </a:rPr>
                                </m:ctrlPr>
                              </m:sSubPr>
                              <m:e>
                                <m:r>
                                  <a:rPr lang="en-US" sz="1600" b="0" i="1" smtClean="0">
                                    <a:latin typeface="Cambria Math" panose="02040503050406030204" pitchFamily="18" charset="0"/>
                                  </a:rPr>
                                  <m:t>𝑍</m:t>
                                </m:r>
                              </m:e>
                              <m:sub>
                                <m:r>
                                  <a:rPr lang="en-US" sz="1600" b="0" i="1" smtClean="0">
                                    <a:latin typeface="Cambria Math" panose="02040503050406030204" pitchFamily="18" charset="0"/>
                                  </a:rPr>
                                  <m:t>𝑖</m:t>
                                </m:r>
                              </m:sub>
                            </m:sSub>
                          </m:e>
                        </m:d>
                      </m:e>
                    </m:d>
                  </m:oMath>
                </a14:m>
                <a:r>
                  <a:rPr lang="en-US" sz="1700" dirty="0"/>
                  <a:t>. Using the Markov blanket repairs all dependencies broken by fixing the evidence. </a:t>
                </a:r>
              </a:p>
              <a:p>
                <a:pPr marL="0" indent="0">
                  <a:buNone/>
                </a:pPr>
                <a:endParaRPr lang="en-US" sz="1700" dirty="0"/>
              </a:p>
              <a:p>
                <a:pPr marL="0" indent="0">
                  <a:buNone/>
                </a:pPr>
                <a:r>
                  <a:rPr lang="en-US" sz="1700" dirty="0"/>
                  <a:t>2</a:t>
                </a:r>
                <a:r>
                  <a:rPr lang="en-US" sz="1700" b="1" dirty="0"/>
                  <a:t>. Generate a sequence </a:t>
                </a:r>
                <a:r>
                  <a:rPr lang="en-US" sz="1700" dirty="0"/>
                  <a:t>by a random walk through this Markov chain and counting state visits. This will produce the stationary distribution over the states. For example, it is most likely that it is not cloudy and it does not rain.</a:t>
                </a:r>
              </a:p>
              <a:p>
                <a:pPr marL="0" indent="0">
                  <a:buNone/>
                </a:pPr>
                <a:endParaRPr lang="en-US" sz="1700" dirty="0"/>
              </a:p>
              <a:p>
                <a:pPr marL="0" indent="0">
                  <a:buNone/>
                </a:pPr>
                <a:r>
                  <a:rPr lang="en-US" sz="1700" dirty="0"/>
                  <a:t>3. </a:t>
                </a:r>
                <a:r>
                  <a:rPr lang="en-US" sz="1700" b="1" dirty="0"/>
                  <a:t>Group by the query variable</a:t>
                </a:r>
                <a:r>
                  <a:rPr lang="en-US" sz="1700" dirty="0"/>
                  <a:t>. We observe 13+7=20 states with </a:t>
                </a:r>
                <a14:m>
                  <m:oMath xmlns:m="http://schemas.openxmlformats.org/officeDocument/2006/math">
                    <m:r>
                      <a:rPr lang="en-US" sz="1700" i="1" dirty="0" smtClean="0">
                        <a:latin typeface="Cambria Math" panose="02040503050406030204" pitchFamily="18" charset="0"/>
                      </a:rPr>
                      <m:t>𝑅𝑎𝑖𝑛</m:t>
                    </m:r>
                    <m:r>
                      <a:rPr lang="en-US" sz="1700" i="1" dirty="0" smtClean="0">
                        <a:latin typeface="Cambria Math" panose="02040503050406030204" pitchFamily="18" charset="0"/>
                      </a:rPr>
                      <m:t>=</m:t>
                    </m:r>
                    <m:r>
                      <a:rPr lang="en-US" sz="1700" i="1" dirty="0" smtClean="0">
                        <a:latin typeface="Cambria Math" panose="02040503050406030204" pitchFamily="18" charset="0"/>
                      </a:rPr>
                      <m:t>𝑡𝑟𝑢𝑒</m:t>
                    </m:r>
                    <m:r>
                      <a:rPr lang="en-US" sz="1700" i="1" dirty="0" smtClean="0">
                        <a:latin typeface="Cambria Math" panose="02040503050406030204" pitchFamily="18" charset="0"/>
                      </a:rPr>
                      <m:t> </m:t>
                    </m:r>
                  </m:oMath>
                </a14:m>
                <a:r>
                  <a:rPr lang="en-US" sz="1700" dirty="0"/>
                  <a:t>and 2+58=60 with </a:t>
                </a:r>
                <a14:m>
                  <m:oMath xmlns:m="http://schemas.openxmlformats.org/officeDocument/2006/math">
                    <m:r>
                      <a:rPr lang="en-US" sz="1700" i="1" dirty="0" smtClean="0">
                        <a:latin typeface="Cambria Math" panose="02040503050406030204" pitchFamily="18" charset="0"/>
                      </a:rPr>
                      <m:t>𝑟𝑎𝑖𝑛</m:t>
                    </m:r>
                    <m:r>
                      <a:rPr lang="en-US" sz="1700" i="1" dirty="0" smtClean="0">
                        <a:latin typeface="Cambria Math" panose="02040503050406030204" pitchFamily="18" charset="0"/>
                      </a:rPr>
                      <m:t>=</m:t>
                    </m:r>
                    <m:r>
                      <a:rPr lang="en-US" sz="1700" i="1" dirty="0" smtClean="0">
                        <a:latin typeface="Cambria Math" panose="02040503050406030204" pitchFamily="18" charset="0"/>
                      </a:rPr>
                      <m:t>𝑓𝑎𝑙𝑠𝑒</m:t>
                    </m:r>
                  </m:oMath>
                </a14:m>
                <a:r>
                  <a:rPr lang="en-US" sz="1700" dirty="0"/>
                  <a:t>.</a:t>
                </a:r>
              </a:p>
              <a:p>
                <a:pPr marL="0" indent="0">
                  <a:buNone/>
                </a:pPr>
                <a:endParaRPr lang="en-US" sz="1700" i="1" dirty="0">
                  <a:latin typeface="Cambria Math" panose="02040503050406030204" pitchFamily="18" charset="0"/>
                </a:endParaRPr>
              </a:p>
              <a:p>
                <a:pPr marL="0" indent="0">
                  <a:buNone/>
                </a:pPr>
                <a:r>
                  <a:rPr lang="en-US" sz="1700" dirty="0"/>
                  <a:t>4. </a:t>
                </a:r>
                <a:r>
                  <a:rPr lang="en-US" sz="1700" b="1" dirty="0"/>
                  <a:t>Normalize counts </a:t>
                </a:r>
                <a:r>
                  <a:rPr lang="en-US" sz="1700" dirty="0"/>
                  <a:t>to produce a distribution:</a:t>
                </a:r>
                <a:br>
                  <a:rPr lang="en-US" sz="1700" i="1" dirty="0">
                    <a:latin typeface="Cambria Math" panose="02040503050406030204" pitchFamily="18" charset="0"/>
                  </a:rPr>
                </a:br>
                <a14:m>
                  <m:oMathPara xmlns:m="http://schemas.openxmlformats.org/officeDocument/2006/math">
                    <m:oMathParaPr>
                      <m:jc m:val="centerGroup"/>
                    </m:oMathParaPr>
                    <m:oMath xmlns:m="http://schemas.openxmlformats.org/officeDocument/2006/math">
                      <m:r>
                        <a:rPr lang="en-US" sz="1700" i="1" dirty="0" smtClean="0">
                          <a:latin typeface="Cambria Math" panose="02040503050406030204" pitchFamily="18" charset="0"/>
                        </a:rPr>
                        <m:t>𝑁𝑂𝑅𝑀𝐴𝐿𝐼𝑍𝐸</m:t>
                      </m:r>
                      <m:d>
                        <m:dPr>
                          <m:ctrlPr>
                            <a:rPr lang="en-US" sz="1700" i="1" dirty="0" smtClean="0">
                              <a:latin typeface="Cambria Math" panose="02040503050406030204" pitchFamily="18" charset="0"/>
                            </a:rPr>
                          </m:ctrlPr>
                        </m:dPr>
                        <m:e>
                          <m:d>
                            <m:dPr>
                              <m:begChr m:val="⟨"/>
                              <m:endChr m:val="⟩"/>
                              <m:ctrlPr>
                                <a:rPr lang="en-US" sz="1700" i="1" dirty="0" smtClean="0">
                                  <a:latin typeface="Cambria Math" panose="02040503050406030204" pitchFamily="18" charset="0"/>
                                </a:rPr>
                              </m:ctrlPr>
                            </m:dPr>
                            <m:e>
                              <m:r>
                                <a:rPr lang="en-US" sz="1700" b="0" i="1" dirty="0" smtClean="0">
                                  <a:latin typeface="Cambria Math" panose="02040503050406030204" pitchFamily="18" charset="0"/>
                                </a:rPr>
                                <m:t>13+7</m:t>
                              </m:r>
                              <m:r>
                                <a:rPr lang="en-US" sz="1700" i="1" dirty="0">
                                  <a:latin typeface="Cambria Math" panose="02040503050406030204" pitchFamily="18" charset="0"/>
                                </a:rPr>
                                <m:t>,</m:t>
                              </m:r>
                              <m:r>
                                <a:rPr lang="en-US" sz="1700" b="0" i="1" dirty="0" smtClean="0">
                                  <a:latin typeface="Cambria Math" panose="02040503050406030204" pitchFamily="18" charset="0"/>
                                </a:rPr>
                                <m:t> 2+58</m:t>
                              </m:r>
                            </m:e>
                          </m:d>
                        </m:e>
                      </m:d>
                      <m:r>
                        <a:rPr lang="en-US" sz="1700" i="1" dirty="0" smtClean="0">
                          <a:latin typeface="Cambria Math" panose="02040503050406030204" pitchFamily="18" charset="0"/>
                        </a:rPr>
                        <m:t>= </m:t>
                      </m:r>
                      <m:d>
                        <m:dPr>
                          <m:begChr m:val="⟨"/>
                          <m:endChr m:val="⟩"/>
                          <m:ctrlPr>
                            <a:rPr lang="en-US" sz="1700" i="1" dirty="0" smtClean="0">
                              <a:latin typeface="Cambria Math" panose="02040503050406030204" pitchFamily="18" charset="0"/>
                            </a:rPr>
                          </m:ctrlPr>
                        </m:dPr>
                        <m:e>
                          <m:r>
                            <a:rPr lang="en-US" sz="1700" i="1" dirty="0">
                              <a:latin typeface="Cambria Math" panose="02040503050406030204" pitchFamily="18" charset="0"/>
                            </a:rPr>
                            <m:t>0.25,</m:t>
                          </m:r>
                          <m:r>
                            <a:rPr lang="en-US" sz="1700" b="0" i="1" dirty="0" smtClean="0">
                              <a:latin typeface="Cambria Math" panose="02040503050406030204" pitchFamily="18" charset="0"/>
                            </a:rPr>
                            <m:t> </m:t>
                          </m:r>
                          <m:r>
                            <a:rPr lang="en-US" sz="1700" i="1" dirty="0">
                              <a:latin typeface="Cambria Math" panose="02040503050406030204" pitchFamily="18" charset="0"/>
                            </a:rPr>
                            <m:t>0.75</m:t>
                          </m:r>
                        </m:e>
                      </m:d>
                    </m:oMath>
                  </m:oMathPara>
                </a14:m>
                <a:endParaRPr lang="en-US" sz="1700" dirty="0"/>
              </a:p>
              <a:p>
                <a:pPr marL="0" indent="0">
                  <a:buNone/>
                </a:pPr>
                <a:endParaRPr lang="en-US" sz="1700" dirty="0"/>
              </a:p>
              <a:p>
                <a:pPr marL="0" indent="0">
                  <a:buNone/>
                </a:pPr>
                <a:r>
                  <a:rPr lang="en-US" sz="1600" b="1" dirty="0"/>
                  <a:t>Estimate:</a:t>
                </a:r>
              </a:p>
              <a:p>
                <a:pPr marL="0" indent="0">
                  <a:buNone/>
                </a:pPr>
                <a14:m>
                  <m:oMath xmlns:m="http://schemas.openxmlformats.org/officeDocument/2006/math">
                    <m:r>
                      <a:rPr lang="en-US" sz="1500" i="1" dirty="0" smtClean="0">
                        <a:latin typeface="Cambria Math" panose="02040503050406030204" pitchFamily="18" charset="0"/>
                      </a:rPr>
                      <m:t>𝑃</m:t>
                    </m:r>
                    <m:r>
                      <a:rPr lang="en-US" sz="1500" i="1" dirty="0" smtClean="0">
                        <a:latin typeface="Cambria Math" panose="02040503050406030204" pitchFamily="18" charset="0"/>
                      </a:rPr>
                      <m:t>(</m:t>
                    </m:r>
                    <m:r>
                      <a:rPr lang="en-US" sz="1500" i="1" dirty="0" smtClean="0">
                        <a:latin typeface="Cambria Math" panose="02040503050406030204" pitchFamily="18" charset="0"/>
                      </a:rPr>
                      <m:t>𝑅𝑎𝑖𝑛</m:t>
                    </m:r>
                    <m:r>
                      <a:rPr lang="en-US" sz="1500" i="1" dirty="0" smtClean="0">
                        <a:latin typeface="Cambria Math" panose="02040503050406030204" pitchFamily="18" charset="0"/>
                      </a:rPr>
                      <m:t> |</m:t>
                    </m:r>
                    <m:r>
                      <a:rPr lang="en-US" sz="1500" i="1" dirty="0" smtClean="0">
                        <a:latin typeface="Cambria Math" panose="02040503050406030204" pitchFamily="18" charset="0"/>
                      </a:rPr>
                      <m:t>𝑆𝑝𝑟𝑖𝑛𝑘𝑙𝑒𝑟</m:t>
                    </m:r>
                    <m:r>
                      <a:rPr lang="en-US" sz="1500" i="1" dirty="0" smtClean="0">
                        <a:latin typeface="Cambria Math" panose="02040503050406030204" pitchFamily="18" charset="0"/>
                      </a:rPr>
                      <m:t> =</m:t>
                    </m:r>
                    <m:r>
                      <a:rPr lang="en-US" sz="1500" i="1" dirty="0" err="1" smtClean="0">
                        <a:latin typeface="Cambria Math" panose="02040503050406030204" pitchFamily="18" charset="0"/>
                      </a:rPr>
                      <m:t>𝑡𝑟𝑢𝑒</m:t>
                    </m:r>
                    <m:r>
                      <a:rPr lang="en-US" sz="1500" i="1" dirty="0" err="1" smtClean="0">
                        <a:latin typeface="Cambria Math" panose="02040503050406030204" pitchFamily="18" charset="0"/>
                      </a:rPr>
                      <m:t>,</m:t>
                    </m:r>
                    <m:r>
                      <a:rPr lang="en-US" sz="1500" i="1" dirty="0" err="1" smtClean="0">
                        <a:latin typeface="Cambria Math" panose="02040503050406030204" pitchFamily="18" charset="0"/>
                      </a:rPr>
                      <m:t>𝑊𝑒𝑡𝐺𝑟𝑎𝑠𝑠</m:t>
                    </m:r>
                    <m:r>
                      <a:rPr lang="en-US" sz="1500" i="1" dirty="0" smtClean="0">
                        <a:latin typeface="Cambria Math" panose="02040503050406030204" pitchFamily="18" charset="0"/>
                      </a:rPr>
                      <m:t> =</m:t>
                    </m:r>
                    <m:r>
                      <a:rPr lang="en-US" sz="1500" i="1" dirty="0" smtClean="0">
                        <a:latin typeface="Cambria Math" panose="02040503050406030204" pitchFamily="18" charset="0"/>
                      </a:rPr>
                      <m:t>𝑡𝑟𝑢𝑒</m:t>
                    </m:r>
                    <m:r>
                      <a:rPr lang="en-US" sz="1500" i="1" dirty="0" smtClean="0">
                        <a:latin typeface="Cambria Math" panose="02040503050406030204" pitchFamily="18" charset="0"/>
                      </a:rPr>
                      <m:t>)≈0.25</m:t>
                    </m:r>
                  </m:oMath>
                </a14:m>
                <a:r>
                  <a:rPr lang="en-US" sz="1500" dirty="0"/>
                  <a:t> </a:t>
                </a:r>
                <a:endParaRPr lang="en-US" dirty="0"/>
              </a:p>
              <a:p>
                <a:pPr marL="0" indent="0">
                  <a:buNone/>
                </a:pPr>
                <a:endParaRPr lang="en-US" dirty="0"/>
              </a:p>
              <a:p>
                <a:pPr marL="0" indent="0">
                  <a:buNone/>
                </a:pPr>
                <a:endParaRPr lang="en-US" dirty="0"/>
              </a:p>
            </p:txBody>
          </p:sp>
        </mc:Choice>
        <mc:Fallback xmlns="">
          <p:sp>
            <p:nvSpPr>
              <p:cNvPr id="3" name="Content Placeholder 2">
                <a:extLst>
                  <a:ext uri="{FF2B5EF4-FFF2-40B4-BE49-F238E27FC236}">
                    <a16:creationId xmlns:a16="http://schemas.microsoft.com/office/drawing/2014/main" id="{DAD80BEA-0364-DE6A-CC0A-9316A1DB96FB}"/>
                  </a:ext>
                </a:extLst>
              </p:cNvPr>
              <p:cNvSpPr>
                <a:spLocks noGrp="1" noRot="1" noChangeAspect="1" noMove="1" noResize="1" noEditPoints="1" noAdjustHandles="1" noChangeArrowheads="1" noChangeShapeType="1" noTextEdit="1"/>
              </p:cNvSpPr>
              <p:nvPr>
                <p:ph idx="1"/>
              </p:nvPr>
            </p:nvSpPr>
            <p:spPr>
              <a:xfrm>
                <a:off x="786244" y="1219200"/>
                <a:ext cx="4699463" cy="5147469"/>
              </a:xfrm>
              <a:blipFill>
                <a:blip r:embed="rId2"/>
                <a:stretch>
                  <a:fillRect l="-389" t="-1303"/>
                </a:stretch>
              </a:blipFill>
            </p:spPr>
            <p:txBody>
              <a:bodyPr/>
              <a:lstStyle/>
              <a:p>
                <a:r>
                  <a:rPr lang="en-US">
                    <a:noFill/>
                  </a:rPr>
                  <a:t> </a:t>
                </a:r>
              </a:p>
            </p:txBody>
          </p:sp>
        </mc:Fallback>
      </mc:AlternateContent>
      <p:grpSp>
        <p:nvGrpSpPr>
          <p:cNvPr id="13" name="Group 12">
            <a:extLst>
              <a:ext uri="{FF2B5EF4-FFF2-40B4-BE49-F238E27FC236}">
                <a16:creationId xmlns:a16="http://schemas.microsoft.com/office/drawing/2014/main" id="{F1F6BDDF-1BEB-6BFC-D3C8-4A93B08A7250}"/>
              </a:ext>
              <a:ext uri="{C183D7F6-B498-43B3-948B-1728B52AA6E4}">
                <adec:decorative xmlns:adec="http://schemas.microsoft.com/office/drawing/2017/decorative" val="1"/>
              </a:ext>
            </a:extLst>
          </p:cNvPr>
          <p:cNvGrpSpPr/>
          <p:nvPr/>
        </p:nvGrpSpPr>
        <p:grpSpPr>
          <a:xfrm>
            <a:off x="5604984" y="459520"/>
            <a:ext cx="2791088" cy="2528154"/>
            <a:chOff x="5604984" y="459520"/>
            <a:chExt cx="2791088" cy="2528154"/>
          </a:xfrm>
        </p:grpSpPr>
        <p:pic>
          <p:nvPicPr>
            <p:cNvPr id="9" name="Picture 8">
              <a:extLst>
                <a:ext uri="{FF2B5EF4-FFF2-40B4-BE49-F238E27FC236}">
                  <a16:creationId xmlns:a16="http://schemas.microsoft.com/office/drawing/2014/main" id="{B80FF76F-185C-1795-11E7-F661B6C6A126}"/>
                </a:ext>
              </a:extLst>
            </p:cNvPr>
            <p:cNvPicPr>
              <a:picLocks noChangeAspect="1"/>
            </p:cNvPicPr>
            <p:nvPr/>
          </p:nvPicPr>
          <p:blipFill>
            <a:blip r:embed="rId3"/>
            <a:stretch>
              <a:fillRect/>
            </a:stretch>
          </p:blipFill>
          <p:spPr>
            <a:xfrm>
              <a:off x="5604984" y="533400"/>
              <a:ext cx="2671811" cy="2454274"/>
            </a:xfrm>
            <a:prstGeom prst="rect">
              <a:avLst/>
            </a:prstGeom>
          </p:spPr>
        </p:pic>
        <p:sp>
          <p:nvSpPr>
            <p:cNvPr id="10" name="TextBox 9">
              <a:extLst>
                <a:ext uri="{FF2B5EF4-FFF2-40B4-BE49-F238E27FC236}">
                  <a16:creationId xmlns:a16="http://schemas.microsoft.com/office/drawing/2014/main" id="{F500E3A3-C26D-148A-8FE6-0EE5890B99F1}"/>
                </a:ext>
              </a:extLst>
            </p:cNvPr>
            <p:cNvSpPr txBox="1"/>
            <p:nvPr/>
          </p:nvSpPr>
          <p:spPr>
            <a:xfrm>
              <a:off x="5729486" y="1986079"/>
              <a:ext cx="631904" cy="400110"/>
            </a:xfrm>
            <a:prstGeom prst="rect">
              <a:avLst/>
            </a:prstGeom>
            <a:noFill/>
          </p:spPr>
          <p:txBody>
            <a:bodyPr wrap="none" rtlCol="0">
              <a:spAutoFit/>
            </a:bodyPr>
            <a:lstStyle/>
            <a:p>
              <a:r>
                <a:rPr lang="en-US" sz="2000" b="1" dirty="0">
                  <a:solidFill>
                    <a:srgbClr val="FF0000"/>
                  </a:solidFill>
                </a:rPr>
                <a:t>true</a:t>
              </a:r>
              <a:endParaRPr lang="en-US" sz="2800" b="1" dirty="0">
                <a:solidFill>
                  <a:srgbClr val="FF0000"/>
                </a:solidFill>
              </a:endParaRPr>
            </a:p>
          </p:txBody>
        </p:sp>
        <p:sp>
          <p:nvSpPr>
            <p:cNvPr id="12" name="TextBox 11">
              <a:extLst>
                <a:ext uri="{FF2B5EF4-FFF2-40B4-BE49-F238E27FC236}">
                  <a16:creationId xmlns:a16="http://schemas.microsoft.com/office/drawing/2014/main" id="{28FCFB4A-803E-236E-DE01-49CC010C66EB}"/>
                </a:ext>
              </a:extLst>
            </p:cNvPr>
            <p:cNvSpPr txBox="1"/>
            <p:nvPr/>
          </p:nvSpPr>
          <p:spPr>
            <a:xfrm>
              <a:off x="7315200" y="2386189"/>
              <a:ext cx="631904" cy="400110"/>
            </a:xfrm>
            <a:prstGeom prst="rect">
              <a:avLst/>
            </a:prstGeom>
            <a:noFill/>
          </p:spPr>
          <p:txBody>
            <a:bodyPr wrap="none" rtlCol="0">
              <a:spAutoFit/>
            </a:bodyPr>
            <a:lstStyle/>
            <a:p>
              <a:r>
                <a:rPr lang="en-US" sz="2000" b="1" dirty="0">
                  <a:solidFill>
                    <a:srgbClr val="FF0000"/>
                  </a:solidFill>
                </a:rPr>
                <a:t>true</a:t>
              </a:r>
              <a:endParaRPr lang="en-US" sz="2800" b="1" dirty="0">
                <a:solidFill>
                  <a:srgbClr val="FF0000"/>
                </a:solidFill>
              </a:endParaRPr>
            </a:p>
          </p:txBody>
        </p:sp>
        <p:grpSp>
          <p:nvGrpSpPr>
            <p:cNvPr id="20" name="Group 19">
              <a:extLst>
                <a:ext uri="{FF2B5EF4-FFF2-40B4-BE49-F238E27FC236}">
                  <a16:creationId xmlns:a16="http://schemas.microsoft.com/office/drawing/2014/main" id="{D6EA40A6-D091-19A5-C52B-3586AD46A9D6}"/>
                </a:ext>
              </a:extLst>
            </p:cNvPr>
            <p:cNvGrpSpPr/>
            <p:nvPr/>
          </p:nvGrpSpPr>
          <p:grpSpPr>
            <a:xfrm>
              <a:off x="5729486" y="1600200"/>
              <a:ext cx="631904" cy="421128"/>
              <a:chOff x="5729486" y="1600200"/>
              <a:chExt cx="631904" cy="421128"/>
            </a:xfrm>
          </p:grpSpPr>
          <p:cxnSp>
            <p:nvCxnSpPr>
              <p:cNvPr id="14" name="Straight Connector 13">
                <a:extLst>
                  <a:ext uri="{FF2B5EF4-FFF2-40B4-BE49-F238E27FC236}">
                    <a16:creationId xmlns:a16="http://schemas.microsoft.com/office/drawing/2014/main" id="{D430EC3E-CC56-E9FE-55EF-E071C7EAB9F9}"/>
                  </a:ext>
                </a:extLst>
              </p:cNvPr>
              <p:cNvCxnSpPr>
                <a:cxnSpLocks/>
              </p:cNvCxnSpPr>
              <p:nvPr/>
            </p:nvCxnSpPr>
            <p:spPr>
              <a:xfrm flipV="1">
                <a:off x="5729486" y="1600200"/>
                <a:ext cx="631904" cy="385879"/>
              </a:xfrm>
              <a:prstGeom prst="line">
                <a:avLst/>
              </a:prstGeom>
              <a:ln w="28575">
                <a:solidFill>
                  <a:srgbClr val="FF0000"/>
                </a:solidFill>
              </a:ln>
            </p:spPr>
            <p:style>
              <a:lnRef idx="1">
                <a:schemeClr val="accent1"/>
              </a:lnRef>
              <a:fillRef idx="0">
                <a:schemeClr val="accent1"/>
              </a:fillRef>
              <a:effectRef idx="0">
                <a:schemeClr val="accent1"/>
              </a:effectRef>
              <a:fontRef idx="minor">
                <a:schemeClr val="tx1"/>
              </a:fontRef>
            </p:style>
          </p:cxnSp>
          <p:cxnSp>
            <p:nvCxnSpPr>
              <p:cNvPr id="17" name="Straight Connector 16">
                <a:extLst>
                  <a:ext uri="{FF2B5EF4-FFF2-40B4-BE49-F238E27FC236}">
                    <a16:creationId xmlns:a16="http://schemas.microsoft.com/office/drawing/2014/main" id="{897CEE75-A901-BF96-7F48-34168628A931}"/>
                  </a:ext>
                </a:extLst>
              </p:cNvPr>
              <p:cNvCxnSpPr>
                <a:cxnSpLocks/>
              </p:cNvCxnSpPr>
              <p:nvPr/>
            </p:nvCxnSpPr>
            <p:spPr>
              <a:xfrm>
                <a:off x="5729486" y="1600200"/>
                <a:ext cx="631904" cy="421128"/>
              </a:xfrm>
              <a:prstGeom prst="line">
                <a:avLst/>
              </a:prstGeom>
              <a:ln w="28575">
                <a:solidFill>
                  <a:srgbClr val="FF0000"/>
                </a:solidFill>
              </a:ln>
            </p:spPr>
            <p:style>
              <a:lnRef idx="1">
                <a:schemeClr val="accent1"/>
              </a:lnRef>
              <a:fillRef idx="0">
                <a:schemeClr val="accent1"/>
              </a:fillRef>
              <a:effectRef idx="0">
                <a:schemeClr val="accent1"/>
              </a:effectRef>
              <a:fontRef idx="minor">
                <a:schemeClr val="tx1"/>
              </a:fontRef>
            </p:style>
          </p:cxnSp>
        </p:grpSp>
        <p:grpSp>
          <p:nvGrpSpPr>
            <p:cNvPr id="21" name="Group 20">
              <a:extLst>
                <a:ext uri="{FF2B5EF4-FFF2-40B4-BE49-F238E27FC236}">
                  <a16:creationId xmlns:a16="http://schemas.microsoft.com/office/drawing/2014/main" id="{4CB2C4E7-A4F7-06C1-FA81-539C9C78BC79}"/>
                </a:ext>
              </a:extLst>
            </p:cNvPr>
            <p:cNvGrpSpPr/>
            <p:nvPr/>
          </p:nvGrpSpPr>
          <p:grpSpPr>
            <a:xfrm>
              <a:off x="6545763" y="2165116"/>
              <a:ext cx="845637" cy="822558"/>
              <a:chOff x="5729486" y="1600200"/>
              <a:chExt cx="631904" cy="421128"/>
            </a:xfrm>
          </p:grpSpPr>
          <p:cxnSp>
            <p:nvCxnSpPr>
              <p:cNvPr id="22" name="Straight Connector 21">
                <a:extLst>
                  <a:ext uri="{FF2B5EF4-FFF2-40B4-BE49-F238E27FC236}">
                    <a16:creationId xmlns:a16="http://schemas.microsoft.com/office/drawing/2014/main" id="{30962763-C9DD-72D4-151B-64D29295319B}"/>
                  </a:ext>
                </a:extLst>
              </p:cNvPr>
              <p:cNvCxnSpPr>
                <a:cxnSpLocks/>
              </p:cNvCxnSpPr>
              <p:nvPr/>
            </p:nvCxnSpPr>
            <p:spPr>
              <a:xfrm flipV="1">
                <a:off x="5729486" y="1600200"/>
                <a:ext cx="631904" cy="385879"/>
              </a:xfrm>
              <a:prstGeom prst="line">
                <a:avLst/>
              </a:prstGeom>
              <a:ln w="28575">
                <a:solidFill>
                  <a:srgbClr val="FF0000"/>
                </a:solidFill>
              </a:ln>
            </p:spPr>
            <p:style>
              <a:lnRef idx="1">
                <a:schemeClr val="accent1"/>
              </a:lnRef>
              <a:fillRef idx="0">
                <a:schemeClr val="accent1"/>
              </a:fillRef>
              <a:effectRef idx="0">
                <a:schemeClr val="accent1"/>
              </a:effectRef>
              <a:fontRef idx="minor">
                <a:schemeClr val="tx1"/>
              </a:fontRef>
            </p:style>
          </p:cxnSp>
          <p:cxnSp>
            <p:nvCxnSpPr>
              <p:cNvPr id="23" name="Straight Connector 22">
                <a:extLst>
                  <a:ext uri="{FF2B5EF4-FFF2-40B4-BE49-F238E27FC236}">
                    <a16:creationId xmlns:a16="http://schemas.microsoft.com/office/drawing/2014/main" id="{0652FC3B-B42C-8406-FD84-63389A82B267}"/>
                  </a:ext>
                </a:extLst>
              </p:cNvPr>
              <p:cNvCxnSpPr>
                <a:cxnSpLocks/>
              </p:cNvCxnSpPr>
              <p:nvPr/>
            </p:nvCxnSpPr>
            <p:spPr>
              <a:xfrm>
                <a:off x="5729486" y="1600200"/>
                <a:ext cx="631904" cy="421128"/>
              </a:xfrm>
              <a:prstGeom prst="line">
                <a:avLst/>
              </a:prstGeom>
              <a:ln w="28575">
                <a:solidFill>
                  <a:srgbClr val="FF0000"/>
                </a:solidFill>
              </a:ln>
            </p:spPr>
            <p:style>
              <a:lnRef idx="1">
                <a:schemeClr val="accent1"/>
              </a:lnRef>
              <a:fillRef idx="0">
                <a:schemeClr val="accent1"/>
              </a:fillRef>
              <a:effectRef idx="0">
                <a:schemeClr val="accent1"/>
              </a:effectRef>
              <a:fontRef idx="minor">
                <a:schemeClr val="tx1"/>
              </a:fontRef>
            </p:style>
          </p:cxnSp>
        </p:grpSp>
        <p:sp>
          <p:nvSpPr>
            <p:cNvPr id="24" name="TextBox 23">
              <a:extLst>
                <a:ext uri="{FF2B5EF4-FFF2-40B4-BE49-F238E27FC236}">
                  <a16:creationId xmlns:a16="http://schemas.microsoft.com/office/drawing/2014/main" id="{C700B6CC-FCD6-0E22-7F26-C081480E395B}"/>
                </a:ext>
              </a:extLst>
            </p:cNvPr>
            <p:cNvSpPr txBox="1"/>
            <p:nvPr/>
          </p:nvSpPr>
          <p:spPr>
            <a:xfrm>
              <a:off x="7208439" y="459520"/>
              <a:ext cx="1187633" cy="400110"/>
            </a:xfrm>
            <a:prstGeom prst="rect">
              <a:avLst/>
            </a:prstGeom>
            <a:noFill/>
          </p:spPr>
          <p:txBody>
            <a:bodyPr wrap="none" rtlCol="0">
              <a:spAutoFit/>
            </a:bodyPr>
            <a:lstStyle/>
            <a:p>
              <a:r>
                <a:rPr lang="en-US" sz="2000" b="1" dirty="0">
                  <a:solidFill>
                    <a:srgbClr val="FF0000"/>
                  </a:solidFill>
                </a:rPr>
                <a:t>unknown</a:t>
              </a:r>
              <a:endParaRPr lang="en-US" sz="2800" b="1" dirty="0">
                <a:solidFill>
                  <a:srgbClr val="FF0000"/>
                </a:solidFill>
              </a:endParaRPr>
            </a:p>
          </p:txBody>
        </p:sp>
        <p:sp>
          <p:nvSpPr>
            <p:cNvPr id="25" name="TextBox 24">
              <a:extLst>
                <a:ext uri="{FF2B5EF4-FFF2-40B4-BE49-F238E27FC236}">
                  <a16:creationId xmlns:a16="http://schemas.microsoft.com/office/drawing/2014/main" id="{7BFDF9B3-1C46-426C-3A0C-53A393294027}"/>
                </a:ext>
              </a:extLst>
            </p:cNvPr>
            <p:cNvSpPr txBox="1"/>
            <p:nvPr/>
          </p:nvSpPr>
          <p:spPr>
            <a:xfrm>
              <a:off x="8078713" y="1585969"/>
              <a:ext cx="303288" cy="400110"/>
            </a:xfrm>
            <a:prstGeom prst="rect">
              <a:avLst/>
            </a:prstGeom>
            <a:noFill/>
          </p:spPr>
          <p:txBody>
            <a:bodyPr wrap="none" rtlCol="0">
              <a:spAutoFit/>
            </a:bodyPr>
            <a:lstStyle/>
            <a:p>
              <a:r>
                <a:rPr lang="en-US" sz="2000" b="1" dirty="0">
                  <a:solidFill>
                    <a:srgbClr val="FF0000"/>
                  </a:solidFill>
                </a:rPr>
                <a:t>?</a:t>
              </a:r>
              <a:endParaRPr lang="en-US" sz="2800" b="1" dirty="0">
                <a:solidFill>
                  <a:srgbClr val="FF0000"/>
                </a:solidFill>
              </a:endParaRPr>
            </a:p>
          </p:txBody>
        </p:sp>
      </p:grpSp>
      <p:sp>
        <p:nvSpPr>
          <p:cNvPr id="26" name="Arrow: Down 25">
            <a:extLst>
              <a:ext uri="{FF2B5EF4-FFF2-40B4-BE49-F238E27FC236}">
                <a16:creationId xmlns:a16="http://schemas.microsoft.com/office/drawing/2014/main" id="{A4355F4B-8D5E-3579-D1DA-E04691CF568A}"/>
              </a:ext>
              <a:ext uri="{C183D7F6-B498-43B3-948B-1728B52AA6E4}">
                <adec:decorative xmlns:adec="http://schemas.microsoft.com/office/drawing/2017/decorative" val="1"/>
              </a:ext>
            </a:extLst>
          </p:cNvPr>
          <p:cNvSpPr/>
          <p:nvPr/>
        </p:nvSpPr>
        <p:spPr>
          <a:xfrm>
            <a:off x="6407597" y="3042257"/>
            <a:ext cx="983803" cy="505336"/>
          </a:xfrm>
          <a:prstGeom prst="downArrow">
            <a:avLst>
              <a:gd name="adj1" fmla="val 56634"/>
              <a:gd name="adj2" fmla="val 56895"/>
            </a:avLst>
          </a:prstGeom>
        </p:spPr>
        <p:style>
          <a:lnRef idx="2">
            <a:schemeClr val="accent1">
              <a:shade val="15000"/>
            </a:schemeClr>
          </a:lnRef>
          <a:fillRef idx="1">
            <a:schemeClr val="accent1"/>
          </a:fillRef>
          <a:effectRef idx="0">
            <a:schemeClr val="accent1"/>
          </a:effectRef>
          <a:fontRef idx="minor">
            <a:schemeClr val="lt1"/>
          </a:fontRef>
        </p:style>
        <p:txBody>
          <a:bodyPr rtlCol="0" anchor="ctr"/>
          <a:lstStyle/>
          <a:p>
            <a:pPr algn="ctr"/>
            <a:endParaRPr lang="en-US" dirty="0"/>
          </a:p>
        </p:txBody>
      </p:sp>
      <p:grpSp>
        <p:nvGrpSpPr>
          <p:cNvPr id="15" name="Group 14">
            <a:extLst>
              <a:ext uri="{FF2B5EF4-FFF2-40B4-BE49-F238E27FC236}">
                <a16:creationId xmlns:a16="http://schemas.microsoft.com/office/drawing/2014/main" id="{CFE74ECA-D7D2-4EE2-7CA2-39E837DF37FC}"/>
              </a:ext>
              <a:ext uri="{C183D7F6-B498-43B3-948B-1728B52AA6E4}">
                <adec:decorative xmlns:adec="http://schemas.microsoft.com/office/drawing/2017/decorative" val="1"/>
              </a:ext>
            </a:extLst>
          </p:cNvPr>
          <p:cNvGrpSpPr/>
          <p:nvPr/>
        </p:nvGrpSpPr>
        <p:grpSpPr>
          <a:xfrm>
            <a:off x="5486400" y="3602177"/>
            <a:ext cx="3505200" cy="3091755"/>
            <a:chOff x="5486400" y="3602177"/>
            <a:chExt cx="3505200" cy="3091755"/>
          </a:xfrm>
        </p:grpSpPr>
        <p:pic>
          <p:nvPicPr>
            <p:cNvPr id="5" name="Picture 4">
              <a:extLst>
                <a:ext uri="{FF2B5EF4-FFF2-40B4-BE49-F238E27FC236}">
                  <a16:creationId xmlns:a16="http://schemas.microsoft.com/office/drawing/2014/main" id="{5735E2AC-945C-E89F-965D-B1124A154426}"/>
                </a:ext>
              </a:extLst>
            </p:cNvPr>
            <p:cNvPicPr>
              <a:picLocks noChangeAspect="1"/>
            </p:cNvPicPr>
            <p:nvPr/>
          </p:nvPicPr>
          <p:blipFill>
            <a:blip r:embed="rId4"/>
            <a:stretch>
              <a:fillRect/>
            </a:stretch>
          </p:blipFill>
          <p:spPr>
            <a:xfrm>
              <a:off x="5604984" y="3602177"/>
              <a:ext cx="3025839" cy="2341423"/>
            </a:xfrm>
            <a:prstGeom prst="rect">
              <a:avLst/>
            </a:prstGeom>
          </p:spPr>
        </p:pic>
        <p:sp>
          <p:nvSpPr>
            <p:cNvPr id="7" name="TextBox 6">
              <a:extLst>
                <a:ext uri="{FF2B5EF4-FFF2-40B4-BE49-F238E27FC236}">
                  <a16:creationId xmlns:a16="http://schemas.microsoft.com/office/drawing/2014/main" id="{9947E19A-5631-E280-E86F-5E5AC8015C7B}"/>
                </a:ext>
              </a:extLst>
            </p:cNvPr>
            <p:cNvSpPr txBox="1"/>
            <p:nvPr/>
          </p:nvSpPr>
          <p:spPr>
            <a:xfrm>
              <a:off x="5486400" y="5955268"/>
              <a:ext cx="3505200" cy="738664"/>
            </a:xfrm>
            <a:prstGeom prst="rect">
              <a:avLst/>
            </a:prstGeom>
            <a:noFill/>
          </p:spPr>
          <p:txBody>
            <a:bodyPr wrap="square">
              <a:spAutoFit/>
            </a:bodyPr>
            <a:lstStyle/>
            <a:p>
              <a:pPr marL="0" indent="0">
                <a:buNone/>
              </a:pPr>
              <a:r>
                <a:rPr lang="en-US" sz="1400" dirty="0"/>
                <a:t>Note the self-loops: the state stays the same when the resampled value is same it already has. </a:t>
              </a:r>
            </a:p>
          </p:txBody>
        </p:sp>
      </p:grpSp>
      <p:sp>
        <p:nvSpPr>
          <p:cNvPr id="19" name="Oval 18">
            <a:extLst>
              <a:ext uri="{FF2B5EF4-FFF2-40B4-BE49-F238E27FC236}">
                <a16:creationId xmlns:a16="http://schemas.microsoft.com/office/drawing/2014/main" id="{CE50C877-3FB6-A069-44E2-79A5D33DF7DA}"/>
              </a:ext>
            </a:extLst>
          </p:cNvPr>
          <p:cNvSpPr/>
          <p:nvPr/>
        </p:nvSpPr>
        <p:spPr>
          <a:xfrm>
            <a:off x="5752484" y="3678969"/>
            <a:ext cx="1204714" cy="2341423"/>
          </a:xfrm>
          <a:prstGeom prst="ellipse">
            <a:avLst/>
          </a:prstGeom>
          <a:solidFill>
            <a:schemeClr val="accent6">
              <a:alpha val="50000"/>
            </a:schemeClr>
          </a:solidFill>
          <a:ln>
            <a:noFill/>
          </a:ln>
        </p:spPr>
        <p:style>
          <a:lnRef idx="0">
            <a:scrgbClr r="0" g="0" b="0"/>
          </a:lnRef>
          <a:fillRef idx="0">
            <a:scrgbClr r="0" g="0" b="0"/>
          </a:fillRef>
          <a:effectRef idx="0">
            <a:scrgbClr r="0" g="0" b="0"/>
          </a:effectRef>
          <a:fontRef idx="minor">
            <a:schemeClr val="lt1"/>
          </a:fontRef>
        </p:style>
        <p:txBody>
          <a:bodyPr rtlCol="0" anchor="ctr"/>
          <a:lstStyle/>
          <a:p>
            <a:pPr algn="ctr"/>
            <a:endParaRPr lang="en-US" dirty="0"/>
          </a:p>
        </p:txBody>
      </p:sp>
      <p:sp>
        <p:nvSpPr>
          <p:cNvPr id="18" name="Oval 17">
            <a:extLst>
              <a:ext uri="{FF2B5EF4-FFF2-40B4-BE49-F238E27FC236}">
                <a16:creationId xmlns:a16="http://schemas.microsoft.com/office/drawing/2014/main" id="{FEA012B2-212A-D8C3-44A7-1E672FF2195D}"/>
              </a:ext>
            </a:extLst>
          </p:cNvPr>
          <p:cNvSpPr/>
          <p:nvPr/>
        </p:nvSpPr>
        <p:spPr>
          <a:xfrm>
            <a:off x="7291596" y="3656761"/>
            <a:ext cx="1204714" cy="2341423"/>
          </a:xfrm>
          <a:prstGeom prst="ellipse">
            <a:avLst/>
          </a:prstGeom>
          <a:solidFill>
            <a:schemeClr val="accent6">
              <a:alpha val="50000"/>
            </a:schemeClr>
          </a:solidFill>
          <a:ln>
            <a:noFill/>
          </a:ln>
        </p:spPr>
        <p:style>
          <a:lnRef idx="0">
            <a:scrgbClr r="0" g="0" b="0"/>
          </a:lnRef>
          <a:fillRef idx="0">
            <a:scrgbClr r="0" g="0" b="0"/>
          </a:fillRef>
          <a:effectRef idx="0">
            <a:scrgbClr r="0" g="0" b="0"/>
          </a:effectRef>
          <a:fontRef idx="minor">
            <a:schemeClr val="lt1"/>
          </a:fontRef>
        </p:style>
        <p:txBody>
          <a:bodyPr rtlCol="0" anchor="ctr"/>
          <a:lstStyle/>
          <a:p>
            <a:pPr algn="ctr"/>
            <a:endParaRPr lang="en-US" dirty="0"/>
          </a:p>
        </p:txBody>
      </p:sp>
      <p:grpSp>
        <p:nvGrpSpPr>
          <p:cNvPr id="4" name="Group 3">
            <a:extLst>
              <a:ext uri="{FF2B5EF4-FFF2-40B4-BE49-F238E27FC236}">
                <a16:creationId xmlns:a16="http://schemas.microsoft.com/office/drawing/2014/main" id="{C07EBC86-EB64-AF70-39D3-4B50E9446095}"/>
              </a:ext>
            </a:extLst>
          </p:cNvPr>
          <p:cNvGrpSpPr/>
          <p:nvPr/>
        </p:nvGrpSpPr>
        <p:grpSpPr>
          <a:xfrm>
            <a:off x="5867141" y="4100087"/>
            <a:ext cx="2748446" cy="1344099"/>
            <a:chOff x="5867141" y="4100087"/>
            <a:chExt cx="2748446" cy="1344099"/>
          </a:xfrm>
        </p:grpSpPr>
        <p:sp>
          <p:nvSpPr>
            <p:cNvPr id="28" name="TextBox 27">
              <a:extLst>
                <a:ext uri="{FF2B5EF4-FFF2-40B4-BE49-F238E27FC236}">
                  <a16:creationId xmlns:a16="http://schemas.microsoft.com/office/drawing/2014/main" id="{A9184829-011D-3B2A-B827-3891852135FB}"/>
                </a:ext>
              </a:extLst>
            </p:cNvPr>
            <p:cNvSpPr txBox="1"/>
            <p:nvPr/>
          </p:nvSpPr>
          <p:spPr>
            <a:xfrm>
              <a:off x="5874946" y="4100087"/>
              <a:ext cx="1080911" cy="369332"/>
            </a:xfrm>
            <a:prstGeom prst="rect">
              <a:avLst/>
            </a:prstGeom>
            <a:noFill/>
          </p:spPr>
          <p:txBody>
            <a:bodyPr wrap="square" rtlCol="0">
              <a:spAutoFit/>
            </a:bodyPr>
            <a:lstStyle/>
            <a:p>
              <a:r>
                <a:rPr lang="en-US" b="1" dirty="0">
                  <a:solidFill>
                    <a:srgbClr val="FF0000"/>
                  </a:solidFill>
                </a:rPr>
                <a:t>13 visits</a:t>
              </a:r>
            </a:p>
          </p:txBody>
        </p:sp>
        <p:sp>
          <p:nvSpPr>
            <p:cNvPr id="30" name="TextBox 29">
              <a:extLst>
                <a:ext uri="{FF2B5EF4-FFF2-40B4-BE49-F238E27FC236}">
                  <a16:creationId xmlns:a16="http://schemas.microsoft.com/office/drawing/2014/main" id="{3BA6741C-DED9-71F8-D9BB-8162F8EE2B32}"/>
                </a:ext>
              </a:extLst>
            </p:cNvPr>
            <p:cNvSpPr txBox="1"/>
            <p:nvPr/>
          </p:nvSpPr>
          <p:spPr>
            <a:xfrm>
              <a:off x="5867141" y="5032833"/>
              <a:ext cx="1080911" cy="369332"/>
            </a:xfrm>
            <a:prstGeom prst="rect">
              <a:avLst/>
            </a:prstGeom>
            <a:noFill/>
          </p:spPr>
          <p:txBody>
            <a:bodyPr wrap="square" rtlCol="0">
              <a:spAutoFit/>
            </a:bodyPr>
            <a:lstStyle/>
            <a:p>
              <a:r>
                <a:rPr lang="en-US" b="1" dirty="0">
                  <a:solidFill>
                    <a:srgbClr val="FF0000"/>
                  </a:solidFill>
                </a:rPr>
                <a:t>7 visits</a:t>
              </a:r>
            </a:p>
          </p:txBody>
        </p:sp>
        <p:sp>
          <p:nvSpPr>
            <p:cNvPr id="32" name="TextBox 31">
              <a:extLst>
                <a:ext uri="{FF2B5EF4-FFF2-40B4-BE49-F238E27FC236}">
                  <a16:creationId xmlns:a16="http://schemas.microsoft.com/office/drawing/2014/main" id="{ACBF448C-96AE-FEE5-B6E3-41E8409E92B7}"/>
                </a:ext>
              </a:extLst>
            </p:cNvPr>
            <p:cNvSpPr txBox="1"/>
            <p:nvPr/>
          </p:nvSpPr>
          <p:spPr>
            <a:xfrm>
              <a:off x="7482655" y="5074854"/>
              <a:ext cx="1080911" cy="369332"/>
            </a:xfrm>
            <a:prstGeom prst="rect">
              <a:avLst/>
            </a:prstGeom>
            <a:noFill/>
          </p:spPr>
          <p:txBody>
            <a:bodyPr wrap="square" rtlCol="0">
              <a:spAutoFit/>
            </a:bodyPr>
            <a:lstStyle/>
            <a:p>
              <a:r>
                <a:rPr lang="en-US" b="1" dirty="0">
                  <a:solidFill>
                    <a:srgbClr val="FF0000"/>
                  </a:solidFill>
                </a:rPr>
                <a:t>58 visits</a:t>
              </a:r>
            </a:p>
          </p:txBody>
        </p:sp>
        <p:sp>
          <p:nvSpPr>
            <p:cNvPr id="16" name="TextBox 15">
              <a:extLst>
                <a:ext uri="{FF2B5EF4-FFF2-40B4-BE49-F238E27FC236}">
                  <a16:creationId xmlns:a16="http://schemas.microsoft.com/office/drawing/2014/main" id="{11BA2DC7-4877-B22F-2B55-C6DD696AABCA}"/>
                </a:ext>
              </a:extLst>
            </p:cNvPr>
            <p:cNvSpPr txBox="1"/>
            <p:nvPr/>
          </p:nvSpPr>
          <p:spPr>
            <a:xfrm>
              <a:off x="7534676" y="4109342"/>
              <a:ext cx="1080911" cy="369332"/>
            </a:xfrm>
            <a:prstGeom prst="rect">
              <a:avLst/>
            </a:prstGeom>
            <a:noFill/>
          </p:spPr>
          <p:txBody>
            <a:bodyPr wrap="square" rtlCol="0">
              <a:spAutoFit/>
            </a:bodyPr>
            <a:lstStyle/>
            <a:p>
              <a:r>
                <a:rPr lang="en-US" b="1" dirty="0">
                  <a:solidFill>
                    <a:srgbClr val="FF0000"/>
                  </a:solidFill>
                </a:rPr>
                <a:t>2 visits</a:t>
              </a:r>
            </a:p>
          </p:txBody>
        </p:sp>
      </p:grpSp>
    </p:spTree>
    <p:extLst>
      <p:ext uri="{BB962C8B-B14F-4D97-AF65-F5344CB8AC3E}">
        <p14:creationId xmlns:p14="http://schemas.microsoft.com/office/powerpoint/2010/main" val="2590645933"/>
      </p:ext>
    </p:extLst>
  </p:cSld>
  <p:clrMapOvr>
    <a:masterClrMapping/>
  </p:clrMapOvr>
  <p:timing>
    <p:tnLst>
      <p:par>
        <p:cTn id="1" dur="indefinite" restart="never" nodeType="tmRoot">
          <p:childTnLst>
            <p:seq concurrent="1" nextAc="seek">
              <p:cTn id="2" dur="indefinite" nodeType="mainSeq">
                <p:childTnLst>
                  <p:par>
                    <p:cTn id="3" fill="hold">
                      <p:stCondLst>
                        <p:cond delay="indefinite"/>
                      </p:stCondLst>
                      <p:childTnLst>
                        <p:par>
                          <p:cTn id="4" fill="hold">
                            <p:stCondLst>
                              <p:cond delay="0"/>
                            </p:stCondLst>
                            <p:childTnLst>
                              <p:par>
                                <p:cTn id="5" presetID="1" presetClass="entr" presetSubtype="0" fill="hold" grpId="0" nodeType="clickEffect">
                                  <p:stCondLst>
                                    <p:cond delay="0"/>
                                  </p:stCondLst>
                                  <p:childTnLst>
                                    <p:set>
                                      <p:cBhvr>
                                        <p:cTn id="6" dur="1" fill="hold">
                                          <p:stCondLst>
                                            <p:cond delay="0"/>
                                          </p:stCondLst>
                                        </p:cTn>
                                        <p:tgtEl>
                                          <p:spTgt spid="3">
                                            <p:txEl>
                                              <p:pRg st="5" end="5"/>
                                            </p:txEl>
                                          </p:spTgt>
                                        </p:tgtEl>
                                        <p:attrNameLst>
                                          <p:attrName>style.visibility</p:attrName>
                                        </p:attrNameLst>
                                      </p:cBhvr>
                                      <p:to>
                                        <p:strVal val="visible"/>
                                      </p:to>
                                    </p:set>
                                  </p:childTnLst>
                                </p:cTn>
                              </p:par>
                            </p:childTnLst>
                          </p:cTn>
                        </p:par>
                      </p:childTnLst>
                    </p:cTn>
                  </p:par>
                  <p:par>
                    <p:cTn id="7" fill="hold">
                      <p:stCondLst>
                        <p:cond delay="indefinite"/>
                      </p:stCondLst>
                      <p:childTnLst>
                        <p:par>
                          <p:cTn id="8" fill="hold">
                            <p:stCondLst>
                              <p:cond delay="0"/>
                            </p:stCondLst>
                            <p:childTnLst>
                              <p:par>
                                <p:cTn id="9" presetID="1" presetClass="entr" presetSubtype="0" fill="hold" nodeType="clickEffect">
                                  <p:stCondLst>
                                    <p:cond delay="0"/>
                                  </p:stCondLst>
                                  <p:childTnLst>
                                    <p:set>
                                      <p:cBhvr>
                                        <p:cTn id="10" dur="1" fill="hold">
                                          <p:stCondLst>
                                            <p:cond delay="0"/>
                                          </p:stCondLst>
                                        </p:cTn>
                                        <p:tgtEl>
                                          <p:spTgt spid="15"/>
                                        </p:tgtEl>
                                        <p:attrNameLst>
                                          <p:attrName>style.visibility</p:attrName>
                                        </p:attrNameLst>
                                      </p:cBhvr>
                                      <p:to>
                                        <p:strVal val="visible"/>
                                      </p:to>
                                    </p:set>
                                  </p:childTnLst>
                                </p:cTn>
                              </p:par>
                              <p:par>
                                <p:cTn id="11" presetID="1" presetClass="entr" presetSubtype="0" fill="hold" grpId="0" nodeType="withEffect">
                                  <p:stCondLst>
                                    <p:cond delay="0"/>
                                  </p:stCondLst>
                                  <p:childTnLst>
                                    <p:set>
                                      <p:cBhvr>
                                        <p:cTn id="12" dur="1" fill="hold">
                                          <p:stCondLst>
                                            <p:cond delay="0"/>
                                          </p:stCondLst>
                                        </p:cTn>
                                        <p:tgtEl>
                                          <p:spTgt spid="26"/>
                                        </p:tgtEl>
                                        <p:attrNameLst>
                                          <p:attrName>style.visibility</p:attrName>
                                        </p:attrNameLst>
                                      </p:cBhvr>
                                      <p:to>
                                        <p:strVal val="visible"/>
                                      </p:to>
                                    </p:set>
                                  </p:childTnLst>
                                </p:cTn>
                              </p:par>
                            </p:childTnLst>
                          </p:cTn>
                        </p:par>
                      </p:childTnLst>
                    </p:cTn>
                  </p:par>
                  <p:par>
                    <p:cTn id="13" fill="hold">
                      <p:stCondLst>
                        <p:cond delay="indefinite"/>
                      </p:stCondLst>
                      <p:childTnLst>
                        <p:par>
                          <p:cTn id="14" fill="hold">
                            <p:stCondLst>
                              <p:cond delay="0"/>
                            </p:stCondLst>
                            <p:childTnLst>
                              <p:par>
                                <p:cTn id="15" presetID="1" presetClass="entr" presetSubtype="0" fill="hold" grpId="0" nodeType="clickEffect">
                                  <p:stCondLst>
                                    <p:cond delay="0"/>
                                  </p:stCondLst>
                                  <p:childTnLst>
                                    <p:set>
                                      <p:cBhvr>
                                        <p:cTn id="16" dur="1" fill="hold">
                                          <p:stCondLst>
                                            <p:cond delay="0"/>
                                          </p:stCondLst>
                                        </p:cTn>
                                        <p:tgtEl>
                                          <p:spTgt spid="3">
                                            <p:txEl>
                                              <p:pRg st="7" end="7"/>
                                            </p:txEl>
                                          </p:spTgt>
                                        </p:tgtEl>
                                        <p:attrNameLst>
                                          <p:attrName>style.visibility</p:attrName>
                                        </p:attrNameLst>
                                      </p:cBhvr>
                                      <p:to>
                                        <p:strVal val="visible"/>
                                      </p:to>
                                    </p:set>
                                  </p:childTnLst>
                                </p:cTn>
                              </p:par>
                              <p:par>
                                <p:cTn id="17" presetID="1" presetClass="entr" presetSubtype="0" fill="hold" nodeType="withEffect">
                                  <p:stCondLst>
                                    <p:cond delay="0"/>
                                  </p:stCondLst>
                                  <p:childTnLst>
                                    <p:set>
                                      <p:cBhvr>
                                        <p:cTn id="18" dur="1" fill="hold">
                                          <p:stCondLst>
                                            <p:cond delay="0"/>
                                          </p:stCondLst>
                                        </p:cTn>
                                        <p:tgtEl>
                                          <p:spTgt spid="4"/>
                                        </p:tgtEl>
                                        <p:attrNameLst>
                                          <p:attrName>style.visibility</p:attrName>
                                        </p:attrNameLst>
                                      </p:cBhvr>
                                      <p:to>
                                        <p:strVal val="visible"/>
                                      </p:to>
                                    </p:set>
                                  </p:childTnLst>
                                </p:cTn>
                              </p:par>
                            </p:childTnLst>
                          </p:cTn>
                        </p:par>
                      </p:childTnLst>
                    </p:cTn>
                  </p:par>
                  <p:par>
                    <p:cTn id="19" fill="hold">
                      <p:stCondLst>
                        <p:cond delay="indefinite"/>
                      </p:stCondLst>
                      <p:childTnLst>
                        <p:par>
                          <p:cTn id="20" fill="hold">
                            <p:stCondLst>
                              <p:cond delay="0"/>
                            </p:stCondLst>
                            <p:childTnLst>
                              <p:par>
                                <p:cTn id="21" presetID="1" presetClass="entr" presetSubtype="0" fill="hold" grpId="0" nodeType="clickEffect">
                                  <p:stCondLst>
                                    <p:cond delay="0"/>
                                  </p:stCondLst>
                                  <p:childTnLst>
                                    <p:set>
                                      <p:cBhvr>
                                        <p:cTn id="22" dur="1" fill="hold">
                                          <p:stCondLst>
                                            <p:cond delay="0"/>
                                          </p:stCondLst>
                                        </p:cTn>
                                        <p:tgtEl>
                                          <p:spTgt spid="3">
                                            <p:txEl>
                                              <p:pRg st="9" end="9"/>
                                            </p:txEl>
                                          </p:spTgt>
                                        </p:tgtEl>
                                        <p:attrNameLst>
                                          <p:attrName>style.visibility</p:attrName>
                                        </p:attrNameLst>
                                      </p:cBhvr>
                                      <p:to>
                                        <p:strVal val="visible"/>
                                      </p:to>
                                    </p:set>
                                  </p:childTnLst>
                                </p:cTn>
                              </p:par>
                              <p:par>
                                <p:cTn id="23" presetID="1" presetClass="entr" presetSubtype="0" fill="hold" grpId="0" nodeType="withEffect">
                                  <p:stCondLst>
                                    <p:cond delay="0"/>
                                  </p:stCondLst>
                                  <p:childTnLst>
                                    <p:set>
                                      <p:cBhvr>
                                        <p:cTn id="24" dur="1" fill="hold">
                                          <p:stCondLst>
                                            <p:cond delay="0"/>
                                          </p:stCondLst>
                                        </p:cTn>
                                        <p:tgtEl>
                                          <p:spTgt spid="19"/>
                                        </p:tgtEl>
                                        <p:attrNameLst>
                                          <p:attrName>style.visibility</p:attrName>
                                        </p:attrNameLst>
                                      </p:cBhvr>
                                      <p:to>
                                        <p:strVal val="visible"/>
                                      </p:to>
                                    </p:set>
                                  </p:childTnLst>
                                </p:cTn>
                              </p:par>
                              <p:par>
                                <p:cTn id="25" presetID="1" presetClass="entr" presetSubtype="0" fill="hold" grpId="0" nodeType="withEffect">
                                  <p:stCondLst>
                                    <p:cond delay="0"/>
                                  </p:stCondLst>
                                  <p:childTnLst>
                                    <p:set>
                                      <p:cBhvr>
                                        <p:cTn id="26" dur="1" fill="hold">
                                          <p:stCondLst>
                                            <p:cond delay="0"/>
                                          </p:stCondLst>
                                        </p:cTn>
                                        <p:tgtEl>
                                          <p:spTgt spid="18"/>
                                        </p:tgtEl>
                                        <p:attrNameLst>
                                          <p:attrName>style.visibility</p:attrName>
                                        </p:attrNameLst>
                                      </p:cBhvr>
                                      <p:to>
                                        <p:strVal val="visible"/>
                                      </p:to>
                                    </p:set>
                                  </p:childTnLst>
                                </p:cTn>
                              </p:par>
                            </p:childTnLst>
                          </p:cTn>
                        </p:par>
                      </p:childTnLst>
                    </p:cTn>
                  </p:par>
                  <p:par>
                    <p:cTn id="27" fill="hold">
                      <p:stCondLst>
                        <p:cond delay="indefinite"/>
                      </p:stCondLst>
                      <p:childTnLst>
                        <p:par>
                          <p:cTn id="28" fill="hold">
                            <p:stCondLst>
                              <p:cond delay="0"/>
                            </p:stCondLst>
                            <p:childTnLst>
                              <p:par>
                                <p:cTn id="29" presetID="1" presetClass="entr" presetSubtype="0" fill="hold" grpId="0" nodeType="clickEffect">
                                  <p:stCondLst>
                                    <p:cond delay="0"/>
                                  </p:stCondLst>
                                  <p:childTnLst>
                                    <p:set>
                                      <p:cBhvr>
                                        <p:cTn id="30" dur="1" fill="hold">
                                          <p:stCondLst>
                                            <p:cond delay="0"/>
                                          </p:stCondLst>
                                        </p:cTn>
                                        <p:tgtEl>
                                          <p:spTgt spid="3">
                                            <p:txEl>
                                              <p:pRg st="11" end="11"/>
                                            </p:txEl>
                                          </p:spTgt>
                                        </p:tgtEl>
                                        <p:attrNameLst>
                                          <p:attrName>style.visibility</p:attrName>
                                        </p:attrNameLst>
                                      </p:cBhvr>
                                      <p:to>
                                        <p:strVal val="visible"/>
                                      </p:to>
                                    </p:set>
                                  </p:childTnLst>
                                </p:cTn>
                              </p:par>
                            </p:childTnLst>
                          </p:cTn>
                        </p:par>
                      </p:childTnLst>
                    </p:cTn>
                  </p:par>
                  <p:par>
                    <p:cTn id="31" fill="hold">
                      <p:stCondLst>
                        <p:cond delay="indefinite"/>
                      </p:stCondLst>
                      <p:childTnLst>
                        <p:par>
                          <p:cTn id="32" fill="hold">
                            <p:stCondLst>
                              <p:cond delay="0"/>
                            </p:stCondLst>
                            <p:childTnLst>
                              <p:par>
                                <p:cTn id="33" presetID="1" presetClass="entr" presetSubtype="0" fill="hold" grpId="0" nodeType="clickEffect">
                                  <p:stCondLst>
                                    <p:cond delay="0"/>
                                  </p:stCondLst>
                                  <p:childTnLst>
                                    <p:set>
                                      <p:cBhvr>
                                        <p:cTn id="34" dur="1" fill="hold">
                                          <p:stCondLst>
                                            <p:cond delay="0"/>
                                          </p:stCondLst>
                                        </p:cTn>
                                        <p:tgtEl>
                                          <p:spTgt spid="3">
                                            <p:txEl>
                                              <p:pRg st="13" end="13"/>
                                            </p:txEl>
                                          </p:spTgt>
                                        </p:tgtEl>
                                        <p:attrNameLst>
                                          <p:attrName>style.visibility</p:attrName>
                                        </p:attrNameLst>
                                      </p:cBhvr>
                                      <p:to>
                                        <p:strVal val="visible"/>
                                      </p:to>
                                    </p:set>
                                  </p:childTnLst>
                                </p:cTn>
                              </p:par>
                            </p:childTnLst>
                          </p:cTn>
                        </p:par>
                      </p:childTnLst>
                    </p:cTn>
                  </p:par>
                  <p:par>
                    <p:cTn id="35" fill="hold">
                      <p:stCondLst>
                        <p:cond delay="indefinite"/>
                      </p:stCondLst>
                      <p:childTnLst>
                        <p:par>
                          <p:cTn id="36" fill="hold">
                            <p:stCondLst>
                              <p:cond delay="0"/>
                            </p:stCondLst>
                            <p:childTnLst>
                              <p:par>
                                <p:cTn id="37" presetID="1" presetClass="entr" presetSubtype="0" fill="hold" grpId="0" nodeType="clickEffect">
                                  <p:stCondLst>
                                    <p:cond delay="0"/>
                                  </p:stCondLst>
                                  <p:childTnLst>
                                    <p:set>
                                      <p:cBhvr>
                                        <p:cTn id="38" dur="1" fill="hold">
                                          <p:stCondLst>
                                            <p:cond delay="0"/>
                                          </p:stCondLst>
                                        </p:cTn>
                                        <p:tgtEl>
                                          <p:spTgt spid="3">
                                            <p:txEl>
                                              <p:pRg st="14" end="14"/>
                                            </p:txEl>
                                          </p:spTgt>
                                        </p:tgtEl>
                                        <p:attrNameLst>
                                          <p:attrName>style.visibility</p:attrName>
                                        </p:attrNameLst>
                                      </p:cBhvr>
                                      <p:to>
                                        <p:strVal val="visible"/>
                                      </p:to>
                                    </p:set>
                                  </p:childTnLst>
                                </p:cTn>
                              </p:par>
                            </p:childTnLst>
                          </p:cTn>
                        </p:par>
                      </p:childTnLst>
                    </p:cTn>
                  </p:par>
                </p:childTnLst>
              </p:cTn>
              <p:prevCondLst>
                <p:cond evt="onPrev" delay="0">
                  <p:tgtEl>
                    <p:sldTgt/>
                  </p:tgtEl>
                </p:cond>
              </p:prevCondLst>
              <p:nextCondLst>
                <p:cond evt="onNext" delay="0">
                  <p:tgtEl>
                    <p:sldTgt/>
                  </p:tgtEl>
                </p:cond>
              </p:nextCondLst>
            </p:seq>
          </p:childTnLst>
        </p:cTn>
      </p:par>
    </p:tnLst>
    <p:bldLst>
      <p:bldP spid="3" grpId="0" uiExpand="1" build="p"/>
      <p:bldP spid="26" grpId="0" animBg="1"/>
      <p:bldP spid="19" grpId="0" animBg="1"/>
      <p:bldP spid="18" grpId="0" animBg="1"/>
    </p:bldLst>
  </p:timing>
</p:sld>
</file>

<file path=ppt/slides/slide46.xml><?xml version="1.0" encoding="utf-8"?>
<p:sld xmlns:a="http://schemas.openxmlformats.org/drawingml/2006/main" xmlns:r="http://schemas.openxmlformats.org/officeDocument/2006/relationships" xmlns:p="http://schemas.openxmlformats.org/presentationml/2006/main">
  <p:cSld>
    <p:bg>
      <p:bgPr>
        <a:solidFill>
          <a:schemeClr val="bg1"/>
        </a:solidFill>
        <a:effectLst/>
      </p:bgPr>
    </p:bg>
    <p:spTree>
      <p:nvGrpSpPr>
        <p:cNvPr id="1" name=""/>
        <p:cNvGrpSpPr/>
        <p:nvPr/>
      </p:nvGrpSpPr>
      <p:grpSpPr>
        <a:xfrm>
          <a:off x="0" y="0"/>
          <a:ext cx="0" cy="0"/>
          <a:chOff x="0" y="0"/>
          <a:chExt cx="0" cy="0"/>
        </a:xfrm>
      </p:grpSpPr>
      <p:sp>
        <p:nvSpPr>
          <p:cNvPr id="2" name="Title 1">
            <a:extLst>
              <a:ext uri="{FF2B5EF4-FFF2-40B4-BE49-F238E27FC236}">
                <a16:creationId xmlns:a16="http://schemas.microsoft.com/office/drawing/2014/main" id="{41CA9393-16FF-4347-B2FD-B101E366DA83}"/>
              </a:ext>
            </a:extLst>
          </p:cNvPr>
          <p:cNvSpPr>
            <a:spLocks noGrp="1"/>
          </p:cNvSpPr>
          <p:nvPr>
            <p:ph type="title"/>
          </p:nvPr>
        </p:nvSpPr>
        <p:spPr>
          <a:xfrm>
            <a:off x="3724072" y="629268"/>
            <a:ext cx="4939868" cy="1286160"/>
          </a:xfrm>
        </p:spPr>
        <p:txBody>
          <a:bodyPr anchor="b">
            <a:normAutofit/>
          </a:bodyPr>
          <a:lstStyle/>
          <a:p>
            <a:r>
              <a:rPr lang="en-US" dirty="0"/>
              <a:t>Conclusion</a:t>
            </a:r>
          </a:p>
        </p:txBody>
      </p:sp>
      <p:sp>
        <p:nvSpPr>
          <p:cNvPr id="3" name="Content Placeholder 2">
            <a:extLst>
              <a:ext uri="{FF2B5EF4-FFF2-40B4-BE49-F238E27FC236}">
                <a16:creationId xmlns:a16="http://schemas.microsoft.com/office/drawing/2014/main" id="{0E17F53C-77D6-428F-A1D2-8090896F2293}"/>
              </a:ext>
            </a:extLst>
          </p:cNvPr>
          <p:cNvSpPr>
            <a:spLocks noGrp="1"/>
          </p:cNvSpPr>
          <p:nvPr>
            <p:ph idx="1"/>
          </p:nvPr>
        </p:nvSpPr>
        <p:spPr>
          <a:xfrm>
            <a:off x="3724073" y="2438400"/>
            <a:ext cx="4939867" cy="3785419"/>
          </a:xfrm>
        </p:spPr>
        <p:txBody>
          <a:bodyPr>
            <a:normAutofit fontScale="92500" lnSpcReduction="10000"/>
          </a:bodyPr>
          <a:lstStyle/>
          <a:p>
            <a:r>
              <a:rPr lang="en-US" sz="1700" dirty="0"/>
              <a:t>Bayesian networks provide an efficient way to </a:t>
            </a:r>
            <a:r>
              <a:rPr lang="en-US" sz="1700" b="1" dirty="0"/>
              <a:t>store a complete probabilistic model for an AI problem </a:t>
            </a:r>
            <a:r>
              <a:rPr lang="en-US" sz="1700" dirty="0"/>
              <a:t>by exploiting (conditional) independence between variables.</a:t>
            </a:r>
          </a:p>
          <a:p>
            <a:endParaRPr lang="en-US" sz="1700" dirty="0"/>
          </a:p>
          <a:p>
            <a:r>
              <a:rPr lang="en-US" sz="1700" b="1" dirty="0"/>
              <a:t>Inference</a:t>
            </a:r>
            <a:r>
              <a:rPr lang="en-US" sz="1700" dirty="0"/>
              <a:t> means querying the model for a conditional probability given some evidence.</a:t>
            </a:r>
          </a:p>
          <a:p>
            <a:pPr marL="0" indent="0">
              <a:buNone/>
            </a:pPr>
            <a:endParaRPr lang="en-US" sz="1700" dirty="0"/>
          </a:p>
          <a:p>
            <a:r>
              <a:rPr lang="en-US" sz="1700" dirty="0"/>
              <a:t>Exact inference is difficult for all but tiny models.</a:t>
            </a:r>
          </a:p>
          <a:p>
            <a:endParaRPr lang="en-US" sz="1700" dirty="0"/>
          </a:p>
          <a:p>
            <a:r>
              <a:rPr lang="en-US" sz="1700" dirty="0"/>
              <a:t>The state-of-the-art is to use </a:t>
            </a:r>
            <a:r>
              <a:rPr lang="en-US" sz="1700" b="1" dirty="0"/>
              <a:t>approximate inference </a:t>
            </a:r>
            <a:r>
              <a:rPr lang="en-US" sz="1700" dirty="0"/>
              <a:t>by Markov Chain Monte Carlo sampling from the model.</a:t>
            </a:r>
            <a:br>
              <a:rPr lang="en-US" sz="1700" dirty="0"/>
            </a:br>
            <a:endParaRPr lang="en-US" sz="1700" dirty="0"/>
          </a:p>
          <a:p>
            <a:r>
              <a:rPr lang="en-US" sz="1700" dirty="0"/>
              <a:t>Any </a:t>
            </a:r>
            <a:r>
              <a:rPr lang="en-US" sz="1700" b="1" dirty="0"/>
              <a:t>software libraries </a:t>
            </a:r>
            <a:r>
              <a:rPr lang="en-US" sz="1700" dirty="0"/>
              <a:t>provide general inference engines.</a:t>
            </a:r>
          </a:p>
        </p:txBody>
      </p:sp>
      <p:pic>
        <p:nvPicPr>
          <p:cNvPr id="5" name="Picture 4">
            <a:extLst>
              <a:ext uri="{FF2B5EF4-FFF2-40B4-BE49-F238E27FC236}">
                <a16:creationId xmlns:a16="http://schemas.microsoft.com/office/drawing/2014/main" id="{37486F49-3F30-4D77-A275-2EDB6F9A2733}"/>
              </a:ext>
              <a:ext uri="{C183D7F6-B498-43B3-948B-1728B52AA6E4}">
                <adec:decorative xmlns:adec="http://schemas.microsoft.com/office/drawing/2017/decorative" val="1"/>
              </a:ext>
            </a:extLst>
          </p:cNvPr>
          <p:cNvPicPr>
            <a:picLocks noChangeAspect="1"/>
          </p:cNvPicPr>
          <p:nvPr/>
        </p:nvPicPr>
        <p:blipFill rotWithShape="1">
          <a:blip r:embed="rId2"/>
          <a:srcRect l="56540" r="12282"/>
          <a:stretch/>
        </p:blipFill>
        <p:spPr>
          <a:xfrm>
            <a:off x="20" y="10"/>
            <a:ext cx="3476673" cy="6857990"/>
          </a:xfrm>
          <a:prstGeom prst="rect">
            <a:avLst/>
          </a:prstGeom>
          <a:effectLst/>
        </p:spPr>
      </p:pic>
      <p:cxnSp>
        <p:nvCxnSpPr>
          <p:cNvPr id="9" name="Straight Connector 8">
            <a:extLst>
              <a:ext uri="{FF2B5EF4-FFF2-40B4-BE49-F238E27FC236}">
                <a16:creationId xmlns:a16="http://schemas.microsoft.com/office/drawing/2014/main" id="{A7F400EE-A8A5-48AF-B4D6-291B52C6F0B0}"/>
              </a:ext>
              <a:ext uri="{C183D7F6-B498-43B3-948B-1728B52AA6E4}">
                <adec:decorative xmlns:adec="http://schemas.microsoft.com/office/drawing/2017/decorative" val="1"/>
              </a:ext>
            </a:extLst>
          </p:cNvPr>
          <p:cNvCxnSpPr>
            <a:cxnSpLocks noGrp="1" noRot="1" noChangeAspect="1" noMove="1" noResize="1" noEditPoints="1" noAdjustHandles="1" noChangeArrowheads="1" noChangeShapeType="1"/>
          </p:cNvCxnSpPr>
          <p:nvPr>
            <p:extLst>
              <p:ext uri="{386F3935-93C4-4BCD-93E2-E3B085C9AB24}">
                <p16:designElem xmlns:p16="http://schemas.microsoft.com/office/powerpoint/2015/main" val="1"/>
              </p:ext>
            </p:extLst>
          </p:nvPr>
        </p:nvCxnSpPr>
        <p:spPr>
          <a:xfrm>
            <a:off x="3810700" y="2115117"/>
            <a:ext cx="4732020" cy="0"/>
          </a:xfrm>
          <a:prstGeom prst="line">
            <a:avLst/>
          </a:prstGeom>
          <a:ln w="19050">
            <a:solidFill>
              <a:srgbClr val="F5E835"/>
            </a:solidFill>
          </a:ln>
        </p:spPr>
        <p:style>
          <a:lnRef idx="1">
            <a:schemeClr val="accent1"/>
          </a:lnRef>
          <a:fillRef idx="0">
            <a:schemeClr val="accent1"/>
          </a:fillRef>
          <a:effectRef idx="0">
            <a:schemeClr val="accent1"/>
          </a:effectRef>
          <a:fontRef idx="minor">
            <a:schemeClr val="tx1"/>
          </a:fontRef>
        </p:style>
      </p:cxnSp>
    </p:spTree>
    <p:extLst>
      <p:ext uri="{BB962C8B-B14F-4D97-AF65-F5344CB8AC3E}">
        <p14:creationId xmlns:p14="http://schemas.microsoft.com/office/powerpoint/2010/main" val="2550694546"/>
      </p:ext>
    </p:extLst>
  </p:cSld>
  <p:clrMapOvr>
    <a:masterClrMapping/>
  </p:clrMapOvr>
  <p:timing>
    <p:tnLst>
      <p:par>
        <p:cTn id="1" dur="indefinite" restart="never" nodeType="tmRoot">
          <p:childTnLst>
            <p:seq concurrent="1" nextAc="seek">
              <p:cTn id="2" dur="indefinite" nodeType="mainSeq">
                <p:childTnLst>
                  <p:par>
                    <p:cTn id="3" fill="hold">
                      <p:stCondLst>
                        <p:cond delay="indefinite"/>
                      </p:stCondLst>
                      <p:childTnLst>
                        <p:par>
                          <p:cTn id="4" fill="hold">
                            <p:stCondLst>
                              <p:cond delay="0"/>
                            </p:stCondLst>
                            <p:childTnLst>
                              <p:par>
                                <p:cTn id="5" presetID="1" presetClass="entr" presetSubtype="0" fill="hold" grpId="0" nodeType="clickEffect">
                                  <p:stCondLst>
                                    <p:cond delay="0"/>
                                  </p:stCondLst>
                                  <p:childTnLst>
                                    <p:set>
                                      <p:cBhvr>
                                        <p:cTn id="6" dur="1" fill="hold">
                                          <p:stCondLst>
                                            <p:cond delay="0"/>
                                          </p:stCondLst>
                                        </p:cTn>
                                        <p:tgtEl>
                                          <p:spTgt spid="3">
                                            <p:txEl>
                                              <p:pRg st="0" end="0"/>
                                            </p:txEl>
                                          </p:spTgt>
                                        </p:tgtEl>
                                        <p:attrNameLst>
                                          <p:attrName>style.visibility</p:attrName>
                                        </p:attrNameLst>
                                      </p:cBhvr>
                                      <p:to>
                                        <p:strVal val="visible"/>
                                      </p:to>
                                    </p:set>
                                  </p:childTnLst>
                                </p:cTn>
                              </p:par>
                            </p:childTnLst>
                          </p:cTn>
                        </p:par>
                      </p:childTnLst>
                    </p:cTn>
                  </p:par>
                  <p:par>
                    <p:cTn id="7" fill="hold">
                      <p:stCondLst>
                        <p:cond delay="indefinite"/>
                      </p:stCondLst>
                      <p:childTnLst>
                        <p:par>
                          <p:cTn id="8" fill="hold">
                            <p:stCondLst>
                              <p:cond delay="0"/>
                            </p:stCondLst>
                            <p:childTnLst>
                              <p:par>
                                <p:cTn id="9" presetID="1" presetClass="entr" presetSubtype="0" fill="hold" grpId="0" nodeType="clickEffect">
                                  <p:stCondLst>
                                    <p:cond delay="0"/>
                                  </p:stCondLst>
                                  <p:childTnLst>
                                    <p:set>
                                      <p:cBhvr>
                                        <p:cTn id="10" dur="1" fill="hold">
                                          <p:stCondLst>
                                            <p:cond delay="0"/>
                                          </p:stCondLst>
                                        </p:cTn>
                                        <p:tgtEl>
                                          <p:spTgt spid="3">
                                            <p:txEl>
                                              <p:pRg st="2" end="2"/>
                                            </p:txEl>
                                          </p:spTgt>
                                        </p:tgtEl>
                                        <p:attrNameLst>
                                          <p:attrName>style.visibility</p:attrName>
                                        </p:attrNameLst>
                                      </p:cBhvr>
                                      <p:to>
                                        <p:strVal val="visible"/>
                                      </p:to>
                                    </p:set>
                                  </p:childTnLst>
                                </p:cTn>
                              </p:par>
                            </p:childTnLst>
                          </p:cTn>
                        </p:par>
                      </p:childTnLst>
                    </p:cTn>
                  </p:par>
                  <p:par>
                    <p:cTn id="11" fill="hold">
                      <p:stCondLst>
                        <p:cond delay="indefinite"/>
                      </p:stCondLst>
                      <p:childTnLst>
                        <p:par>
                          <p:cTn id="12" fill="hold">
                            <p:stCondLst>
                              <p:cond delay="0"/>
                            </p:stCondLst>
                            <p:childTnLst>
                              <p:par>
                                <p:cTn id="13" presetID="1" presetClass="entr" presetSubtype="0" fill="hold" grpId="0" nodeType="clickEffect">
                                  <p:stCondLst>
                                    <p:cond delay="0"/>
                                  </p:stCondLst>
                                  <p:childTnLst>
                                    <p:set>
                                      <p:cBhvr>
                                        <p:cTn id="14" dur="1" fill="hold">
                                          <p:stCondLst>
                                            <p:cond delay="0"/>
                                          </p:stCondLst>
                                        </p:cTn>
                                        <p:tgtEl>
                                          <p:spTgt spid="3">
                                            <p:txEl>
                                              <p:pRg st="4" end="4"/>
                                            </p:txEl>
                                          </p:spTgt>
                                        </p:tgtEl>
                                        <p:attrNameLst>
                                          <p:attrName>style.visibility</p:attrName>
                                        </p:attrNameLst>
                                      </p:cBhvr>
                                      <p:to>
                                        <p:strVal val="visible"/>
                                      </p:to>
                                    </p:set>
                                  </p:childTnLst>
                                </p:cTn>
                              </p:par>
                            </p:childTnLst>
                          </p:cTn>
                        </p:par>
                      </p:childTnLst>
                    </p:cTn>
                  </p:par>
                  <p:par>
                    <p:cTn id="15" fill="hold">
                      <p:stCondLst>
                        <p:cond delay="indefinite"/>
                      </p:stCondLst>
                      <p:childTnLst>
                        <p:par>
                          <p:cTn id="16" fill="hold">
                            <p:stCondLst>
                              <p:cond delay="0"/>
                            </p:stCondLst>
                            <p:childTnLst>
                              <p:par>
                                <p:cTn id="17" presetID="1" presetClass="entr" presetSubtype="0" fill="hold" grpId="0" nodeType="clickEffect">
                                  <p:stCondLst>
                                    <p:cond delay="0"/>
                                  </p:stCondLst>
                                  <p:childTnLst>
                                    <p:set>
                                      <p:cBhvr>
                                        <p:cTn id="18" dur="1" fill="hold">
                                          <p:stCondLst>
                                            <p:cond delay="0"/>
                                          </p:stCondLst>
                                        </p:cTn>
                                        <p:tgtEl>
                                          <p:spTgt spid="3">
                                            <p:txEl>
                                              <p:pRg st="6" end="6"/>
                                            </p:txEl>
                                          </p:spTgt>
                                        </p:tgtEl>
                                        <p:attrNameLst>
                                          <p:attrName>style.visibility</p:attrName>
                                        </p:attrNameLst>
                                      </p:cBhvr>
                                      <p:to>
                                        <p:strVal val="visible"/>
                                      </p:to>
                                    </p:set>
                                  </p:childTnLst>
                                </p:cTn>
                              </p:par>
                            </p:childTnLst>
                          </p:cTn>
                        </p:par>
                      </p:childTnLst>
                    </p:cTn>
                  </p:par>
                  <p:par>
                    <p:cTn id="19" fill="hold">
                      <p:stCondLst>
                        <p:cond delay="indefinite"/>
                      </p:stCondLst>
                      <p:childTnLst>
                        <p:par>
                          <p:cTn id="20" fill="hold">
                            <p:stCondLst>
                              <p:cond delay="0"/>
                            </p:stCondLst>
                            <p:childTnLst>
                              <p:par>
                                <p:cTn id="21" presetID="1" presetClass="entr" presetSubtype="0" fill="hold" grpId="0" nodeType="clickEffect">
                                  <p:stCondLst>
                                    <p:cond delay="0"/>
                                  </p:stCondLst>
                                  <p:childTnLst>
                                    <p:set>
                                      <p:cBhvr>
                                        <p:cTn id="22" dur="1" fill="hold">
                                          <p:stCondLst>
                                            <p:cond delay="0"/>
                                          </p:stCondLst>
                                        </p:cTn>
                                        <p:tgtEl>
                                          <p:spTgt spid="3">
                                            <p:txEl>
                                              <p:pRg st="7" end="7"/>
                                            </p:txEl>
                                          </p:spTgt>
                                        </p:tgtEl>
                                        <p:attrNameLst>
                                          <p:attrName>style.visibility</p:attrName>
                                        </p:attrNameLst>
                                      </p:cBhvr>
                                      <p:to>
                                        <p:strVal val="visible"/>
                                      </p:to>
                                    </p:set>
                                  </p:childTnLst>
                                </p:cTn>
                              </p:par>
                            </p:childTnLst>
                          </p:cTn>
                        </p:par>
                      </p:childTnLst>
                    </p:cTn>
                  </p:par>
                </p:childTnLst>
              </p:cTn>
              <p:prevCondLst>
                <p:cond evt="onPrev" delay="0">
                  <p:tgtEl>
                    <p:sldTgt/>
                  </p:tgtEl>
                </p:cond>
              </p:prevCondLst>
              <p:nextCondLst>
                <p:cond evt="onNext" delay="0">
                  <p:tgtEl>
                    <p:sldTgt/>
                  </p:tgtEl>
                </p:cond>
              </p:nextCondLst>
            </p:seq>
          </p:childTnLst>
        </p:cTn>
      </p:par>
    </p:tnLst>
    <p:bldLst>
      <p:bldP spid="3" grpId="0" build="p"/>
    </p:bldLst>
  </p:timing>
</p:sld>
</file>

<file path=ppt/theme/theme1.xml><?xml version="1.0" encoding="utf-8"?>
<a:theme xmlns:a="http://schemas.openxmlformats.org/drawingml/2006/main" name="Office Theme">
  <a:themeElements>
    <a:clrScheme name="Custom 3">
      <a:dk1>
        <a:sysClr val="windowText" lastClr="000000"/>
      </a:dk1>
      <a:lt1>
        <a:sysClr val="window" lastClr="FFFFFF"/>
      </a:lt1>
      <a:dk2>
        <a:srgbClr val="0E2841"/>
      </a:dk2>
      <a:lt2>
        <a:srgbClr val="E8E8E8"/>
      </a:lt2>
      <a:accent1>
        <a:srgbClr val="156082"/>
      </a:accent1>
      <a:accent2>
        <a:srgbClr val="BE4D14"/>
      </a:accent2>
      <a:accent3>
        <a:srgbClr val="196B24"/>
      </a:accent3>
      <a:accent4>
        <a:srgbClr val="0B769F"/>
      </a:accent4>
      <a:accent5>
        <a:srgbClr val="A02B93"/>
      </a:accent5>
      <a:accent6>
        <a:srgbClr val="377620"/>
      </a:accent6>
      <a:hlink>
        <a:srgbClr val="467886"/>
      </a:hlink>
      <a:folHlink>
        <a:srgbClr val="96607D"/>
      </a:folHlink>
    </a:clrScheme>
    <a:fontScheme name="Office">
      <a:majorFont>
        <a:latin typeface="Calibri Light" panose="020F0302020204030204"/>
        <a:ea typeface=""/>
        <a:cs typeface=""/>
        <a:font script="Jpan" typeface="游ゴシック Light"/>
        <a:font script="Hang" typeface="맑은 고딕"/>
        <a:font script="Hans" typeface="等线 Light"/>
        <a:font script="Hant" typeface="新細明體"/>
        <a:font script="Arab" typeface="Times New Roman"/>
        <a:font script="Hebr" typeface="Times New Roman"/>
        <a:font script="Thai" typeface="Angsana New"/>
        <a:font script="Ethi" typeface="Nyala"/>
        <a:font script="Beng" typeface="Vrinda"/>
        <a:font script="Gujr" typeface="Shruti"/>
        <a:font script="Khmr" typeface="MoolBoran"/>
        <a:font script="Knda" typeface="Tunga"/>
        <a:font script="Guru" typeface="Raavi"/>
        <a:font script="Cans" typeface="Euphemia"/>
        <a:font script="Cher" typeface="Plantagenet Cherokee"/>
        <a:font script="Yiii" typeface="Microsoft Yi Baiti"/>
        <a:font script="Tibt" typeface="Microsoft Himalaya"/>
        <a:font script="Thaa" typeface="MV Boli"/>
        <a:font script="Deva" typeface="Mangal"/>
        <a:font script="Telu" typeface="Gautami"/>
        <a:font script="Taml" typeface="Latha"/>
        <a:font script="Syrc" typeface="Estrangelo Edessa"/>
        <a:font script="Orya" typeface="Kalinga"/>
        <a:font script="Mlym" typeface="Kartika"/>
        <a:font script="Laoo" typeface="DokChampa"/>
        <a:font script="Sinh" typeface="Iskoola Pota"/>
        <a:font script="Mong" typeface="Mongolian Baiti"/>
        <a:font script="Viet" typeface="Times New Roman"/>
        <a:font script="Uigh" typeface="Microsoft Uighur"/>
        <a:font script="Geor" typeface="Sylfaen"/>
        <a:font script="Armn" typeface="Arial"/>
        <a:font script="Bugi" typeface="Leelawadee UI"/>
        <a:font script="Bopo" typeface="Microsoft JhengHei"/>
        <a:font script="Java" typeface="Javanese Text"/>
        <a:font script="Lisu" typeface="Segoe UI"/>
        <a:font script="Mymr" typeface="Myanmar Text"/>
        <a:font script="Nkoo" typeface="Ebrima"/>
        <a:font script="Olck" typeface="Nirmala UI"/>
        <a:font script="Osma" typeface="Ebrima"/>
        <a:font script="Phag" typeface="Phagspa"/>
        <a:font script="Syrn" typeface="Estrangelo Edessa"/>
        <a:font script="Syrj" typeface="Estrangelo Edessa"/>
        <a:font script="Syre" typeface="Estrangelo Edessa"/>
        <a:font script="Sora" typeface="Nirmala UI"/>
        <a:font script="Tale" typeface="Microsoft Tai Le"/>
        <a:font script="Talu" typeface="Microsoft New Tai Lue"/>
        <a:font script="Tfng" typeface="Ebrima"/>
      </a:majorFont>
      <a:minorFont>
        <a:latin typeface="Calibri" panose="020F0502020204030204"/>
        <a:ea typeface=""/>
        <a:cs typeface=""/>
        <a:font script="Jpan" typeface="游ゴシック"/>
        <a:font script="Hang" typeface="맑은 고딕"/>
        <a:font script="Hans" typeface="等线"/>
        <a:font script="Hant" typeface="新細明體"/>
        <a:font script="Arab" typeface="Arial"/>
        <a:font script="Hebr" typeface="Arial"/>
        <a:font script="Thai" typeface="Cordia New"/>
        <a:font script="Ethi" typeface="Nyala"/>
        <a:font script="Beng" typeface="Vrinda"/>
        <a:font script="Gujr" typeface="Shruti"/>
        <a:font script="Khmr" typeface="DaunPenh"/>
        <a:font script="Knda" typeface="Tunga"/>
        <a:font script="Guru" typeface="Raavi"/>
        <a:font script="Cans" typeface="Euphemia"/>
        <a:font script="Cher" typeface="Plantagenet Cherokee"/>
        <a:font script="Yiii" typeface="Microsoft Yi Baiti"/>
        <a:font script="Tibt" typeface="Microsoft Himalaya"/>
        <a:font script="Thaa" typeface="MV Boli"/>
        <a:font script="Deva" typeface="Mangal"/>
        <a:font script="Telu" typeface="Gautami"/>
        <a:font script="Taml" typeface="Latha"/>
        <a:font script="Syrc" typeface="Estrangelo Edessa"/>
        <a:font script="Orya" typeface="Kalinga"/>
        <a:font script="Mlym" typeface="Kartika"/>
        <a:font script="Laoo" typeface="DokChampa"/>
        <a:font script="Sinh" typeface="Iskoola Pota"/>
        <a:font script="Mong" typeface="Mongolian Baiti"/>
        <a:font script="Viet" typeface="Arial"/>
        <a:font script="Uigh" typeface="Microsoft Uighur"/>
        <a:font script="Geor" typeface="Sylfaen"/>
        <a:font script="Armn" typeface="Arial"/>
        <a:font script="Bugi" typeface="Leelawadee UI"/>
        <a:font script="Bopo" typeface="Microsoft JhengHei"/>
        <a:font script="Java" typeface="Javanese Text"/>
        <a:font script="Lisu" typeface="Segoe UI"/>
        <a:font script="Mymr" typeface="Myanmar Text"/>
        <a:font script="Nkoo" typeface="Ebrima"/>
        <a:font script="Olck" typeface="Nirmala UI"/>
        <a:font script="Osma" typeface="Ebrima"/>
        <a:font script="Phag" typeface="Phagspa"/>
        <a:font script="Syrn" typeface="Estrangelo Edessa"/>
        <a:font script="Syrj" typeface="Estrangelo Edessa"/>
        <a:font script="Syre" typeface="Estrangelo Edessa"/>
        <a:font script="Sora" typeface="Nirmala UI"/>
        <a:font script="Tale" typeface="Microsoft Tai Le"/>
        <a:font script="Talu" typeface="Microsoft New Tai Lue"/>
        <a:font script="Tfng" typeface="Ebrima"/>
      </a:minorFont>
    </a:fontScheme>
    <a:fmtScheme name="Office">
      <a:fillStyleLst>
        <a:solidFill>
          <a:schemeClr val="phClr"/>
        </a:solidFill>
        <a:gradFill rotWithShape="1">
          <a:gsLst>
            <a:gs pos="0">
              <a:schemeClr val="phClr">
                <a:lumMod val="110000"/>
                <a:satMod val="105000"/>
                <a:tint val="67000"/>
              </a:schemeClr>
            </a:gs>
            <a:gs pos="50000">
              <a:schemeClr val="phClr">
                <a:lumMod val="105000"/>
                <a:satMod val="103000"/>
                <a:tint val="73000"/>
              </a:schemeClr>
            </a:gs>
            <a:gs pos="100000">
              <a:schemeClr val="phClr">
                <a:lumMod val="105000"/>
                <a:satMod val="109000"/>
                <a:tint val="81000"/>
              </a:schemeClr>
            </a:gs>
          </a:gsLst>
          <a:lin ang="5400000" scaled="0"/>
        </a:gradFill>
        <a:gradFill rotWithShape="1">
          <a:gsLst>
            <a:gs pos="0">
              <a:schemeClr val="phClr">
                <a:satMod val="103000"/>
                <a:lumMod val="102000"/>
                <a:tint val="94000"/>
              </a:schemeClr>
            </a:gs>
            <a:gs pos="50000">
              <a:schemeClr val="phClr">
                <a:satMod val="110000"/>
                <a:lumMod val="100000"/>
                <a:shade val="100000"/>
              </a:schemeClr>
            </a:gs>
            <a:gs pos="100000">
              <a:schemeClr val="phClr">
                <a:lumMod val="99000"/>
                <a:satMod val="120000"/>
                <a:shade val="78000"/>
              </a:schemeClr>
            </a:gs>
          </a:gsLst>
          <a:lin ang="5400000" scaled="0"/>
        </a:gradFill>
      </a:fillStyleLst>
      <a:lnStyleLst>
        <a:ln w="6350" cap="flat" cmpd="sng" algn="ctr">
          <a:solidFill>
            <a:schemeClr val="phClr"/>
          </a:solidFill>
          <a:prstDash val="solid"/>
          <a:miter lim="800000"/>
        </a:ln>
        <a:ln w="12700" cap="flat" cmpd="sng" algn="ctr">
          <a:solidFill>
            <a:schemeClr val="phClr"/>
          </a:solidFill>
          <a:prstDash val="solid"/>
          <a:miter lim="800000"/>
        </a:ln>
        <a:ln w="19050" cap="flat" cmpd="sng" algn="ctr">
          <a:solidFill>
            <a:schemeClr val="phClr"/>
          </a:solidFill>
          <a:prstDash val="solid"/>
          <a:miter lim="800000"/>
        </a:ln>
      </a:lnStyleLst>
      <a:effectStyleLst>
        <a:effectStyle>
          <a:effectLst/>
        </a:effectStyle>
        <a:effectStyle>
          <a:effectLst/>
        </a:effectStyle>
        <a:effectStyle>
          <a:effectLst>
            <a:outerShdw blurRad="57150" dist="19050" dir="5400000" algn="ctr" rotWithShape="0">
              <a:srgbClr val="000000">
                <a:alpha val="63000"/>
              </a:srgbClr>
            </a:outerShdw>
          </a:effectLst>
        </a:effectStyle>
      </a:effectStyleLst>
      <a:bgFillStyleLst>
        <a:solidFill>
          <a:schemeClr val="phClr"/>
        </a:solidFill>
        <a:solidFill>
          <a:schemeClr val="phClr">
            <a:tint val="95000"/>
            <a:satMod val="170000"/>
          </a:schemeClr>
        </a:solidFill>
        <a:gradFill rotWithShape="1">
          <a:gsLst>
            <a:gs pos="0">
              <a:schemeClr val="phClr">
                <a:tint val="93000"/>
                <a:satMod val="150000"/>
                <a:shade val="98000"/>
                <a:lumMod val="102000"/>
              </a:schemeClr>
            </a:gs>
            <a:gs pos="50000">
              <a:schemeClr val="phClr">
                <a:tint val="98000"/>
                <a:satMod val="130000"/>
                <a:shade val="90000"/>
                <a:lumMod val="103000"/>
              </a:schemeClr>
            </a:gs>
            <a:gs pos="100000">
              <a:schemeClr val="phClr">
                <a:shade val="63000"/>
                <a:satMod val="120000"/>
              </a:schemeClr>
            </a:gs>
          </a:gsLst>
          <a:lin ang="5400000" scaled="0"/>
        </a:gradFill>
      </a:bgFillStyleLst>
    </a:fmtScheme>
  </a:themeElements>
  <a:objectDefaults/>
  <a:extraClrSchemeLst/>
  <a:extLst>
    <a:ext uri="{05A4C25C-085E-4340-85A3-A5531E510DB2}">
      <thm15:themeFamily xmlns:thm15="http://schemas.microsoft.com/office/thememl/2012/main" name="Office Theme" id="{62F939B6-93AF-4DB8-9C6B-D6C7DFDC589F}" vid="{4A3C46E8-61CC-4603-A589-7422A47A8E4A}"/>
    </a:ext>
  </a:extLst>
</a:theme>
</file>

<file path=ppt/theme/theme2.xml><?xml version="1.0" encoding="utf-8"?>
<a:theme xmlns:a="http://schemas.openxmlformats.org/drawingml/2006/main" name="Office Theme">
  <a:themeElements>
    <a:clrScheme name="Office">
      <a:dk1>
        <a:sysClr val="windowText" lastClr="000000"/>
      </a:dk1>
      <a:lt1>
        <a:sysClr val="window" lastClr="FFFFFF"/>
      </a:lt1>
      <a:dk2>
        <a:srgbClr val="1F497D"/>
      </a:dk2>
      <a:lt2>
        <a:srgbClr val="EEECE1"/>
      </a:lt2>
      <a:accent1>
        <a:srgbClr val="4F81BD"/>
      </a:accent1>
      <a:accent2>
        <a:srgbClr val="C0504D"/>
      </a:accent2>
      <a:accent3>
        <a:srgbClr val="9BBB59"/>
      </a:accent3>
      <a:accent4>
        <a:srgbClr val="8064A2"/>
      </a:accent4>
      <a:accent5>
        <a:srgbClr val="4BACC6"/>
      </a:accent5>
      <a:accent6>
        <a:srgbClr val="F79646"/>
      </a:accent6>
      <a:hlink>
        <a:srgbClr val="0000FF"/>
      </a:hlink>
      <a:folHlink>
        <a:srgbClr val="800080"/>
      </a:folHlink>
    </a:clrScheme>
    <a:fontScheme name="Office">
      <a:majorFont>
        <a:latin typeface="Calibri"/>
        <a:ea typeface=""/>
        <a:cs typeface=""/>
        <a:font script="Jpan" typeface="ＭＳ Ｐゴシック"/>
        <a:font script="Hang" typeface="맑은 고딕"/>
        <a:font script="Hans" typeface="宋体"/>
        <a:font script="Hant" typeface="新細明體"/>
        <a:font script="Arab" typeface="Times New Roman"/>
        <a:font script="Hebr" typeface="Times New Roman"/>
        <a:font script="Thai" typeface="Angsana New"/>
        <a:font script="Ethi" typeface="Nyala"/>
        <a:font script="Beng" typeface="Vrinda"/>
        <a:font script="Gujr" typeface="Shruti"/>
        <a:font script="Khmr" typeface="MoolBoran"/>
        <a:font script="Knda" typeface="Tunga"/>
        <a:font script="Guru" typeface="Raavi"/>
        <a:font script="Cans" typeface="Euphemia"/>
        <a:font script="Cher" typeface="Plantagenet Cherokee"/>
        <a:font script="Yiii" typeface="Microsoft Yi Baiti"/>
        <a:font script="Tibt" typeface="Microsoft Himalaya"/>
        <a:font script="Thaa" typeface="MV Boli"/>
        <a:font script="Deva" typeface="Mangal"/>
        <a:font script="Telu" typeface="Gautami"/>
        <a:font script="Taml" typeface="Latha"/>
        <a:font script="Syrc" typeface="Estrangelo Edessa"/>
        <a:font script="Orya" typeface="Kalinga"/>
        <a:font script="Mlym" typeface="Kartika"/>
        <a:font script="Laoo" typeface="DokChampa"/>
        <a:font script="Sinh" typeface="Iskoola Pota"/>
        <a:font script="Mong" typeface="Mongolian Baiti"/>
        <a:font script="Viet" typeface="Times New Roman"/>
        <a:font script="Uigh" typeface="Microsoft Uighur"/>
      </a:majorFont>
      <a:minorFont>
        <a:latin typeface="Calibri"/>
        <a:ea typeface=""/>
        <a:cs typeface=""/>
        <a:font script="Jpan" typeface="ＭＳ Ｐゴシック"/>
        <a:font script="Hang" typeface="맑은 고딕"/>
        <a:font script="Hans" typeface="宋体"/>
        <a:font script="Hant" typeface="新細明體"/>
        <a:font script="Arab" typeface="Arial"/>
        <a:font script="Hebr" typeface="Arial"/>
        <a:font script="Thai" typeface="Cordia New"/>
        <a:font script="Ethi" typeface="Nyala"/>
        <a:font script="Beng" typeface="Vrinda"/>
        <a:font script="Gujr" typeface="Shruti"/>
        <a:font script="Khmr" typeface="DaunPenh"/>
        <a:font script="Knda" typeface="Tunga"/>
        <a:font script="Guru" typeface="Raavi"/>
        <a:font script="Cans" typeface="Euphemia"/>
        <a:font script="Cher" typeface="Plantagenet Cherokee"/>
        <a:font script="Yiii" typeface="Microsoft Yi Baiti"/>
        <a:font script="Tibt" typeface="Microsoft Himalaya"/>
        <a:font script="Thaa" typeface="MV Boli"/>
        <a:font script="Deva" typeface="Mangal"/>
        <a:font script="Telu" typeface="Gautami"/>
        <a:font script="Taml" typeface="Latha"/>
        <a:font script="Syrc" typeface="Estrangelo Edessa"/>
        <a:font script="Orya" typeface="Kalinga"/>
        <a:font script="Mlym" typeface="Kartika"/>
        <a:font script="Laoo" typeface="DokChampa"/>
        <a:font script="Sinh" typeface="Iskoola Pota"/>
        <a:font script="Mong" typeface="Mongolian Baiti"/>
        <a:font script="Viet" typeface="Arial"/>
        <a:font script="Uigh" typeface="Microsoft Uighur"/>
      </a:minorFont>
    </a:fontScheme>
    <a:fmtScheme name="Office">
      <a:fillStyleLst>
        <a:solidFill>
          <a:schemeClr val="phClr"/>
        </a:solidFill>
        <a:gradFill rotWithShape="1">
          <a:gsLst>
            <a:gs pos="0">
              <a:schemeClr val="phClr">
                <a:tint val="50000"/>
                <a:satMod val="300000"/>
              </a:schemeClr>
            </a:gs>
            <a:gs pos="35000">
              <a:schemeClr val="phClr">
                <a:tint val="37000"/>
                <a:satMod val="300000"/>
              </a:schemeClr>
            </a:gs>
            <a:gs pos="100000">
              <a:schemeClr val="phClr">
                <a:tint val="15000"/>
                <a:satMod val="350000"/>
              </a:schemeClr>
            </a:gs>
          </a:gsLst>
          <a:lin ang="16200000" scaled="1"/>
        </a:gradFill>
        <a:gradFill rotWithShape="1">
          <a:gsLst>
            <a:gs pos="0">
              <a:schemeClr val="phClr">
                <a:shade val="51000"/>
                <a:satMod val="130000"/>
              </a:schemeClr>
            </a:gs>
            <a:gs pos="80000">
              <a:schemeClr val="phClr">
                <a:shade val="93000"/>
                <a:satMod val="130000"/>
              </a:schemeClr>
            </a:gs>
            <a:gs pos="100000">
              <a:schemeClr val="phClr">
                <a:shade val="94000"/>
                <a:satMod val="135000"/>
              </a:schemeClr>
            </a:gs>
          </a:gsLst>
          <a:lin ang="16200000" scaled="0"/>
        </a:gradFill>
      </a:fillStyleLst>
      <a:lnStyleLst>
        <a:ln w="9525" cap="flat" cmpd="sng" algn="ctr">
          <a:solidFill>
            <a:schemeClr val="phClr">
              <a:shade val="95000"/>
              <a:satMod val="105000"/>
            </a:schemeClr>
          </a:solidFill>
          <a:prstDash val="solid"/>
        </a:ln>
        <a:ln w="25400" cap="flat" cmpd="sng" algn="ctr">
          <a:solidFill>
            <a:schemeClr val="phClr"/>
          </a:solidFill>
          <a:prstDash val="solid"/>
        </a:ln>
        <a:ln w="38100" cap="flat" cmpd="sng" algn="ctr">
          <a:solidFill>
            <a:schemeClr val="phClr"/>
          </a:solidFill>
          <a:prstDash val="solid"/>
        </a:ln>
      </a:lnStyleLst>
      <a:effectStyleLst>
        <a:effectStyle>
          <a:effectLst>
            <a:outerShdw blurRad="40000" dist="20000" dir="5400000" rotWithShape="0">
              <a:srgbClr val="000000">
                <a:alpha val="38000"/>
              </a:srgbClr>
            </a:outerShdw>
          </a:effectLst>
        </a:effectStyle>
        <a:effectStyle>
          <a:effectLst>
            <a:outerShdw blurRad="40000" dist="23000" dir="5400000" rotWithShape="0">
              <a:srgbClr val="000000">
                <a:alpha val="35000"/>
              </a:srgbClr>
            </a:outerShdw>
          </a:effectLst>
        </a:effectStyle>
        <a:effectStyle>
          <a:effectLst>
            <a:outerShdw blurRad="40000" dist="23000" dir="5400000" rotWithShape="0">
              <a:srgbClr val="000000">
                <a:alpha val="35000"/>
              </a:srgbClr>
            </a:outerShdw>
          </a:effectLst>
          <a:scene3d>
            <a:camera prst="orthographicFront">
              <a:rot lat="0" lon="0" rev="0"/>
            </a:camera>
            <a:lightRig rig="threePt" dir="t">
              <a:rot lat="0" lon="0" rev="1200000"/>
            </a:lightRig>
          </a:scene3d>
          <a:sp3d>
            <a:bevelT w="63500" h="25400"/>
          </a:sp3d>
        </a:effectStyle>
      </a:effectStyleLst>
      <a:bgFillStyleLst>
        <a:solidFill>
          <a:schemeClr val="phClr"/>
        </a:solidFill>
        <a:gradFill rotWithShape="1">
          <a:gsLst>
            <a:gs pos="0">
              <a:schemeClr val="phClr">
                <a:tint val="40000"/>
                <a:satMod val="350000"/>
              </a:schemeClr>
            </a:gs>
            <a:gs pos="40000">
              <a:schemeClr val="phClr">
                <a:tint val="45000"/>
                <a:shade val="99000"/>
                <a:satMod val="350000"/>
              </a:schemeClr>
            </a:gs>
            <a:gs pos="100000">
              <a:schemeClr val="phClr">
                <a:shade val="20000"/>
                <a:satMod val="255000"/>
              </a:schemeClr>
            </a:gs>
          </a:gsLst>
          <a:path path="circle">
            <a:fillToRect l="50000" t="-80000" r="50000" b="180000"/>
          </a:path>
        </a:gradFill>
        <a:gradFill rotWithShape="1">
          <a:gsLst>
            <a:gs pos="0">
              <a:schemeClr val="phClr">
                <a:tint val="80000"/>
                <a:satMod val="300000"/>
              </a:schemeClr>
            </a:gs>
            <a:gs pos="100000">
              <a:schemeClr val="phClr">
                <a:shade val="30000"/>
                <a:satMod val="200000"/>
              </a:schemeClr>
            </a:gs>
          </a:gsLst>
          <a:path path="circle">
            <a:fillToRect l="50000" t="50000" r="50000" b="50000"/>
          </a:path>
        </a:gradFill>
      </a:bgFillStyleLst>
    </a:fmtScheme>
  </a:themeElements>
  <a:objectDefaults/>
  <a:extraClrSchemeLst/>
</a:theme>
</file>

<file path=docProps/app.xml><?xml version="1.0" encoding="utf-8"?>
<Properties xmlns="http://schemas.openxmlformats.org/officeDocument/2006/extended-properties" xmlns:vt="http://schemas.openxmlformats.org/officeDocument/2006/docPropsVTypes">
  <TotalTime>9699</TotalTime>
  <Words>2948</Words>
  <Application>Microsoft Office PowerPoint</Application>
  <PresentationFormat>On-screen Show (4:3)</PresentationFormat>
  <Paragraphs>407</Paragraphs>
  <Slides>46</Slides>
  <Notes>32</Notes>
  <HiddenSlides>1</HiddenSlides>
  <MMClips>0</MMClips>
  <ScaleCrop>false</ScaleCrop>
  <HeadingPairs>
    <vt:vector size="6" baseType="variant">
      <vt:variant>
        <vt:lpstr>Fonts Used</vt:lpstr>
      </vt:variant>
      <vt:variant>
        <vt:i4>7</vt:i4>
      </vt:variant>
      <vt:variant>
        <vt:lpstr>Theme</vt:lpstr>
      </vt:variant>
      <vt:variant>
        <vt:i4>1</vt:i4>
      </vt:variant>
      <vt:variant>
        <vt:lpstr>Slide Titles</vt:lpstr>
      </vt:variant>
      <vt:variant>
        <vt:i4>46</vt:i4>
      </vt:variant>
    </vt:vector>
  </HeadingPairs>
  <TitlesOfParts>
    <vt:vector size="54" baseType="lpstr">
      <vt:lpstr>ＭＳ Ｐゴシック</vt:lpstr>
      <vt:lpstr>Arial</vt:lpstr>
      <vt:lpstr>Calibri</vt:lpstr>
      <vt:lpstr>Calibri Light</vt:lpstr>
      <vt:lpstr>Cambria Math</vt:lpstr>
      <vt:lpstr>Symbol</vt:lpstr>
      <vt:lpstr>Wingdings</vt:lpstr>
      <vt:lpstr>Office Theme</vt:lpstr>
      <vt:lpstr>CS 5/7320  Artificial Intelligence    Probabilistic Reasoning: Bayesian Networks  AIMA Chapter 13</vt:lpstr>
      <vt:lpstr>Probability Theory Recap</vt:lpstr>
      <vt:lpstr>Contents</vt:lpstr>
      <vt:lpstr>Bayesian Networks</vt:lpstr>
      <vt:lpstr>Bayesian Networks (aka Belief Networks)</vt:lpstr>
      <vt:lpstr>Structure of Bayesian Networks</vt:lpstr>
      <vt:lpstr>Example: N Independent Coin Flips</vt:lpstr>
      <vt:lpstr>Example: Naïve Bayes Spam Filter</vt:lpstr>
      <vt:lpstr>Common Structures</vt:lpstr>
      <vt:lpstr>Causal Chains: Dependence</vt:lpstr>
      <vt:lpstr>Causal Chains: Conditional Independence</vt:lpstr>
      <vt:lpstr>Common Cause vs. Common Effect</vt:lpstr>
      <vt:lpstr>Example: Burglar Alarm</vt:lpstr>
      <vt:lpstr>Example: Burglar Alarm as a Network</vt:lpstr>
      <vt:lpstr>Model Parameters:  Conditional Probability Tables (CPTs)</vt:lpstr>
      <vt:lpstr>Example: Burglar Alarm with CPTs</vt:lpstr>
      <vt:lpstr>Extracting the Joint Probability Distribution</vt:lpstr>
      <vt:lpstr>Compactness</vt:lpstr>
      <vt:lpstr>Bayesian Networks</vt:lpstr>
      <vt:lpstr>Constructing Bayesian Networks</vt:lpstr>
      <vt:lpstr>A Larger Bayes Network: Car diagnosis</vt:lpstr>
      <vt:lpstr>Car insurance: Cost is affected by many factors</vt:lpstr>
      <vt:lpstr>Summary</vt:lpstr>
      <vt:lpstr>Exact Inference in BN</vt:lpstr>
      <vt:lpstr>Exact Inference:  Calculating Conditional Distributions</vt:lpstr>
      <vt:lpstr>Exact inference:   Example – Calculation</vt:lpstr>
      <vt:lpstr>Exact inference:  Example – Evaluation Tree</vt:lpstr>
      <vt:lpstr>Issues with Exact Inference in AI</vt:lpstr>
      <vt:lpstr>Approximate Inference in BN</vt:lpstr>
      <vt:lpstr>Bayesian Networks as a  Generative Models</vt:lpstr>
      <vt:lpstr>Prior-Sample Algorithm </vt:lpstr>
      <vt:lpstr>Example: Sampling from a Bayesian Network </vt:lpstr>
      <vt:lpstr>Example: Sampling from a Bayesian Network </vt:lpstr>
      <vt:lpstr>Example: Sampling from a Bayesian Network </vt:lpstr>
      <vt:lpstr>Example: Sampling from a Bayesian Network </vt:lpstr>
      <vt:lpstr>Example: Sampling from a Bayesian Network </vt:lpstr>
      <vt:lpstr>Example: Sampling from a Bayesian Network </vt:lpstr>
      <vt:lpstr>Estimating the Joint and Marginal Probability Distributions from Individual Samples</vt:lpstr>
      <vt:lpstr>Estimating Conditional Probabilities:  Rejection Sampling</vt:lpstr>
      <vt:lpstr>Estimating Conditional Probabilities:  Rejection Sampling</vt:lpstr>
      <vt:lpstr>Estimating Conditional Probabilities:  Importance Sampling (likelihood weighting)</vt:lpstr>
      <vt:lpstr>Approximate Inference in BN</vt:lpstr>
      <vt:lpstr>Estimating Conditional Probabilities:  Markov Chain Monte Carlo Sampling (MCMC)</vt:lpstr>
      <vt:lpstr>Gibbs Sampling in Bayes Networks</vt:lpstr>
      <vt:lpstr>Gibbs Sampling: Example</vt:lpstr>
      <vt:lpstr>Conclusion</vt:lpstr>
    </vt:vector>
  </TitlesOfParts>
  <LinksUpToDate>false</LinksUpToDate>
  <SharedDoc>false</SharedDoc>
  <HyperlinksChanged>false</HyperlinksChanged>
  <AppVersion>16.0000</AppVersion>
</Properties>
</file>

<file path=docProps/core.xml><?xml version="1.0" encoding="utf-8"?>
<cp:coreProperties xmlns:cp="http://schemas.openxmlformats.org/package/2006/metadata/core-properties" xmlns:dc="http://purl.org/dc/elements/1.1/" xmlns:dcterms="http://purl.org/dc/terms/" xmlns:dcmitype="http://purl.org/dc/dcmitype/" xmlns:xsi="http://www.w3.org/2001/XMLSchema-instance">
  <dc:title>CS 5/7320  Artificial Intelligence   Bayesian networks </dc:title>
  <dc:creator>michael</dc:creator>
  <cp:lastModifiedBy>Hahsler, Michael</cp:lastModifiedBy>
  <cp:revision>88</cp:revision>
  <dcterms:created xsi:type="dcterms:W3CDTF">2020-11-07T15:07:06Z</dcterms:created>
  <dcterms:modified xsi:type="dcterms:W3CDTF">2025-11-13T22:07:35Z</dcterms:modified>
</cp:coreProperties>
</file>